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4" r:id="rId17"/>
    <p:sldId id="276" r:id="rId18"/>
    <p:sldId id="275" r:id="rId19"/>
    <p:sldId id="277" r:id="rId20"/>
    <p:sldId id="273" r:id="rId21"/>
    <p:sldId id="279" r:id="rId22"/>
    <p:sldId id="280" r:id="rId23"/>
    <p:sldId id="281" r:id="rId24"/>
    <p:sldId id="271" r:id="rId25"/>
    <p:sldId id="272" r:id="rId26"/>
    <p:sldId id="278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8/2/2025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8/2/2025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8/2/2025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8/2/2025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8/2/2025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400F5C-9A33-AFCB-3882-0803156546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627EE19-125D-C730-C0C2-7D2ECA281C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FORMS OF INDIAN MUSIC </a:t>
            </a:r>
          </a:p>
        </p:txBody>
      </p:sp>
    </p:spTree>
    <p:extLst>
      <p:ext uri="{BB962C8B-B14F-4D97-AF65-F5344CB8AC3E}">
        <p14:creationId xmlns:p14="http://schemas.microsoft.com/office/powerpoint/2010/main" val="1495050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2DD8C-1E75-CCEB-EDBC-32B2F62EF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WHAT </a:t>
            </a:r>
            <a:r>
              <a:rPr lang="en-US" dirty="0"/>
              <a:t>follows tala and has words- meaningful or meaningless- and definite parts with preset beginning and end or in other words one can call it a “composition”.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EA41F-940E-1A02-04DC-FD6C11711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9252" y="3276600"/>
            <a:ext cx="9601200" cy="3581400"/>
          </a:xfrm>
        </p:spPr>
        <p:txBody>
          <a:bodyPr/>
          <a:lstStyle/>
          <a:p>
            <a:r>
              <a:rPr lang="en-US" dirty="0"/>
              <a:t> Open ones are called </a:t>
            </a:r>
            <a:r>
              <a:rPr lang="en-US" dirty="0" err="1"/>
              <a:t>anibaddha</a:t>
            </a:r>
            <a:r>
              <a:rPr lang="en-US" dirty="0"/>
              <a:t>. on the contrary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368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CAEC0-623B-35C4-4992-02458BB77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Nibaddha</a:t>
            </a:r>
            <a:r>
              <a:rPr lang="en-US" dirty="0"/>
              <a:t> OR Closed ones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10ADC-DD2F-1901-563C-F495D9DD6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4815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7893F-3B40-0BDD-1EB9-0032C1977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</a:t>
            </a:r>
            <a:r>
              <a:rPr lang="en-US" dirty="0"/>
              <a:t>may not follow tala and may be devoid of words.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3CF6C-F8B9-6CF6-BDA4-EB7ABBC2F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4517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50192-07AA-41BB-7EE3-57F8128D0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Anibaddha</a:t>
            </a:r>
            <a:r>
              <a:rPr lang="en-US" dirty="0"/>
              <a:t> or open ones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9D5E6-DB1D-2F5F-3139-2A67A1B88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395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8B462-261C-A072-47BF-168F95674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</a:t>
            </a:r>
            <a:r>
              <a:rPr lang="en-US" dirty="0"/>
              <a:t>the most important </a:t>
            </a:r>
            <a:r>
              <a:rPr lang="en-US" dirty="0" err="1"/>
              <a:t>anibaddha</a:t>
            </a:r>
            <a:r>
              <a:rPr lang="en-US" dirty="0"/>
              <a:t> music.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DFB63-74E4-11D2-14A4-7C3326A809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1811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E68F4-ACDE-4351-C89A-36E4C9395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Alapa</a:t>
            </a:r>
            <a:r>
              <a:rPr lang="en-US" dirty="0"/>
              <a:t> 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9250E-D130-7185-3206-FF2CC7B118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It </a:t>
            </a:r>
            <a:r>
              <a:rPr lang="en-US" dirty="0"/>
              <a:t>the most elaborate and most delicate presentation of raga, demands much patience and sensitivity in rendering. In Karnatak music, </a:t>
            </a:r>
            <a:r>
              <a:rPr lang="en-US" dirty="0" err="1"/>
              <a:t>Alapa</a:t>
            </a:r>
            <a:r>
              <a:rPr lang="en-US" dirty="0"/>
              <a:t> always precedes the composition. In case of Hindustani music it may or may not precede the composition.is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2044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FA37A-23EF-AB9B-7E85-ED6EFEF0B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Who is the inventor of the </a:t>
            </a:r>
            <a:r>
              <a:rPr lang="en-IN" dirty="0" err="1"/>
              <a:t>sangati</a:t>
            </a:r>
            <a:r>
              <a:rPr lang="en-IN" dirty="0"/>
              <a:t> technique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3C705-3624-6FFE-B884-CECDC82FF6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Sangati: It resembles with </a:t>
            </a:r>
            <a:r>
              <a:rPr lang="en-US" dirty="0" err="1"/>
              <a:t>neraval</a:t>
            </a:r>
            <a:r>
              <a:rPr lang="en-US" dirty="0"/>
              <a:t>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4663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DB952-211D-8899-FF90-FD1BF6046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Tyagaraja is the </a:t>
            </a:r>
            <a:r>
              <a:rPr lang="en-US" dirty="0" err="1"/>
              <a:t>inventrr</a:t>
            </a:r>
            <a:r>
              <a:rPr lang="en-US" dirty="0"/>
              <a:t> of this technique.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32B31-E3E6-8357-6072-FE8337FDE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sangati</a:t>
            </a:r>
            <a:r>
              <a:rPr lang="en-US" dirty="0"/>
              <a:t> is slight variation of a phrase of song which is preconceived. </a:t>
            </a:r>
            <a:r>
              <a:rPr lang="en-US" dirty="0" err="1"/>
              <a:t>Neraval</a:t>
            </a:r>
            <a:r>
              <a:rPr lang="en-US" dirty="0"/>
              <a:t> or the bole tan is extensive. It doesn’t exist in the north.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5184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E1A2C-FD38-44AD-ECF5-EE90FC3BA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</a:t>
            </a:r>
            <a:r>
              <a:rPr lang="en-US" dirty="0"/>
              <a:t>  a word formed of syllables Sa-Re-Ga-Ma in Hindustani Music.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3C040-11F7-9FBD-CD7F-8C8870781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9164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37E89-8380-8E82-A988-152982774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Sargam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46771-A8D9-53B8-EA2C-721522503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Carnatic music it is Kalpana Swara. It is also free rendering and practiced more often in Carnatic music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9172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C5313-0BA9-4A32-82DF-7A29D8C12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What </a:t>
            </a:r>
            <a:r>
              <a:rPr lang="en-US" dirty="0"/>
              <a:t>is a type of singing supposed to have grown from the songs of the camel drivers of North-West India.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85C04-4495-0310-7E3D-7788FBE2C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8442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80AA5-7323-F6C4-055B-5B96B9325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Tappa: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613E6-1C9A-1495-DF82-FDDB350DD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romantic in content with very quick cascades and cadences.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86406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27404-F804-F37F-47B0-E52A1DD04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What </a:t>
            </a:r>
            <a:r>
              <a:rPr lang="en-US" dirty="0"/>
              <a:t>is a devotional song sung in a group, but with a solo voice against a chorus. It was developed by Amir Khusro for his teacher Hazrat </a:t>
            </a:r>
            <a:r>
              <a:rPr lang="en-US" dirty="0" err="1"/>
              <a:t>Nizzamuddin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9E2E5-EBA1-5A19-9FFE-DF4100956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39205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5A417-AB97-2ADF-1932-519EB0A17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Qawwali: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61E96-01F4-BD3A-D984-506B18B6E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word Khayal is Persian. Its meaning is ‘imagination’.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65585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0D5C2-F012-2156-7A49-AF198C6B5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EC22A-E69A-A40A-D379-4CFB61E0D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0499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72014-1B43-CE7D-E8A4-F435D692F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Who is  </a:t>
            </a:r>
            <a:r>
              <a:rPr lang="en-US" dirty="0"/>
              <a:t>said to be the inventor of khayal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0CCC0-79A3-6DF5-7C23-858F1B26D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51115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8C9B3-6DA1-BDA0-C59E-E66F784A5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Amir </a:t>
            </a:r>
            <a:r>
              <a:rPr lang="en-US" dirty="0" err="1"/>
              <a:t>Khusrau</a:t>
            </a:r>
            <a:r>
              <a:rPr lang="en-US" dirty="0"/>
              <a:t> (13th century) is said to be the inventor of khayal. 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AC35A-9F30-2F7D-63BD-BAD68EB7AD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the most popular form of vocal music in north India. </a:t>
            </a:r>
          </a:p>
          <a:p>
            <a:r>
              <a:rPr lang="en-US" dirty="0"/>
              <a:t>The word Khayal is Persian. Its meaning is ‘imagination’</a:t>
            </a:r>
          </a:p>
          <a:p>
            <a:r>
              <a:rPr lang="en-US" dirty="0"/>
              <a:t>Two types of Khayal are in vogue the </a:t>
            </a:r>
            <a:r>
              <a:rPr lang="en-US" dirty="0" err="1"/>
              <a:t>bada</a:t>
            </a:r>
            <a:r>
              <a:rPr lang="en-US" dirty="0"/>
              <a:t> (large) and the </a:t>
            </a:r>
            <a:r>
              <a:rPr lang="en-US" dirty="0" err="1"/>
              <a:t>chhota</a:t>
            </a:r>
            <a:r>
              <a:rPr lang="en-US" dirty="0"/>
              <a:t>) small.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58751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0F793-DD4F-B197-AD1A-7E02A7FA8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Ustad Bade Ghulam Ali Khan, who is also considered as greatest classical singer recorded, was great exponent of what  style. 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2B46E-64D7-DCCC-66C9-2A3C1E045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97044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30B19-14D3-3383-E00F-6D666126C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Thumri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AC67C-335D-10DD-8291-2FEFC44D3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9859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7B71B-D373-408D-5919-88362C7C8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What </a:t>
            </a:r>
            <a:r>
              <a:rPr lang="en-US" dirty="0"/>
              <a:t> is the most popular in northwest India (present day Afghanistan, Pakistan, Indian Punjab, Kashmir and Rajasthan).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EFC91-BDE8-4997-0342-C6284B68C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8217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DF463-1C6E-C64C-C20D-2A3BF69CD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Soofiana</a:t>
            </a:r>
            <a:r>
              <a:rPr lang="en-IN" dirty="0"/>
              <a:t> Kalam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FF340-9287-B92A-2B3B-502E43EB9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Heer is most famous Kalam written by </a:t>
            </a:r>
            <a:r>
              <a:rPr lang="en-US" dirty="0" err="1"/>
              <a:t>sufi</a:t>
            </a:r>
            <a:r>
              <a:rPr lang="en-US" dirty="0"/>
              <a:t> saint Warris Shah,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99540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6F32D-62AF-5A36-E7F5-C401CAC42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086CD-4F97-64E7-96E6-2181F360E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45703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40AC7-C78C-ED57-CF34-71ED1181F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</a:t>
            </a:r>
            <a:r>
              <a:rPr lang="en-US" dirty="0"/>
              <a:t>  is most popular form of devotional music among Hindus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A1278-1A9B-1C9A-F808-F16478CB6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42141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8818E-3B6F-AAF7-1262-06A9DF439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Bhajan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4A8C9-A7AE-9D3F-30DB-D01D128902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86593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CB506-23DD-F5AB-8E1D-E348A22CD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3315E-8FF6-9127-5240-99CE4560F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6379630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{89A09E29-55A0-4EBC-9DE1-B36AF26D667E}tf10001105</Template>
  <TotalTime>221</TotalTime>
  <Words>421</Words>
  <Application>Microsoft Office PowerPoint</Application>
  <PresentationFormat>Widescreen</PresentationFormat>
  <Paragraphs>34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8" baseType="lpstr">
      <vt:lpstr>Franklin Gothic Book</vt:lpstr>
      <vt:lpstr>Crop</vt:lpstr>
      <vt:lpstr>FORMS OF INDIAN MUSIC </vt:lpstr>
      <vt:lpstr>WHAT follows tala and has words- meaningful or meaningless- and definite parts with preset beginning and end or in other words one can call it a “composition”. </vt:lpstr>
      <vt:lpstr>Nibaddha OR Closed ones </vt:lpstr>
      <vt:lpstr>What may not follow tala and may be devoid of words.</vt:lpstr>
      <vt:lpstr>Anibaddha or open ones</vt:lpstr>
      <vt:lpstr>what IS the most important anibaddha music. </vt:lpstr>
      <vt:lpstr>Alapa  </vt:lpstr>
      <vt:lpstr>Who is the inventor of the sangati technique</vt:lpstr>
      <vt:lpstr>Tyagaraja is the inventrr of this technique. </vt:lpstr>
      <vt:lpstr>What is   a word formed of syllables Sa-Re-Ga-Ma in Hindustani Music.</vt:lpstr>
      <vt:lpstr>Sargam</vt:lpstr>
      <vt:lpstr>What is a type of singing supposed to have grown from the songs of the camel drivers of North-West India. </vt:lpstr>
      <vt:lpstr>Tappa:</vt:lpstr>
      <vt:lpstr>What is a devotional song sung in a group, but with a solo voice against a chorus. It was developed by Amir Khusro for his teacher Hazrat Nizzamuddin.</vt:lpstr>
      <vt:lpstr>Qawwali:</vt:lpstr>
      <vt:lpstr>PowerPoint Presentation</vt:lpstr>
      <vt:lpstr>Who is  said to be the inventor of khayal</vt:lpstr>
      <vt:lpstr>Amir Khusrau (13th century) is said to be the inventor of khayal.  </vt:lpstr>
      <vt:lpstr>Ustad Bade Ghulam Ali Khan, who is also considered as greatest classical singer recorded, was great exponent of what  style.  </vt:lpstr>
      <vt:lpstr>Thumri</vt:lpstr>
      <vt:lpstr>What  is the most popular in northwest India (present day Afghanistan, Pakistan, Indian Punjab, Kashmir and Rajasthan). </vt:lpstr>
      <vt:lpstr>Soofiana Kalam</vt:lpstr>
      <vt:lpstr>PowerPoint Presentation</vt:lpstr>
      <vt:lpstr>What   is most popular form of devotional music among Hindus</vt:lpstr>
      <vt:lpstr>Bhajan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kch institute</dc:creator>
  <cp:lastModifiedBy>kch institute</cp:lastModifiedBy>
  <cp:revision>1</cp:revision>
  <dcterms:created xsi:type="dcterms:W3CDTF">2025-08-02T04:47:02Z</dcterms:created>
  <dcterms:modified xsi:type="dcterms:W3CDTF">2025-08-02T08:28:53Z</dcterms:modified>
</cp:coreProperties>
</file>