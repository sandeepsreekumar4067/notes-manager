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58" r:id="rId7"/>
    <p:sldId id="259" r:id="rId8"/>
    <p:sldId id="260" r:id="rId9"/>
    <p:sldId id="261" r:id="rId10"/>
    <p:sldId id="262"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71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8E8524B-5BF3-4458-ADDD-79F1AFCF4332}" type="datetimeFigureOut">
              <a:rPr lang="en-US" smtClean="0"/>
              <a:t>9/30/2025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E8524B-5BF3-4458-ADDD-79F1AFCF4332}" type="datetimeFigureOut">
              <a:rPr lang="en-US" smtClean="0"/>
              <a:t>9/30/2025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E8524B-5BF3-4458-ADDD-79F1AFCF4332}" type="datetimeFigureOut">
              <a:rPr lang="en-US" smtClean="0"/>
              <a:t>9/30/2025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8E8524B-5BF3-4458-ADDD-79F1AFCF4332}" type="datetimeFigureOut">
              <a:rPr lang="en-US" smtClean="0"/>
              <a:t>9/30/2025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8E8524B-5BF3-4458-ADDD-79F1AFCF4332}" type="datetimeFigureOut">
              <a:rPr lang="en-US" smtClean="0"/>
              <a:t>9/30/2025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8E8524B-5BF3-4458-ADDD-79F1AFCF4332}" type="datetimeFigureOut">
              <a:rPr lang="en-US" smtClean="0"/>
              <a:t>9/30/2025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E8524B-5BF3-4458-ADDD-79F1AFCF4332}" type="datetimeFigureOut">
              <a:rPr lang="en-US" smtClean="0"/>
              <a:t>9/30/2025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8524B-5BF3-4458-ADDD-79F1AFCF4332}" type="datetimeFigureOut">
              <a:rPr lang="en-US" smtClean="0"/>
              <a:t>9/30/2025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E8524B-5BF3-4458-ADDD-79F1AFCF4332}" type="datetimeFigureOut">
              <a:rPr lang="en-US" smtClean="0"/>
              <a:t>9/30/2025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E8524B-5BF3-4458-ADDD-79F1AFCF4332}" type="datetimeFigureOut">
              <a:rPr lang="en-US" smtClean="0"/>
              <a:t>9/30/2025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8E8524B-5BF3-4458-ADDD-79F1AFCF4332}" type="datetimeFigureOut">
              <a:rPr lang="en-US" smtClean="0"/>
              <a:t>9/30/2025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033DD4-E2B5-4B96-940F-7C3818F1832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8524B-5BF3-4458-ADDD-79F1AFCF4332}" type="datetimeFigureOut">
              <a:rPr lang="en-US" smtClean="0"/>
              <a:t>9/30/2025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033DD4-E2B5-4B96-940F-7C3818F1832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IN"/>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IN" dirty="0"/>
              <a:t>1. On which date, the International Customs Day is observed? [A]January 26 [B]March 25 [C]April 27 [D]May 30 Hide Answer January 26 The International Customs Day (ICD) has been observed on January 26 every year to recognize the role of custom officials and agencies in maintaining border security. It focuses on the working conditions and challenges that customs officers face in their jobs. The 2016 theme is “Digital Customs – Progressive Engagement”. 2. On which date, the National Voters’ Day (NVD) is celebrated in India? [A]January 21 [B]January 25 [C]February 10 [D]February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E1DA4-6A1C-64CF-D4F5-ACCD43E65C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1A67E6-B97F-D0CF-6475-05E9FD642DD5}"/>
              </a:ext>
            </a:extLst>
          </p:cNvPr>
          <p:cNvSpPr>
            <a:spLocks noGrp="1"/>
          </p:cNvSpPr>
          <p:nvPr>
            <p:ph idx="1"/>
          </p:nvPr>
        </p:nvSpPr>
        <p:spPr/>
        <p:txBody>
          <a:bodyPr>
            <a:normAutofit fontScale="40000" lnSpcReduction="20000"/>
          </a:bodyPr>
          <a:lstStyle/>
          <a:p>
            <a:r>
              <a:rPr lang="en-IN" dirty="0"/>
              <a:t>17 Hide Answer January 25 The 6th National Voters’ Day (NVD) has been celebrated across the country on January 25, 2016 by Election Commission of India (ECI). The theme for this year is ‘Inclusive and Qualitative Participation’. The day is also the foundation day of the Commission, which came into existence in 1950. 3. On which date, the National Girl Child Day is celebrated in India? [A]April 21 [B]January 24 [C]March 23 [D]February 11 Hide Answer January 24 The National Girl Child Day is celebrated in India on January 24. It is celebrated to encourage the girl’s situation in the society, to offer more supports and new opportunities to the girls in the country, to remove different types of social discrimination and exploitation with the girls and to aware them that they have equal rights of the good education, nutrition and health care. 4. On which date, the Indian Army Day is celebrated? [A]January 15 [B]January 21 [C]February 11 [D]March 19 Hide Answer January 15 The Indian Army Day is celebrated on 15 January every year in India. It is celebrated in recognition of Lieutenant General K. M. Cariappa who took over as the first Commander-in-Chief of the Indian Army from General Sir Francis Butcher, the last British Commander-in-Chief of India, on January 15, 1949. 5. On which date, the World Hindi Day is observed? [A]January 10 [B]December 24 [C]March 11 [D]September 14 Hide Answer January 10 The 11th World Hindi Day has been observed on January 10, 2016. Beside this day, the National Hindi Divas is celebrated in India on September 14 every year to mark the day on which the Constituent Assembly adopted Hindi written in Devanagari script as the Official Language of the Union. 6. On which date, Pravasi </a:t>
            </a:r>
            <a:r>
              <a:rPr lang="en-IN" dirty="0" err="1"/>
              <a:t>Bharatiya</a:t>
            </a:r>
            <a:r>
              <a:rPr lang="en-IN" dirty="0"/>
              <a:t> Divas (PBD) is celebrated in India? [A]January 4 [B]January 6 [C]January 9 [D]January 11 Hide Answer January 9 Pravasi </a:t>
            </a:r>
            <a:r>
              <a:rPr lang="en-IN" dirty="0" err="1"/>
              <a:t>Bharatiya</a:t>
            </a:r>
            <a:r>
              <a:rPr lang="en-IN" dirty="0"/>
              <a:t> Divas (PBD) is celebrated on January 9 every year in India. The day marks the return of Mahatma Gandhi from South Africa in the year 1915 on January 9. It also acknowledges the contribution of Indian community living abroad in the development of India. Last year, the government had decided to hold larger version of Pravasi Bhartiya Divas (PBD) after every two years and that limited version of the event will be organised in the intervening year. This year, the first limited edition of Pravasi Bhartiya Divas is launched</a:t>
            </a:r>
          </a:p>
        </p:txBody>
      </p:sp>
    </p:spTree>
    <p:extLst>
      <p:ext uri="{BB962C8B-B14F-4D97-AF65-F5344CB8AC3E}">
        <p14:creationId xmlns:p14="http://schemas.microsoft.com/office/powerpoint/2010/main" val="420974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7FC40-27E7-0FBB-DB01-7D1C2FBA41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30DA50-8D7C-9ACC-B241-F39A06F50485}"/>
              </a:ext>
            </a:extLst>
          </p:cNvPr>
          <p:cNvSpPr>
            <a:spLocks noGrp="1"/>
          </p:cNvSpPr>
          <p:nvPr>
            <p:ph idx="1"/>
          </p:nvPr>
        </p:nvSpPr>
        <p:spPr/>
        <p:txBody>
          <a:bodyPr>
            <a:normAutofit fontScale="47500" lnSpcReduction="20000"/>
          </a:bodyPr>
          <a:lstStyle/>
          <a:p>
            <a:r>
              <a:rPr lang="en-IN" dirty="0"/>
              <a:t>. 7. On which date, the World Braille Day is observed? [A]January 4 [B]December 30 [C]November 9 [D]April 11 Hide Answer January 4 The World Braille Day is observed every year on January 4 across the world to commemorate the birth anniversary of Louis Braille. Louis Braille invented the Braille language which helps blind people to read as well as write. The day helps people to feel the importance to produce works in the Braille language to allow blinds to read the works. 8. On which date, National Good Governance day is observed in India? [A]September 15 [B]October 21 [C]December 16 [D]December 25 Hide Answer December 25 India observed its second National Good governance day on December 25, 2015 to create awareness among the Indian people of accountability in government. On this occasion, the Union Health ministry has launched four information technology driven initiatives to mark good governance day. The initiatives include IT-based programmes focused on maternal and child care, tobacco control and tuberculosis diagnosis and treatment. National Good governance day was established in 2014 to observe the birthday of former Prime Minister Atal Bihari Vajpayee. 9. On which date, the World Tsunami Awareness Day is observed? [A]October 13 [B]November 5 [C]December 22 [D]January 11 Hide Answer November 5 Recently, the United Nations General Assembly (UNGA) has adopted a resolution to designate ‘November 5’ as World Tsunami Awareness Day every year. The purpose of tsunami day is to raise awareness among people in the world of the dangers of tsunami and stressing the importance of early warning systems in order to mitigate damage. The November 5 has been selected by UNGA to coincide with the annual anniversary of the 1854 Inamura-no-hi or “Fire of Inamura” event. On November 5 of that year a Japanese villager through his quick action saved countless lives when he set fire to sheaves of rice, thus warning people of the imminent danger of a tsunami. Note: The International Day for Disaster Reduction has been observed annually on October 13 to highlight tsunami. </a:t>
            </a:r>
          </a:p>
        </p:txBody>
      </p:sp>
    </p:spTree>
    <p:extLst>
      <p:ext uri="{BB962C8B-B14F-4D97-AF65-F5344CB8AC3E}">
        <p14:creationId xmlns:p14="http://schemas.microsoft.com/office/powerpoint/2010/main" val="1299171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AD624-016D-31B6-9A88-8022E28ACEF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5B1B787-8873-272A-DA4F-4329B6EA65D6}"/>
              </a:ext>
            </a:extLst>
          </p:cNvPr>
          <p:cNvSpPr>
            <a:spLocks noGrp="1"/>
          </p:cNvSpPr>
          <p:nvPr>
            <p:ph idx="1"/>
          </p:nvPr>
        </p:nvSpPr>
        <p:spPr/>
        <p:txBody>
          <a:bodyPr>
            <a:normAutofit fontScale="92500" lnSpcReduction="20000"/>
          </a:bodyPr>
          <a:lstStyle/>
          <a:p>
            <a:r>
              <a:rPr lang="en-IN" dirty="0"/>
              <a:t>10. On Which date, National Mathematics Day is observed in India? [A]March 21 [B]June 8 [C]October 23 [D]December 22 Hide Answer December 22 The Indian mathematical genius Srinivasa Ramanujan was born on 22 December 1887. In recognition of his contribution to Mathematics, December 22 has been observed as the National Mathematics Day in India since 2012.</a:t>
            </a:r>
            <a:br>
              <a:rPr lang="en-IN" dirty="0"/>
            </a:br>
            <a:r>
              <a:rPr lang="en-IN" dirty="0"/>
              <a:t>http://www.gktoday.in/general-knowledge/important-days-and-dates</a:t>
            </a:r>
          </a:p>
        </p:txBody>
      </p:sp>
    </p:spTree>
    <p:extLst>
      <p:ext uri="{BB962C8B-B14F-4D97-AF65-F5344CB8AC3E}">
        <p14:creationId xmlns:p14="http://schemas.microsoft.com/office/powerpoint/2010/main" val="1378392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25000" lnSpcReduction="20000"/>
          </a:bodyPr>
          <a:lstStyle/>
          <a:p>
            <a:r>
              <a:rPr lang="en-IN" dirty="0"/>
              <a:t>11. On which date, National Consumer Day is observed in India? [A]December 15 [B]December 20 [C]December 24 [D]December 28 Hide Answer December 24 In India, 24th December is observed as National Consumer Day. On this day the Consumer Protection Act, 1986 had received the assent of the President. The enactment of this Act was considered as a historic milestone in the consumer movement in the country. The theme of the 2015 National Consumer Rights Day is “Safe &amp; Healthy Food: Combating Food Adulteration”. World Consumer Rights Day is observed on 15th March every year. 12. On which date, the International Migrants Day is observed? [A]November 16 [B]December 18 [C]December 24 [D]February 21 Hide Answer December 18 The International Migrants Day is observed annually on December 18 by the international community to recognize and celebrate the rights of migrants around the world. The year 2015 marked the 25th anniversary of the UN’s International Convention on the Protection of the Rights of All Migrant Workers and Members of Their Families. It was approved by the UN General Assembly on Dec. 18, 1990. The year 2015 will be remembered as a year of human suffering and migrant tragedies. Millions of people have been exploited and abused by human traffickers and become the targets of xenophobic policies and alarmist rhetoric. The theme of this year is ” #</a:t>
            </a:r>
            <a:r>
              <a:rPr lang="en-IN" dirty="0" err="1"/>
              <a:t>IAmAMigrant</a:t>
            </a:r>
            <a:r>
              <a:rPr lang="en-IN" dirty="0"/>
              <a:t> ” as a powerful social media </a:t>
            </a:r>
            <a:r>
              <a:rPr lang="en-IN" dirty="0" err="1"/>
              <a:t>hashtag</a:t>
            </a:r>
            <a:r>
              <a:rPr lang="en-IN" dirty="0"/>
              <a:t>. 13. On which date, the Vijay </a:t>
            </a:r>
            <a:r>
              <a:rPr lang="en-IN" dirty="0" err="1"/>
              <a:t>Diwas</a:t>
            </a:r>
            <a:r>
              <a:rPr lang="en-IN" dirty="0"/>
              <a:t> is celebrated across the India? [A]December 14 [B]December 16 [C]December 18 [D]December 20 Hide Answer December 16 The 44th anniversary of Vijay </a:t>
            </a:r>
            <a:r>
              <a:rPr lang="en-IN" dirty="0" err="1"/>
              <a:t>Diwas</a:t>
            </a:r>
            <a:r>
              <a:rPr lang="en-IN" dirty="0"/>
              <a:t> is celebrated in India on December 16, 2015 to mark India’s victory over Pakistan in the Indo-Pakistani war of 1971. The day is celebrated to honour the martyrs of the 1971 war between the two countries. On this day in 1971, about 93,000 Pakistani soldiers surrendered to the Indian forces. This historic victory led to creation of Bangladesh. 14. On which date, the National Energy Conservation Day is observed in India? [A]January 11 [B]December 14 [C]March 15 [D]June 29 Hide Answer December 14 In India, the National Energy Conservation Day is observed every year on December 14. The day is observed to raise awareness about the importance of energy and its conservation. 15. On which date, the International Day for Victims of Genocide is observed? [A]December 6 [B]December 9 [C]December11 [D]December 21 Hide Answer December 9 The UN has observed the first-ever International Day of Remembrance of Genocide on December 9. The day marks an anniversary of the signing of the 1948 genocide Convention. This convention was one of the 1st United Nations (UN) conventions to address humanitarian issues. The International Day is established pursuant to the UNGA Resolution 69/323 of September 11, 2015, which calls for a manifestation of a collective sense of a duty before all victims of the crime of genocide. 16. On which date, the International Anti-Corruption Day is observed? [A]December 9 [B]November 18 [C]January 2 [D]September 15 Hide Answer December 9 The International Anti-Corruption Day has been observed annually on December 9. The theme of this year is “Break the corruption chain”. This year’s joint international campaign focuses on how corruption undermines democracy and the rule of law, leads to human rights violations, distorts markets, erodes quality of life and allows organized crime, terrorism and other threats to human security to flourish. 17. On which date, the International Volunteer Day is observed? [A]December 3 [B]December 5 [C]December 10 [D]December 21 Hide Answer December 5 The International Volunteer Day is observed on December 5. The theme for this year’s observance is ‘The world is changing. Are you? Volunteer!’. The day is viewed as a unique chance for volunteers and organizations to celebrate their efforts, to share their values, and to promote their work among their communities, NGOs, UN agencies, government authorities and the private sector. 18. On which date, the Armed Forces Flag Day is observed? [A]December 2 [B]December 5 [C]December 7 [D]December 10 Hide Answer December 7 The Armed Forces Flag Day is observed on December 7 annually. It is observed to make people realize it is as much their responsibility as the government’s to take care of the families and dependents of the armed forces personnel staying away from them to fight for the country. Former Prime Minister of India, Jawaharlal Nehru on December 7, 1954 said that a way to indicate the appreciation of armed forces serving our country is by contributing to the Flag Day Fund. Along with collecting funds from Indians for the welfare of the Indian armed forces personnel, it is a day to honour the soldiers, airmen and sailors of India. 19. On which date, the International Day of Persons with Disabilities is observed? [A]September 21 [B]October 10 [C]December 3 [D]December 15 Hide Answer December 3 Every year International Day of Persons with Disabilities (IDPD) is being observed on 3 December to promote an understanding of disability issues. It also seeks to mobilize support for the dignity, rights and well-being of persons with disabilities. The theme for year 2015 of International Day of Persons with Disabilities is Inclusion matters: access and empowerment for people of all abilities. United Nations has estimated around one billion people are living with disabilities across the world and they are facing barriers of inclusion in many key aspects of society. In 1992, United Nations General Assembly (UNGA) had passed a resolution 47/3 for annually observing 3rd December as International Day of Disabled Persons. It was originally called as International Day of Disabled Persons. 20. On which date, the International Day for the Abolition of Slavery is observed? [A]November 15 [B]November 30 [C]December 2 [D]December 10 Hide Answer December 2 The International Day for the Abolition of Slavery is observed on December 2 every year with an objective to raise awareness about slavery and its impact on the society. According to the International Labour Organization (ILO) presently there are an estimated 21 million forced labour victims worldwide, who creates US$ 150 billion in illegal profits in the private economy each year. On 2 December 1949, the United Nations (UN) General Assembly approved the resolution ‘Convention for the Suppression of the Traffic in Persons and of Exploitation of the Prostitution of Others’.</a:t>
            </a:r>
            <a:br>
              <a:rPr lang="en-IN" dirty="0"/>
            </a:br>
            <a:r>
              <a:rPr lang="en-IN" dirty="0"/>
              <a:t>http://www.gktoday.in/general-knowledge/important-days-and-dates/page/2/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32500" lnSpcReduction="20000"/>
          </a:bodyPr>
          <a:lstStyle/>
          <a:p>
            <a:r>
              <a:rPr lang="en-IN" dirty="0"/>
              <a:t>1. On which date, the World Milk Day is observed? [A]June 1 [B]July 4 [C]October 25 [D]November 26 Hide Answer June 1 World Milk Day, established by the Food and Agriculture Organization (FAO) of the United Nations is observed annually on 1st June to recognise the importance of milk as a global food. It has been observed on June 1st each year since 2001. In India, the National Milk Day is observed on November 26. November 26 marks the birth anniversary of India’s most successful dairy entrepreneur Varghese </a:t>
            </a:r>
            <a:r>
              <a:rPr lang="en-IN" dirty="0" err="1"/>
              <a:t>Kurien</a:t>
            </a:r>
            <a:r>
              <a:rPr lang="en-IN" dirty="0"/>
              <a:t>, the founder of dairy firm </a:t>
            </a:r>
            <a:r>
              <a:rPr lang="en-IN" dirty="0" err="1"/>
              <a:t>Amul</a:t>
            </a:r>
            <a:r>
              <a:rPr lang="en-IN" dirty="0"/>
              <a:t>. 22. On which date, World Fisheries Day is observed? [A]November 15 [B]November 17 [C]November 19 [D]November 21 Hide Answer November 21 The World Fisheries Day is celebrated every year on November 21. It was started to draw attention to overfishing, habitat destruction an other threats to the sustainability of the freshwater and marine resources. 23. ‘World Chronic Obstructive Pulmonary Disease Day’ for Year 2015 was observed on which date? [A]16 November [B]17 November [C]18 November [D]19 November Hide Answer 18 November World COPD Day is organised each year by the Global Initiative for Chronic Obstructive Lung Disease (GOLD) to improve awareness and care of chronic obstructive pulmonary disease (COPD) around the </a:t>
            </a:r>
            <a:r>
              <a:rPr lang="en-IN" dirty="0" err="1"/>
              <a:t>world.World</a:t>
            </a:r>
            <a:r>
              <a:rPr lang="en-IN" dirty="0"/>
              <a:t> COPD Day 2015 took place on November 18 around the theme “It’s Not Too Late.” 24. Which day is observed as the International Day of Persons with Disabilities? [A]November 17 [B]November 20 [C]November 26 [D]December 3 Hide Answer December 3 December 3 is observed as the International Day of Persons with Disabilities. The annual observance was proclaimed in 1992 by the United Nations. The theme for 2015 is-‘Inclusion matters: access and empowerment of people of all abilities’. The present </a:t>
            </a:r>
            <a:r>
              <a:rPr lang="en-IN" dirty="0" err="1"/>
              <a:t>Modi</a:t>
            </a:r>
            <a:r>
              <a:rPr lang="en-IN" dirty="0"/>
              <a:t> government has launched ‘Accessible India Campaign’ also known as </a:t>
            </a:r>
            <a:r>
              <a:rPr lang="en-IN" dirty="0" err="1"/>
              <a:t>Sugamya</a:t>
            </a:r>
            <a:r>
              <a:rPr lang="en-IN" dirty="0"/>
              <a:t> Bharat </a:t>
            </a:r>
            <a:r>
              <a:rPr lang="en-IN" dirty="0" err="1"/>
              <a:t>Abhiyan</a:t>
            </a:r>
            <a:r>
              <a:rPr lang="en-IN" dirty="0"/>
              <a:t> to provide universal accessibility to persons with disabilities. 25. On which date, The United Nations’ (UN) International Day for Tolerance is observed? [A]November 10 [B]November 16 [C]November 21 [D]November 24 Hide Answer November 16 The United Nations (UN) International Day for Tolerance is observed annually on November 16 to help people understand the importance of tolerance worldwide. In 1996, the UN General Assembly invited the Un Member States to observe the International Day for Tolerance on 16 November. This action followed on the UN Year for Tolerance, 1995, proclaimed by the UN General Assembly in 1993 at the initiative of UNESCO. 26. On which date, World Diabetes Day is observed? [A]November 10 [B]November 12 [C]November 14 [D]November 16 Hide Answer November 14 November 14 is observed as World Diabetes Day. It is jointly organized by the World Health Organisation and the International Diabetes Federation. The logo of World Diabetes Day is a blue circle, which symbolizes life and health. November 14 marks the birthday of the man who co-discovered insulin, Frederick </a:t>
            </a:r>
            <a:r>
              <a:rPr lang="en-IN" dirty="0" err="1"/>
              <a:t>Banting</a:t>
            </a:r>
            <a:r>
              <a:rPr lang="en-IN" dirty="0"/>
              <a:t>. Insulin is a critically important medication for individuals with Type 1 diabetes. 27. On which date the World Polio Day has been observed? [A]October 24 [B]October 26 [C]October 21 [D]October 29 Hide Answer October 24 The World Polio Day has been observed on 24 October 2015. The day was observed to create awareness about the hazards of the crippling </a:t>
            </a:r>
            <a:r>
              <a:rPr lang="en-IN" dirty="0" err="1"/>
              <a:t>disease.The</a:t>
            </a:r>
            <a:r>
              <a:rPr lang="en-IN" dirty="0"/>
              <a:t> Day was established by Rotary International over a decade ago to commemorate the birth of Jonas Salk, who led the first team to develop a vaccine against poliomyelitis. 28. On which day Indian Constitution Day will be observed? [A]November 26 [B]October 26 [C]December 26 [D]January26 Hide Answer November 26 The </a:t>
            </a:r>
            <a:r>
              <a:rPr lang="en-IN" dirty="0" err="1"/>
              <a:t>Samvidhan</a:t>
            </a:r>
            <a:r>
              <a:rPr lang="en-IN" dirty="0"/>
              <a:t> </a:t>
            </a:r>
            <a:r>
              <a:rPr lang="en-IN" dirty="0" err="1"/>
              <a:t>Diwas</a:t>
            </a:r>
            <a:r>
              <a:rPr lang="en-IN" dirty="0"/>
              <a:t> (or Indian Constitution Day) will be observed on November 26, it is the date on which Indian constitution adopted. 29. The International Day of the Girl Child is observed on which of the following days? [A]6 October [B]8 October [C]11 October [D]12 October Hide Answer 11 October The International Day of the Girl Child is celebrated on 11 October every year. In 2011, the United Nations General Assembly declared October 11 as the International Day of the Girl Child, to recognize girl’s right and the unique challenges they face around the world. 30. On which of the following days International Day of Older Persons is celebrated? [A]September 30 [B]September 29 [C]October 1 [D]October 2 Hide Answer October 1 International Day of Older Persons is observed on 1 October every year. On 14 December 1990, the United Nations General Assembly designated 1 October the International Day of Older Persons. This was preceded by initiatives such as the Vienna International Plan of Action on Ageing which was adopted by the 1982 World Assembly on Ageing and endorsed later that year by the UN General Assembly. The theme of the 2015 commemoration is “Sustainability and Age Inclusiveness in the Urban Environment”.</a:t>
            </a:r>
            <a:br>
              <a:rPr lang="en-IN" dirty="0"/>
            </a:br>
            <a:r>
              <a:rPr lang="en-IN" dirty="0"/>
              <a:t>http://www.gktoday.in/general-knowledge/important-days-and-dates/page/3/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32500" lnSpcReduction="20000"/>
          </a:bodyPr>
          <a:lstStyle/>
          <a:p>
            <a:r>
              <a:rPr lang="en-IN" dirty="0"/>
              <a:t>31. On which date, National Broadcasting day is observed? [A] July 23 [B] June 2 [C] March 15 [D] January 19 Hide Answer July 23 Every year July 23 is observed as National Broadcasting day. On this day in 1927, Indian Broadcasting Company (IBC) began organized radio broadcasting from Bombay station. In India, radio broadcasting began during the British rule in 1923 under the imitative of the Radio Club of Bombay. 32. World Unidentified Flying Objects (UFO) day is observed on ___? [A]June 30 [B]July 1 [C]July 2 [D]July 3 Hide Answer July 2 July 2 is celebrated as World Unidentified Flying Objects (UFO) day with an objective to raise awareness, encouraging the government to reveal their files on UFO sightings and related information. 33. On which date, World Refugee Day is observed? [A]June 18 [B]June 19 [C]June 20 [D]June 22 Hide Answer June 20 World Refugee Day is held every year on June 20. The event was first observed in 2001. 34. On which date, World Day Against Child </a:t>
            </a:r>
            <a:r>
              <a:rPr lang="en-IN" dirty="0" err="1"/>
              <a:t>Labor</a:t>
            </a:r>
            <a:r>
              <a:rPr lang="en-IN" dirty="0"/>
              <a:t> is observed? [A]10 June [B]12 June [C]13 June [D]14 June Hide Answer 12 June World Day Against Child </a:t>
            </a:r>
            <a:r>
              <a:rPr lang="en-IN" dirty="0" err="1"/>
              <a:t>Labor</a:t>
            </a:r>
            <a:r>
              <a:rPr lang="en-IN" dirty="0"/>
              <a:t> is observed on 12 June. It is observed to raise awareness of the plight of child </a:t>
            </a:r>
            <a:r>
              <a:rPr lang="en-IN" dirty="0" err="1"/>
              <a:t>laborers</a:t>
            </a:r>
            <a:r>
              <a:rPr lang="en-IN" dirty="0"/>
              <a:t> world-</a:t>
            </a:r>
            <a:r>
              <a:rPr lang="en-IN" dirty="0" err="1"/>
              <a:t>wide.Reference</a:t>
            </a:r>
            <a:r>
              <a:rPr lang="en-IN" dirty="0"/>
              <a:t> 35. On which date, World Ocean Day is observed? [A]June 6 [B]June 8 [C]June 10 [D]June 12 Hide Answer June 8 World Ocean Day is celebrated on June 8. The Government of Canada proposed the concept of World Ocean Day in 1992 at the Earth Summit in Rio de Janeiro and the day has been celebrated internationally ever since. 36. On which date, </a:t>
            </a:r>
            <a:r>
              <a:rPr lang="en-IN" dirty="0" err="1"/>
              <a:t>Telangana</a:t>
            </a:r>
            <a:r>
              <a:rPr lang="en-IN" dirty="0"/>
              <a:t> state Foundation Day is observed? [A]30 May [B]31 May [C]2 June [D]4 June Hide Answer 2 June </a:t>
            </a:r>
            <a:r>
              <a:rPr lang="en-IN" dirty="0" err="1"/>
              <a:t>Telangana</a:t>
            </a:r>
            <a:r>
              <a:rPr lang="en-IN" dirty="0"/>
              <a:t> foundation day is observed on 2 June. </a:t>
            </a:r>
            <a:r>
              <a:rPr lang="en-IN" dirty="0" err="1"/>
              <a:t>Telangana</a:t>
            </a:r>
            <a:r>
              <a:rPr lang="en-IN" dirty="0"/>
              <a:t> is the 29th state of India came into being on June 2, 2014 after Andhra Pradesh was split into two states Andhra Pradesh and </a:t>
            </a:r>
            <a:r>
              <a:rPr lang="en-IN" dirty="0" err="1"/>
              <a:t>Telangana</a:t>
            </a:r>
            <a:r>
              <a:rPr lang="en-IN" dirty="0"/>
              <a:t>. 37. World Milk Day is observed on which of the following dates? [A]29th May [B]30th May [C]1st June [D]2nd June Hide Answer 1st June World Milk Day is celebrated all across the world on annual basis on 1st of June. It is celebrated to increase the common public awareness about all aspects of the natural milk such as its natural origin, milk nutritional value and various milk products including its economic importance throughout the globe. World milk day celebration was initiated by the UN Food and Agriculture Organization in 2001 in order to encourage common social public about the milk and dairy products consumption as their daily diet. 38. On which date International Day for Biodiversity is observed? [A]May 20 [B]May 21 [C]May 22 [D]May 23 Hide Answer May 22 International Day for Biological Diversity is observed on 22 May every year. The United Nations has proclaimed May 22 as the International Day for Biological Diversity (IDB) to increase understanding and awareness of biodiversity issues. The theme of 2015 International Day for Biodiversity is Biodiversity for Sustainable Development. 39. On which date, World Press Freedom Day is observed? [A]May 1 [B]April 30 [C]May 3 [D]May 5 Hide Answer May 3 May 3 is celebrated as World Press Freedom Day every year to evaluate press freedom around the world, to defend the media from attacks on their independence and to pay tribute to journalists who have lost their lives in the exercise of their profession. The international day was proclaimed by the UN General Assembly in 1993 following a Recommendation adopted at the 26th Session of UNESCO’s General Conference in 1991. Let Journalism Thrive! Towards Better Reporting, Gender Equality, &amp; Media Safety in the Digital Age is the theme of 2015 World Press Freedom Day. 40. On which date, International Dance Day is observed? [A]April 28 [B]April 29 [C]April 30 [D]May 1 Hide Answer April 29 International Dance Day is observed annually on April 29. It was introduced since 1982 by the International Dance Council (CID, </a:t>
            </a:r>
            <a:r>
              <a:rPr lang="en-IN" dirty="0" err="1"/>
              <a:t>Conseil</a:t>
            </a:r>
            <a:r>
              <a:rPr lang="en-IN" dirty="0"/>
              <a:t> International de la </a:t>
            </a:r>
            <a:r>
              <a:rPr lang="en-IN" dirty="0" err="1"/>
              <a:t>Danse</a:t>
            </a:r>
            <a:r>
              <a:rPr lang="en-IN" dirty="0"/>
              <a:t>), a UNESCO partner NGO. The date marks the birthday of Jean-Georges </a:t>
            </a:r>
            <a:r>
              <a:rPr lang="en-IN" dirty="0" err="1"/>
              <a:t>Noverre</a:t>
            </a:r>
            <a:r>
              <a:rPr lang="en-IN" dirty="0"/>
              <a:t> (1727-1810), who is regarded as the founder of modern ballet. The main purpose of Dance Day events is to attract the attention of the wider public to the art of dance</a:t>
            </a:r>
            <a:br>
              <a:rPr lang="en-IN" dirty="0"/>
            </a:br>
            <a:r>
              <a:rPr lang="en-IN" dirty="0"/>
              <a:t>http://www.gktoday.in/general-knowledge/important-days-and-dates/page/4/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32500" lnSpcReduction="20000"/>
          </a:bodyPr>
          <a:lstStyle/>
          <a:p>
            <a:r>
              <a:rPr lang="en-IN" dirty="0"/>
              <a:t>41. World Earth Day is observed on which of the following days? [A]April 20 [B]April 21 [C]April 22 [D]April 23 Hide Answer April 22 Earth Day is celebrated on April 22 annually. It was first celebrated in 1970, and is now coordinated globally by the Earth Day Network, and celebrated in more than 192 countries each year. 42. World Consumer Rights Day is observed on which date? [A]March 14 [B]March 15 [C]March 16 [D]March 18 Hide Answer March 15 15 March is celebrated as World Consumer Rights Day (WCRD). It marks the date in 1962 President John F Kennedy first outlined the definition of Consumer Rights. WCRD was first observed on 15 March 1983, and has since become an important occasion for mobilising citizen action. 43. On which date, the Tibetan Uprising Day is observed? [A]March 5 [B]March 7 [C]March 10 [D]March 12 Hide Answer March 10 Tibetan uprising day is observed on 10 March every year. The day marks the 1959 Tibetan uprising against the presence of the People’s Republic of China in Tibet. 44. On which date, World Wildlife Day is observed? [A]March 2 [B]March 3 [C]March 4 [D]March 5 Hide Answer March 3 March 3 designated as World Wildlife Day to celebrate and raise awareness of the world’s wild fauna and flora. The date is the day of the adoption of the Convention on International Trade in Endangered Species of Wild Fauna and Flora (CITES) in 1973, which plays an important role in ensuring that international trade does not threaten the species’ survival. 45. On which date, the International Mother Language Day is observed? [A]February 18 [B]February 20 [C]February 21 [D]February 22 Hide Answer February 21 International Mother Language Day is observed on 21 February worldwide. The day aims to promote awareness of linguistic and cultural diversity and multilingualism. It has been observed every year since 2000. 46. The World Radio Day is observed on which date? [A]February 12 [B]February 13 [C]February 14 [D]February 15 Hide Answer February 13 World Radio Day is observed on 13 February every year. It was proclaimed on 3 November 2011 by UNESCO’s 36th general assembly. 47. On which among the following dates the National </a:t>
            </a:r>
            <a:r>
              <a:rPr lang="en-IN" dirty="0" err="1"/>
              <a:t>Deworming</a:t>
            </a:r>
            <a:r>
              <a:rPr lang="en-IN" dirty="0"/>
              <a:t> Day was observed in India, recently? [A]February 7 [B]February 10 [C]February 8 [D]February 9 Hide Answer February 10 The union ministry of health launched the National </a:t>
            </a:r>
            <a:r>
              <a:rPr lang="en-IN" dirty="0" err="1"/>
              <a:t>Deworming</a:t>
            </a:r>
            <a:r>
              <a:rPr lang="en-IN" dirty="0"/>
              <a:t> Day on February 10, 2015. The initiative is aimed to protect more than 24 </a:t>
            </a:r>
            <a:r>
              <a:rPr lang="en-IN" dirty="0" err="1"/>
              <a:t>crore</a:t>
            </a:r>
            <a:r>
              <a:rPr lang="en-IN" dirty="0"/>
              <a:t> children in the ages of 1-19 years from intestinal worms. In the first phase about 14 </a:t>
            </a:r>
            <a:r>
              <a:rPr lang="en-IN" dirty="0" err="1"/>
              <a:t>crore</a:t>
            </a:r>
            <a:r>
              <a:rPr lang="en-IN" dirty="0"/>
              <a:t> children across eleven States/UT of Assam, Bihar, Chhattisgarh, Dadra &amp; Nagar Haveli, Haryana, Karnataka, Maharashtra, Madhya Pradesh, Rajasthan, Tamil Nadu and Tripura will be covered; while nearly 10 </a:t>
            </a:r>
            <a:r>
              <a:rPr lang="en-IN" dirty="0" err="1"/>
              <a:t>crore</a:t>
            </a:r>
            <a:r>
              <a:rPr lang="en-IN" dirty="0"/>
              <a:t> will be targeted in the second phase. 48. On which among the following dates, the International Holocaust Remembrance day is observed? [A]January 27 [B]January 29 [C]February 2 [D]January 31 Hide Answer January 27 International Holocaust Remembrance Day is observed on 27 January every year. It commemorates the genocide that resulted in the death of an estimated 6 million Jews and others by the Nazi regime. 49. The National Girl Child Day is observed on ____? [A]January 22 [B]January 23 [C]January 24 [D]January 25 Hide Answer January 24 National girl child day is celebrated every year on 24th of January. It is celebrated to increase the awareness among people about all the inequalities faced by the girl child in society. The ministry of women and child development was celebrating it since 2008. 50. Whose among the following birth anniversary has been observed as “National Mathematics Day” in India? [A]</a:t>
            </a:r>
            <a:r>
              <a:rPr lang="en-IN" dirty="0" err="1"/>
              <a:t>Satyendra</a:t>
            </a:r>
            <a:r>
              <a:rPr lang="en-IN" dirty="0"/>
              <a:t> </a:t>
            </a:r>
            <a:r>
              <a:rPr lang="en-IN" dirty="0" err="1"/>
              <a:t>Nath</a:t>
            </a:r>
            <a:r>
              <a:rPr lang="en-IN" dirty="0"/>
              <a:t> Bose [B]P C </a:t>
            </a:r>
            <a:r>
              <a:rPr lang="en-IN" dirty="0" err="1"/>
              <a:t>Mahalano</a:t>
            </a:r>
            <a:r>
              <a:rPr lang="en-IN" dirty="0"/>
              <a:t> [C]</a:t>
            </a:r>
            <a:r>
              <a:rPr lang="en-IN" dirty="0" err="1"/>
              <a:t>Srinivasa</a:t>
            </a:r>
            <a:r>
              <a:rPr lang="en-IN" dirty="0"/>
              <a:t> </a:t>
            </a:r>
            <a:r>
              <a:rPr lang="en-IN" dirty="0" err="1"/>
              <a:t>Ramanujan</a:t>
            </a:r>
            <a:r>
              <a:rPr lang="en-IN" dirty="0"/>
              <a:t> [D]S </a:t>
            </a:r>
            <a:r>
              <a:rPr lang="en-IN" dirty="0" err="1"/>
              <a:t>Chandrashekar</a:t>
            </a:r>
            <a:r>
              <a:rPr lang="en-IN" dirty="0"/>
              <a:t> Hide Answer </a:t>
            </a:r>
            <a:r>
              <a:rPr lang="en-IN" dirty="0" err="1"/>
              <a:t>Srinivasa</a:t>
            </a:r>
            <a:r>
              <a:rPr lang="en-IN" dirty="0"/>
              <a:t> </a:t>
            </a:r>
            <a:r>
              <a:rPr lang="en-IN" dirty="0" err="1"/>
              <a:t>Ramanujan</a:t>
            </a:r>
            <a:r>
              <a:rPr lang="en-IN" dirty="0"/>
              <a:t> In India, the day December 22 has been declared as the National Mathematics Day. The Indian mathematical genius </a:t>
            </a:r>
            <a:r>
              <a:rPr lang="en-IN" dirty="0" err="1"/>
              <a:t>Srinivasa</a:t>
            </a:r>
            <a:r>
              <a:rPr lang="en-IN" dirty="0"/>
              <a:t> </a:t>
            </a:r>
            <a:r>
              <a:rPr lang="en-IN" dirty="0" err="1"/>
              <a:t>Ramanujan</a:t>
            </a:r>
            <a:r>
              <a:rPr lang="en-IN" dirty="0"/>
              <a:t> was born on 22 December 1887 and died on 26 April 1920. It was in recognition of his contribution to mathematics the Government of India decided to celebrate </a:t>
            </a:r>
            <a:r>
              <a:rPr lang="en-IN" dirty="0" err="1"/>
              <a:t>Ramanujan’s</a:t>
            </a:r>
            <a:r>
              <a:rPr lang="en-IN" dirty="0"/>
              <a:t> birthday as the National Mathematics Day every year and to celebrate 2012 as the National Mathematical Year.</a:t>
            </a:r>
            <a:br>
              <a:rPr lang="en-IN" dirty="0"/>
            </a:br>
            <a:r>
              <a:rPr lang="en-IN" dirty="0"/>
              <a:t>http://www.gktoday.in/general-knowledge/important-days-and-dates/page/5/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32500" lnSpcReduction="20000"/>
          </a:bodyPr>
          <a:lstStyle/>
          <a:p>
            <a:r>
              <a:rPr lang="en-IN" dirty="0"/>
              <a:t>51. National Energy Conservation day is observed on ____? [A]2nd December [B]6th December [C]14th December [D]12th December Hide Answer 14th December National energy conservation day is celebrated every year by the people all over the India on 14th of December. 52. Which among the following dates will be annually observed as ‘International Day of Yoga’? [A]21 June [B]21 July [C]17 June [D]30 June Hide Answer 21 June 21st June will be annually observed as ‘International Day of Yoga’ after United Nations General Assembly (UN-GA) adopted an India-led resolution. UN has adopted this resolution under the agenda of ‘Global Health and Foreign Policy’. 53. On which of the following dates, “Nelson Mandela International Day” is observed? [A]June 18 [B]July 18 [C]June 19 [D]May 19 Hide Answer July 18 In November 2009, the UN General Assembly declared 18 July “Nelson Mandela International Day” in recognition of the former South African President’s contribution to the culture of peace and freedom. 54. “Civil Services Day” is observed every year on ___: [A]April 20 [B]April 21 [C]April 22 [D]April 23 Hide Answer April 21 Civil Service Day is celebrated on 21 April by members of Civil Services to rededicate and recommit themselves to the cause of the people. All officers of Central and State Governments are honoured for excellence in public administration by the Prime Minister of India. The ‘Prime Minister Award for Excellence in Public Administration’ is presented in three categories. These awards were instituted in 2006. 55. On which among the following dates, World Wetlands Day was observed recently? [A]28th January [B]31st January [C]2nd February [D]4th February Hide Answer 2nd February World Wetlands Day occurs on February 2, every year. It marks the date of the signing of the Convention on Wetlands, called </a:t>
            </a:r>
            <a:r>
              <a:rPr lang="en-IN" dirty="0" err="1"/>
              <a:t>Ramsar</a:t>
            </a:r>
            <a:r>
              <a:rPr lang="en-IN" dirty="0"/>
              <a:t> Convention, on 2 February 1971, in the Iranian city of </a:t>
            </a:r>
            <a:r>
              <a:rPr lang="en-IN" dirty="0" err="1"/>
              <a:t>Ramsar</a:t>
            </a:r>
            <a:r>
              <a:rPr lang="en-IN" dirty="0"/>
              <a:t> on the shores of the Caspian Sea. WWD was celebrated for the first time in 1997. 56. International Day of the Girl Child is observed by the United Nations (UN) on __: [A]5th October [B]7th October [C]9th October [D]11th October Hide Answer 11th October The UN marked the first ’International Day of the Girl Child’ on 11th October , with a focus on ending child marriages and highlighting challenges in countries like India, Bangladesh and Somalia to combat this fundamental human rights violation that impacts a girl’s life. 57. On which among the following days, World Water Conservation Day is observed ? [A]28 February [B]22 March [C]5 June [D]11 July Hide Answer 22 March 58. International Day of Rural Women is observed on __: [A]10th October [B]12th October [C]13th October [D]15th October Hide Answer 15th October In December 2007 the UN General Assembly decided that the particular role of rural women should be highlighted by making 15th October 2008 the first International Day of Rural Women. 59. International Day of Peace is observed by United Nations on : [A]August 21 [B]August 23 [C]September 21 [D]September 23 Hide Answer September 21</a:t>
            </a:r>
            <a:br>
              <a:rPr lang="en-IN" dirty="0"/>
            </a:br>
            <a:r>
              <a:rPr lang="en-IN" dirty="0"/>
              <a:t>http://www.gktoday.in/general-knowledge/important-days-and-dates/page/6/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5893</Words>
  <Application>Microsoft Office PowerPoint</Application>
  <PresentationFormat>On-screen Show (4:3)</PresentationFormat>
  <Paragraphs>9</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cyriac</dc:creator>
  <cp:lastModifiedBy>kch institute</cp:lastModifiedBy>
  <cp:revision>3</cp:revision>
  <dcterms:created xsi:type="dcterms:W3CDTF">2016-01-29T15:08:15Z</dcterms:created>
  <dcterms:modified xsi:type="dcterms:W3CDTF">2025-09-30T10:36:39Z</dcterms:modified>
</cp:coreProperties>
</file>