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58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7" r:id="rId19"/>
    <p:sldId id="273" r:id="rId20"/>
    <p:sldId id="271" r:id="rId21"/>
    <p:sldId id="272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274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7302C-E03B-4D80-B053-5CD508C69AF3}" v="25" dt="2025-07-29T08:39:15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6F81-9B21-9BE6-FFE7-EEB4A4C3D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02592-6B17-8047-F794-D01F6AB5D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94DC-529E-DCAD-DC2E-702F378E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3964-B8BD-B2BD-3FC0-0295CABA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0AF8-9F1F-7112-FA0F-1B95C631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6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0124-96A3-B5CF-A189-384446EE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7371-9469-F299-CA9F-8CF93D403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BD8E4-D2FC-BD0E-D490-53E3D148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50DC-EE69-7E6C-9908-C2F1D069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3DAD7-D74B-BF25-0226-93C781C9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43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CC0D-8BAB-0399-0F24-4E5F9840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C7C1-7D56-65E0-6A3B-9FC74DA07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48609-7E3B-CA74-7D00-04528B8F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4C708-9A1F-9669-5F7B-290499D0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A21BC-DCA8-4FF2-254C-2B2EFACC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58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4754-A50E-3D40-8960-36D139CC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2226-3A68-ECB1-7F4E-2972F42E0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7063C-6588-90A4-6A06-3C5973DCB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D5974-A7E1-2648-C045-C0C3E240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FF5D2-DCC8-F83F-E086-71FCB524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5F1C6-5D88-483B-B4D1-221A2E44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69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2514-F461-3447-7793-DC1C8A89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E8137-2372-4ACA-2D22-27BCBE118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A666D-8E0E-C310-B47B-1A841F8E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44863-C56F-A0D2-236E-A62E4FEA3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70D8B-BFC9-60ED-1A0B-3DAC6D013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51C2E-8C13-72EC-95F7-26E30F74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22AF3-7C43-57CB-5938-6749EA51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EF806-B518-A3E8-CC1D-3393FCAF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E306-D939-9B71-1D8A-0461E7D6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89E8F-1FB1-4247-C5D0-7E3E3E4C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F5394-8654-E78F-098B-EFD3A3BB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4158-56E1-6504-7D17-BF30FA36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7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1808F-3A95-8C26-6854-D8152CA5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98F18-FF14-0557-6594-73D77F0B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34AB-8BD3-FB6F-111A-E8B67024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10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8300-F53E-4F49-A179-005E665E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B44C-D528-8CAA-AB29-B6AC2AD2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1585-3513-13D9-5F76-405E19D3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DE473-3715-1A5D-25D2-EC31CD07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7C6B6-A652-C932-FF81-EA59D069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8898F-35B3-95AE-84F4-DECD693C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4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FD41-38BE-4C07-56C5-0EAFB498A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1853B-5F6B-F241-3029-1DF821C3C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23EE-A4F8-2163-29FF-60DF6279B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FAD2A-21E8-35A0-961B-FD8448BD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ACE41-09AC-BF05-75F2-0CF79CA2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EE86D-3799-76E1-F5EA-FC18EE6F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7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B328-21A6-87FC-CBA3-4F649F7E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7B46E-08B9-B901-5998-58148AE2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6B7E-CE7D-D3C9-AD5D-A0B9993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FCB2F-76D2-5958-7FEF-D2073194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520EF-EE8D-0EA9-9B31-37842AD0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74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B6798-D6E2-A8DF-60F8-DE8EB4905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63419-A495-A970-2E81-CE3F24811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B904-4F79-CA39-001B-5ECBC6AF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F2565-7CE4-5B27-4B45-8DC3827C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2CBA-CBDB-925E-2D90-71912BC9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8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F831C-FBDA-AAA7-B234-F130825C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16503-1B20-6AF9-C6FC-09D982E5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3571C-F67A-F2FF-F0BF-2306CD856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EE794-2660-4083-9D7B-FB7708E8286E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E29B0-1B1D-1ECE-F8AE-EBE7A34F2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02F0F-28DF-2A74-5236-DC85EB1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58C1E-47E4-4D7D-A000-6EF6A00E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6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C51C-8DE3-C35E-7504-5022CFE4D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A40C8-1616-EEDF-0FC8-265ED769B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D9528-8DA5-3C46-C3A7-CE3299A4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69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8725-13E4-7353-5741-9926D507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F598-F3E4-890C-283A-B0D8395F7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6A84F-21F6-E7ED-A87F-1A95AA14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68826"/>
            <a:ext cx="12074013" cy="663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4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2620-79C7-B3EF-F7EC-D34631DB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F07B-825C-9541-07C7-6F8D923EB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A6C5F-29B4-6CBB-4EE5-3C0D9FA0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-1"/>
            <a:ext cx="12113342" cy="675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ECC3-7C9A-0C07-F888-308BA62D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E3235-11B2-EC23-620E-C9D3C7C03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1D8BA-8991-C8D1-9676-B53630D8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0"/>
            <a:ext cx="11926529" cy="646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6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0BDC-1CB9-58C4-19D5-EEF298F3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A09A-0E9A-6A10-523C-8B528C360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BEECB-7764-71C8-68D0-D96844B24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60827" cy="677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0BF3-B40A-7EDC-D6B4-3F29AA83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E0FD-7F72-6B0F-F233-EA95D1A09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1A880-1C8F-551C-905A-3A12B0D62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1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D108-4008-3538-B89B-B7F27CC9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0B7D-0BF5-21E9-EF37-75815017E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91050-D6B7-C440-D58D-43AEE6D0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4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8FAD-EF60-D2C5-AD91-39593EB5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A22D-19BB-EA83-59A7-BCE128C0D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C458C-6BE6-E491-EF2F-0E295F8EB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39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155A-3A9B-209D-D90C-D1DD6744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11C57-EEFF-7C73-773F-CEE6A4AE6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7E952-AE36-DC8B-1B01-4E54ECA5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-1"/>
            <a:ext cx="12182168" cy="673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0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19E1-0F67-FCC1-4392-C14174AF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61E26-93FD-1172-A04A-B8F076DC5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C4844-48B5-CCBC-D562-DD26608A9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0"/>
            <a:ext cx="1209367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53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DD87-FD45-3790-AD2F-31F59B21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59E2-DF9B-864A-4B00-12950E1C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5D68C-FAD7-6B55-BF3C-D557985B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AD61-5A9E-2B4A-3BE8-4F33BBBE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3640-34BD-0EE8-3B79-7A2D8F8B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57E61-5C8B-57C6-A983-41A49424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652"/>
            <a:ext cx="12192000" cy="68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1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6701-4771-6649-F8FA-49D1B60B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1E0F-5A8F-8488-0450-4889EE92D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F2521-0B9A-7EE5-C835-20AE9F89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1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DE56-CCF6-6A52-8305-E16CA48E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B74D9-D3DB-2266-5A4F-A744AED0D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A1D9D-00B6-9948-373C-2C7688A3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0"/>
            <a:ext cx="12123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871B-333B-B092-E8F6-84C021E9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6F3EA-DF6F-96A0-3204-463C443F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B4D2A-4797-5D05-06E4-3B4E38168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3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78C4-A88C-4005-F7D8-A8A0D774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99A43-91A6-1E58-A3F9-AB7DE3F17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99A94-380B-E668-DCFE-FBC01967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7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C8A2-6EBE-8797-40FE-E198BD6C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B2C3-D71F-0C1E-D9AE-74676B251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530BF-62D6-6B2C-2844-7CD7900C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5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ADA6-2FDB-CA71-B928-2E39F998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C43B4-59A8-E9F9-9AAA-4ED6728D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3B078-7FC2-22FB-BB49-5DACE2FB4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28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40B0-F54D-A384-621A-85289DF0D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4AD9-FA0A-9265-773E-1B4F775D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4BB77-8236-9BFB-B4B3-B2156DAB4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66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9FB0-CC2B-4F40-808C-0E469F26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CB2C-340B-4A09-D88F-4C0F8F25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46D0E-EECB-AAA6-2F8D-1CB57932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3845" cy="678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02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993A-1E14-D20F-8D1D-B78CD930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F95E-6AAA-F875-69E9-5FB77C8E1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BD91E-5916-F88D-58C3-230792B6A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4"/>
            <a:ext cx="12192000" cy="67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86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6BA7-29CB-E1D5-6971-B1CBB5D6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credited with creating the world famous Raaga Miya ki Malhar?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551A-BC70-3CA6-A676-5042D33E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895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D300-7B7D-FE1E-E4F8-A8E244F9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TANSEN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75D1-FF19-B4DA-66B9-D8B5AA999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680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3F8E-1B66-A29B-8098-5725801D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oldest form of composition of Hindustani Vocal Music 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3484-189F-C167-47ED-A321AB7A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715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BF18-8C56-355C-7659-A3B32319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DHRUPAD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8C220-B2E2-0B20-3946-52FF96A22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792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385A-6653-25D5-9AFF-0E82E561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stringed instrument has the most number of strings?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CD85-FB64-603C-04C2-19F1D127B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371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A7AF-08DF-1B52-7546-519963C2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SITAR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E65B-06FD-F49E-062A-12B2603CE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06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3F6D-8ADB-2BCE-F970-A9D4CAB8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In which of the following is the theory of classical music discussed?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FAF27-E270-FC2E-EB57-26301AEB5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40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10FC-6E58-D12A-66BF-DBDB8D2A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SAMA VEDA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A43A4-CB85-F3BE-6FAD-4A694809C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644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9D82-D1F7-82BD-0738-9774E47B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of the following is referred to as the Parrot of India?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DE54-A24C-CB4E-1277-44895DF8C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15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6BB3-2E4A-B137-28E4-16E51E1A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AMIR KHUSRAO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D957C-21CB-2734-B13A-C1641610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86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9DD3-448D-0BE1-6D27-CBD21885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of the following composed Raga Kameshwari?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A421-8688-D06A-F6B6-F13339130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66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258B-971C-4EA2-C4A6-63459337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PANDIT RAVI SHANKAR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F9915-15D3-AD96-884A-84C1C463A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393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A05F-13CF-B2CD-5A0A-50C19D79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lowest range of musical note is referred to as 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24576-D53D-2FF3-4951-1FF27A2D9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44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377A-AC24-4C5A-AF83-74B2934F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6352-26D9-5666-446A-4415AE5D0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B90C-42BE-DEED-DE3B-6F92942B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was the first person associated with classical music to be awarded the Bharat Ratna?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7FCCD-D643-5EC0-F816-4DE75525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027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B76-AA8A-735F-F9CF-D8ECC499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 S SUBHALAKSHMI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22B7-BBD9-4571-F845-16A4C5F10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891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DBBA-09A5-5E6F-07D6-1840BA65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which of the following </a:t>
            </a:r>
            <a:r>
              <a:rPr lang="en-US" dirty="0" err="1"/>
              <a:t>raagas</a:t>
            </a:r>
            <a:r>
              <a:rPr lang="en-US" dirty="0"/>
              <a:t> is the National Song, Vande </a:t>
            </a:r>
            <a:r>
              <a:rPr lang="en-US" dirty="0" err="1"/>
              <a:t>Mataram</a:t>
            </a:r>
            <a:r>
              <a:rPr lang="en-US" dirty="0"/>
              <a:t> usually sung?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1CFD-DBE2-D83D-8A56-F70F44FF7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032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32FC-6BCD-7AAE-ACBE-232FF442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RAAG DESH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9FC3-ABE9-FC82-9249-782E48659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71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40FB-3291-219E-D3C6-A56AAA41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institution awards the Sangeet Kalanidhi Award to a Carnatic musician every year?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D12C-9C5C-3901-D659-40CAD64E2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40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0CF0-5122-FBB2-A908-48129B36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MUSIC ACADEMY CHENNAI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7765-C72E-44D9-73E7-A8B9DD552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079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F8AA-5A8E-FA0A-FC2E-C5621CC1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Dungchen</a:t>
            </a:r>
            <a:r>
              <a:rPr lang="en-US" dirty="0"/>
              <a:t> is a musical instruments associated with which of the following religions?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386D-5335-CDCC-8EA2-6D2F4830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880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6B62-267F-BCD2-642E-819DBE4B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BUDDHISM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59E3-3C62-0A3E-0A2D-D7DFD5DB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436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75C0-635D-A3EA-F027-BB009449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of the following is used mainly in the military where it is blown to indicate the daily routines of the camp?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CBFA-BFE5-D6F9-F616-22166A0B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1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905D-2442-3146-D271-C2452C71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6378-86F7-9991-9DD5-DFF7D56E1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6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EE5D-BD95-3A32-2971-48FFA7B7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of the following is usually used as a </a:t>
            </a:r>
            <a:r>
              <a:rPr lang="en-US" b="1" dirty="0"/>
              <a:t>drone</a:t>
            </a:r>
            <a:r>
              <a:rPr lang="en-US" dirty="0"/>
              <a:t> instrument that is to provide a constant pitch background?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52BD-CE2F-530E-D306-9C1E53DD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1905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9112-BF56-9D5C-7684-D13FD5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TANPURA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B7431-5120-794A-C6CF-3AB55B5C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142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E104-115A-1347-04FB-5435072B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of the following instruments has been traditionally used in Carnatic music?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EE3F3-947D-F2C6-6C88-F26615522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862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32CE-20B4-F6FB-E715-78D0FC5E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MRIDANGAM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CD60-B90F-C7BF-0CAB-995CB774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718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3569-995C-D628-9DD6-FD55096D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name is given to the unmetered opening section of a classical singing performance?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5DAD4-D1A8-FE02-DCCF-71B38E01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375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D3CD-EE99-D5CA-1F14-6BA60EDA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ALAAP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56A5-8719-701B-776F-3774B3520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9046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C6C7-DB2D-2BEC-B7D3-F9B12498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 following is an early morning </a:t>
            </a:r>
            <a:r>
              <a:rPr lang="en-US" b="1" dirty="0" err="1"/>
              <a:t>raaga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99036-CFCB-723E-3693-FD10EC38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736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3B36-BAEC-D803-84FB-ECCA4045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Raag </a:t>
            </a:r>
            <a:r>
              <a:rPr lang="en-IN" dirty="0" err="1"/>
              <a:t>bhairav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747E-627F-8F27-50C5-605E866A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424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4F1B-93D1-2E8F-A598-1CA414A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of the following is considered the founder of the Indore Gharana of Hindustani classical music?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AD94-52CB-7FA2-46F4-64C5B9C1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73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AE1C-AEEA-A63E-5F56-7D1D4C59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Amir khan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98D43-D268-75AB-C97C-412CB8A75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3633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B40D-A69C-B4F0-8234-D1DD70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of the following was the first Indian associated with classical music to be awarded the Ramon Magsaysay Award?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726E-1AA0-C593-9FDE-34582031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999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0BFF-1786-F608-5AFA-E7E3BC4A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 s </a:t>
            </a:r>
            <a:r>
              <a:rPr lang="en-IN" dirty="0" err="1"/>
              <a:t>subhalakshmi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44FD-4FCC-A330-D11B-6EF0D83B0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899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AF75-4949-A23A-B96D-DA439991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of the following composed music for the famous Bengali film </a:t>
            </a:r>
            <a:r>
              <a:rPr lang="en-US" b="1" dirty="0" err="1"/>
              <a:t>Kabuliwala</a:t>
            </a:r>
            <a:r>
              <a:rPr lang="en-US" b="1" dirty="0"/>
              <a:t> </a:t>
            </a:r>
            <a:r>
              <a:rPr lang="en-US" dirty="0"/>
              <a:t>based on a story by Rabindranath Tagore and directed by Tapan Sinha?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5B6A-93DF-F887-5B73-D3D48ADB6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701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E55E-15F8-0B78-B9AD-8B99A62D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Ravi </a:t>
            </a:r>
            <a:r>
              <a:rPr lang="en-IN" dirty="0" err="1"/>
              <a:t>shankar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506B9-26B1-C854-3334-F9B9EDD0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350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C432-811D-7239-0776-162C2572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musical instruments are mentioned as Avanaddha </a:t>
            </a:r>
            <a:r>
              <a:rPr lang="en-US" dirty="0" err="1"/>
              <a:t>Vadya</a:t>
            </a:r>
            <a:r>
              <a:rPr lang="en-US" dirty="0"/>
              <a:t> in the </a:t>
            </a:r>
            <a:r>
              <a:rPr lang="en-US" dirty="0" err="1"/>
              <a:t>Natya</a:t>
            </a:r>
            <a:r>
              <a:rPr lang="en-US" dirty="0"/>
              <a:t> Shastra?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C94F-75FC-762A-A116-E79BD5A4F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1921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08F5-E753-C336-C0FA-B40ACA1D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PERCUSSION INSTRUMENTS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0C8F-9A23-1BD9-818E-831AB2503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2042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AF6F-AD06-7702-ED41-0A4340A6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the only Indian to be awarded the </a:t>
            </a:r>
            <a:r>
              <a:rPr lang="en-US" b="1" dirty="0"/>
              <a:t>Grammy Lifetime Achievement Award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05235-9872-B1EA-D5A4-5E2E20E0B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595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D88F-C869-D41D-D286-57408577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RAVI SHANKAR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B163-5E70-3DC2-014C-F43D3B878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292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C5B4-B666-35EA-7C5B-CB5555A7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which of the following Gharanas was Pandit Bhimsen Joshi associated?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50AD-0545-C0A3-3040-C4D8D31CB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45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FB13-C501-10A0-C870-77E984A3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KIRANA GARANA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BE72-67A6-2F51-F02B-08D4542E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6622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99A6-C223-FDBF-C76D-5A85064E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was the first Indian to win a Grammy Award?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33B6-53FC-3A9F-C547-06541FD2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6304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2EE7-5704-7367-3126-FA3C9C49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RAVI SHANKAR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5580-2C30-1198-69D8-A1FFFB24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C3B1-FA13-9EEF-A310-A805350B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 following musical instruments is commonly known as mouth organ? 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7661-0879-D65F-9E16-C29345C03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4738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4386-E6A6-9E1B-7B13-6DC31BFB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HARMONICA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58DD-659B-0B79-AB18-C72C5BC71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407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2286-1919-291E-320B-D43D5DEA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of the following is acclaimed as India's first female professional </a:t>
            </a:r>
            <a:r>
              <a:rPr lang="en-US" dirty="0" err="1"/>
              <a:t>tabla</a:t>
            </a:r>
            <a:r>
              <a:rPr lang="en-US" dirty="0"/>
              <a:t> player?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8148-CE7D-71BE-DF12-C9F93975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2222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AA36-3962-DBB1-0373-215345F2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ANURADHA 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EB3E-8E0B-E08A-0211-3B1BDBFA0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659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3741-E656-D093-23DF-65638CEE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558D-31DE-A6C4-7C15-1D21A8AE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906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F572-6EAC-D011-BEAB-E75BC263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1B4A-0D06-4047-CDF4-25673B51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0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407</Words>
  <Application>Microsoft Office PowerPoint</Application>
  <PresentationFormat>Widescreen</PresentationFormat>
  <Paragraphs>50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Who is credited with creating the world famous Raaga Miya ki Malhar?</vt:lpstr>
      <vt:lpstr>TANSEN</vt:lpstr>
      <vt:lpstr>The oldest form of composition of Hindustani Vocal Music is:</vt:lpstr>
      <vt:lpstr>DHRUPAD</vt:lpstr>
      <vt:lpstr>Which stringed instrument has the most number of strings?</vt:lpstr>
      <vt:lpstr>SITAR</vt:lpstr>
      <vt:lpstr> In which of the following is the theory of classical music discussed?</vt:lpstr>
      <vt:lpstr>SAMA VEDA</vt:lpstr>
      <vt:lpstr>Who of the following is referred to as the Parrot of India?</vt:lpstr>
      <vt:lpstr>AMIR KHUSRAO</vt:lpstr>
      <vt:lpstr>Who of the following composed Raga Kameshwari?</vt:lpstr>
      <vt:lpstr>PANDIT RAVI SHANKAR</vt:lpstr>
      <vt:lpstr>The lowest range of musical note is referred to as -</vt:lpstr>
      <vt:lpstr>BASS</vt:lpstr>
      <vt:lpstr>Who was the first person associated with classical music to be awarded the Bharat Ratna?</vt:lpstr>
      <vt:lpstr>M S SUBHALAKSHMI</vt:lpstr>
      <vt:lpstr>On which of the following raagas is the National Song, Vande Mataram usually sung?</vt:lpstr>
      <vt:lpstr>RAAG DESH</vt:lpstr>
      <vt:lpstr>Which institution awards the Sangeet Kalanidhi Award to a Carnatic musician every year?</vt:lpstr>
      <vt:lpstr>MUSIC ACADEMY CHENNAI</vt:lpstr>
      <vt:lpstr>Dungchen is a musical instruments associated with which of the following religions?</vt:lpstr>
      <vt:lpstr>BUDDHISM</vt:lpstr>
      <vt:lpstr>Which of the following is used mainly in the military where it is blown to indicate the daily routines of the camp?</vt:lpstr>
      <vt:lpstr>BUGLE</vt:lpstr>
      <vt:lpstr>Which of the following is usually used as a drone instrument that is to provide a constant pitch background?</vt:lpstr>
      <vt:lpstr>TANPURA</vt:lpstr>
      <vt:lpstr>Which of the following instruments has been traditionally used in Carnatic music?</vt:lpstr>
      <vt:lpstr>MRIDANGAM</vt:lpstr>
      <vt:lpstr>What name is given to the unmetered opening section of a classical singing performance?</vt:lpstr>
      <vt:lpstr>ALAAP</vt:lpstr>
      <vt:lpstr>Which of the following is an early morning raaga?</vt:lpstr>
      <vt:lpstr>Raag bhairav</vt:lpstr>
      <vt:lpstr>Who of the following is considered the founder of the Indore Gharana of Hindustani classical music?</vt:lpstr>
      <vt:lpstr>Amir khan</vt:lpstr>
      <vt:lpstr>Who of the following was the first Indian associated with classical music to be awarded the Ramon Magsaysay Award?</vt:lpstr>
      <vt:lpstr>M s subhalakshmi</vt:lpstr>
      <vt:lpstr>Who of the following composed music for the famous Bengali film Kabuliwala based on a story by Rabindranath Tagore and directed by Tapan Sinha? </vt:lpstr>
      <vt:lpstr>Ravi shankar</vt:lpstr>
      <vt:lpstr>What kind of musical instruments are mentioned as Avanaddha Vadya in the Natya Shastra?</vt:lpstr>
      <vt:lpstr>PERCUSSION INSTRUMENTS</vt:lpstr>
      <vt:lpstr>Who is the only Indian to be awarded the Grammy Lifetime Achievement Award?</vt:lpstr>
      <vt:lpstr>RAVI SHANKAR</vt:lpstr>
      <vt:lpstr>With which of the following Gharanas was Pandit Bhimsen Joshi associated?</vt:lpstr>
      <vt:lpstr>KIRANA GARANA</vt:lpstr>
      <vt:lpstr>Who was the first Indian to win a Grammy Award?</vt:lpstr>
      <vt:lpstr>RAVI SHANKAR</vt:lpstr>
      <vt:lpstr>Which of the following musical instruments is commonly known as mouth organ?  </vt:lpstr>
      <vt:lpstr>HARMONICA</vt:lpstr>
      <vt:lpstr>Who of the following is acclaimed as India's first female professional tabla player?</vt:lpstr>
      <vt:lpstr>ANURADHA PAL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kch institute</dc:creator>
  <cp:lastModifiedBy>kch institute</cp:lastModifiedBy>
  <cp:revision>2</cp:revision>
  <dcterms:created xsi:type="dcterms:W3CDTF">2025-07-29T07:57:26Z</dcterms:created>
  <dcterms:modified xsi:type="dcterms:W3CDTF">2025-07-29T08:40:54Z</dcterms:modified>
</cp:coreProperties>
</file>