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57" r:id="rId4"/>
    <p:sldId id="284" r:id="rId5"/>
    <p:sldId id="258" r:id="rId6"/>
    <p:sldId id="259" r:id="rId7"/>
    <p:sldId id="285" r:id="rId8"/>
    <p:sldId id="260" r:id="rId9"/>
    <p:sldId id="286" r:id="rId10"/>
    <p:sldId id="261" r:id="rId11"/>
    <p:sldId id="287" r:id="rId12"/>
    <p:sldId id="1030" r:id="rId13"/>
    <p:sldId id="262" r:id="rId14"/>
    <p:sldId id="263" r:id="rId15"/>
    <p:sldId id="288" r:id="rId16"/>
    <p:sldId id="264" r:id="rId17"/>
    <p:sldId id="289" r:id="rId18"/>
    <p:sldId id="265" r:id="rId19"/>
    <p:sldId id="290" r:id="rId20"/>
    <p:sldId id="1031" r:id="rId21"/>
    <p:sldId id="266" r:id="rId22"/>
    <p:sldId id="1032" r:id="rId23"/>
    <p:sldId id="267" r:id="rId24"/>
    <p:sldId id="268" r:id="rId25"/>
    <p:sldId id="291" r:id="rId26"/>
    <p:sldId id="269" r:id="rId27"/>
    <p:sldId id="292" r:id="rId28"/>
    <p:sldId id="270" r:id="rId29"/>
    <p:sldId id="293" r:id="rId30"/>
    <p:sldId id="271" r:id="rId31"/>
    <p:sldId id="294" r:id="rId32"/>
    <p:sldId id="295" r:id="rId33"/>
    <p:sldId id="272" r:id="rId34"/>
    <p:sldId id="274" r:id="rId35"/>
    <p:sldId id="296" r:id="rId36"/>
    <p:sldId id="275" r:id="rId37"/>
    <p:sldId id="297" r:id="rId38"/>
    <p:sldId id="276" r:id="rId39"/>
    <p:sldId id="298" r:id="rId40"/>
    <p:sldId id="277" r:id="rId41"/>
    <p:sldId id="299" r:id="rId42"/>
    <p:sldId id="278" r:id="rId43"/>
    <p:sldId id="300" r:id="rId44"/>
    <p:sldId id="279" r:id="rId45"/>
    <p:sldId id="301" r:id="rId46"/>
    <p:sldId id="1033" r:id="rId47"/>
    <p:sldId id="280" r:id="rId48"/>
    <p:sldId id="281" r:id="rId49"/>
    <p:sldId id="302" r:id="rId50"/>
    <p:sldId id="282" r:id="rId51"/>
    <p:sldId id="303" r:id="rId52"/>
    <p:sldId id="955" r:id="rId53"/>
    <p:sldId id="1010" r:id="rId54"/>
    <p:sldId id="957" r:id="rId55"/>
    <p:sldId id="1011" r:id="rId56"/>
    <p:sldId id="983" r:id="rId57"/>
    <p:sldId id="1012" r:id="rId58"/>
    <p:sldId id="959" r:id="rId59"/>
    <p:sldId id="1013" r:id="rId60"/>
    <p:sldId id="961" r:id="rId61"/>
    <p:sldId id="1014" r:id="rId62"/>
    <p:sldId id="963" r:id="rId63"/>
    <p:sldId id="1015" r:id="rId64"/>
    <p:sldId id="1006" r:id="rId65"/>
    <p:sldId id="1016" r:id="rId66"/>
    <p:sldId id="965" r:id="rId67"/>
    <p:sldId id="1017" r:id="rId68"/>
    <p:sldId id="985" r:id="rId69"/>
    <p:sldId id="1018" r:id="rId70"/>
    <p:sldId id="1007" r:id="rId71"/>
    <p:sldId id="1019" r:id="rId72"/>
    <p:sldId id="968" r:id="rId73"/>
    <p:sldId id="1020" r:id="rId74"/>
    <p:sldId id="1008" r:id="rId75"/>
    <p:sldId id="1021" r:id="rId76"/>
    <p:sldId id="970" r:id="rId77"/>
    <p:sldId id="1022" r:id="rId78"/>
    <p:sldId id="1009" r:id="rId79"/>
    <p:sldId id="1023" r:id="rId80"/>
    <p:sldId id="972" r:id="rId81"/>
    <p:sldId id="1024" r:id="rId82"/>
    <p:sldId id="974" r:id="rId83"/>
    <p:sldId id="1025" r:id="rId84"/>
    <p:sldId id="986" r:id="rId85"/>
    <p:sldId id="1026" r:id="rId86"/>
    <p:sldId id="1027" r:id="rId87"/>
    <p:sldId id="1029" r:id="rId8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513E99-0F4E-42AF-B649-86BFEB4344F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C0CE4E-E45D-4145-8F56-3853947F8DAF}">
      <dgm:prSet phldrT="[Text]"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137. (a) Neither of them/ (b) are going to attend/ (c) the party on 10th October./ (d) No error</a:t>
          </a:r>
          <a:endParaRPr lang="en-US" sz="2800" b="1" dirty="0">
            <a:solidFill>
              <a:schemeClr val="tx1"/>
            </a:solidFill>
          </a:endParaRPr>
        </a:p>
      </dgm:t>
    </dgm:pt>
    <dgm:pt modelId="{95A29AE2-57B0-4469-A302-6FAA1B4BF6DE}" type="parTrans" cxnId="{7195C4A2-342D-4E57-A9C3-46F174606522}">
      <dgm:prSet/>
      <dgm:spPr/>
      <dgm:t>
        <a:bodyPr/>
        <a:lstStyle/>
        <a:p>
          <a:endParaRPr lang="en-US"/>
        </a:p>
      </dgm:t>
    </dgm:pt>
    <dgm:pt modelId="{3607E8D3-1862-4542-B78B-42905171A3AE}" type="sibTrans" cxnId="{7195C4A2-342D-4E57-A9C3-46F174606522}">
      <dgm:prSet/>
      <dgm:spPr/>
      <dgm:t>
        <a:bodyPr/>
        <a:lstStyle/>
        <a:p>
          <a:endParaRPr lang="en-US"/>
        </a:p>
      </dgm:t>
    </dgm:pt>
    <dgm:pt modelId="{E95BE947-59F0-4F9B-BC45-A04D21EE13F5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138. (a) He walked five miles which are really a great distance/ (b) for a man like him who is not only old but also ill./ (d) No error</a:t>
          </a:r>
        </a:p>
      </dgm:t>
    </dgm:pt>
    <dgm:pt modelId="{A469F0F2-ADCD-4072-A9B5-92D3B5857496}" type="parTrans" cxnId="{32A956B2-CBC2-4E51-A731-E894965DD30B}">
      <dgm:prSet/>
      <dgm:spPr/>
      <dgm:t>
        <a:bodyPr/>
        <a:lstStyle/>
        <a:p>
          <a:endParaRPr lang="en-US"/>
        </a:p>
      </dgm:t>
    </dgm:pt>
    <dgm:pt modelId="{CE5C88F5-8D87-4BA4-BFCF-F601AD18E219}" type="sibTrans" cxnId="{32A956B2-CBC2-4E51-A731-E894965DD30B}">
      <dgm:prSet/>
      <dgm:spPr/>
      <dgm:t>
        <a:bodyPr/>
        <a:lstStyle/>
        <a:p>
          <a:endParaRPr lang="en-US"/>
        </a:p>
      </dgm:t>
    </dgm:pt>
    <dgm:pt modelId="{6AA0E4EB-665B-40FD-B7A7-E2C2644A141E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139. (a) Either my colleague/ (b) or a peon are coming home/ (c) with the material today./ (d) No error</a:t>
          </a:r>
        </a:p>
      </dgm:t>
    </dgm:pt>
    <dgm:pt modelId="{464BE600-A1E5-492A-8005-CD304BBE32E6}" type="parTrans" cxnId="{4788AEE7-5725-4FCC-8350-06AD094B1C57}">
      <dgm:prSet/>
      <dgm:spPr/>
      <dgm:t>
        <a:bodyPr/>
        <a:lstStyle/>
        <a:p>
          <a:endParaRPr lang="en-US"/>
        </a:p>
      </dgm:t>
    </dgm:pt>
    <dgm:pt modelId="{CA7543BA-955F-4B33-9864-110DCD66DDD3}" type="sibTrans" cxnId="{4788AEE7-5725-4FCC-8350-06AD094B1C57}">
      <dgm:prSet/>
      <dgm:spPr/>
      <dgm:t>
        <a:bodyPr/>
        <a:lstStyle/>
        <a:p>
          <a:endParaRPr lang="en-US"/>
        </a:p>
      </dgm:t>
    </dgm:pt>
    <dgm:pt modelId="{BC4AFF6E-DE2C-46F0-8201-D93814A3DBB9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140. (a) The rise and fall/ (b) of the tide are due/ (c) to lunar influence./ (d) No error</a:t>
          </a:r>
        </a:p>
      </dgm:t>
    </dgm:pt>
    <dgm:pt modelId="{422FF280-7E4C-4472-8868-E486C3B14B7C}" type="parTrans" cxnId="{2C1E097A-F159-47EE-ADE1-01706CD39207}">
      <dgm:prSet/>
      <dgm:spPr/>
      <dgm:t>
        <a:bodyPr/>
        <a:lstStyle/>
        <a:p>
          <a:endParaRPr lang="en-US"/>
        </a:p>
      </dgm:t>
    </dgm:pt>
    <dgm:pt modelId="{681F5097-93F0-4226-8DB3-BCF7005F752A}" type="sibTrans" cxnId="{2C1E097A-F159-47EE-ADE1-01706CD39207}">
      <dgm:prSet/>
      <dgm:spPr/>
      <dgm:t>
        <a:bodyPr/>
        <a:lstStyle/>
        <a:p>
          <a:endParaRPr lang="en-US"/>
        </a:p>
      </dgm:t>
    </dgm:pt>
    <dgm:pt modelId="{07E20B13-06C7-4DAA-A2EC-16A18093089F}" type="pres">
      <dgm:prSet presAssocID="{21513E99-0F4E-42AF-B649-86BFEB4344F9}" presName="linear" presStyleCnt="0">
        <dgm:presLayoutVars>
          <dgm:dir/>
          <dgm:animLvl val="lvl"/>
          <dgm:resizeHandles val="exact"/>
        </dgm:presLayoutVars>
      </dgm:prSet>
      <dgm:spPr/>
    </dgm:pt>
    <dgm:pt modelId="{9BB9210A-04C2-4AF0-A6C9-56A86DBC56CC}" type="pres">
      <dgm:prSet presAssocID="{7FC0CE4E-E45D-4145-8F56-3853947F8DAF}" presName="parentLin" presStyleCnt="0"/>
      <dgm:spPr/>
    </dgm:pt>
    <dgm:pt modelId="{38F6296B-7983-4779-99B8-10B44A9E0BFB}" type="pres">
      <dgm:prSet presAssocID="{7FC0CE4E-E45D-4145-8F56-3853947F8DAF}" presName="parentLeftMargin" presStyleLbl="node1" presStyleIdx="0" presStyleCnt="4"/>
      <dgm:spPr/>
    </dgm:pt>
    <dgm:pt modelId="{53857886-0A56-48E0-B3AA-22279AF89BBE}" type="pres">
      <dgm:prSet presAssocID="{7FC0CE4E-E45D-4145-8F56-3853947F8DA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E711339-CB19-4012-AC4C-43A395C3EA23}" type="pres">
      <dgm:prSet presAssocID="{7FC0CE4E-E45D-4145-8F56-3853947F8DAF}" presName="negativeSpace" presStyleCnt="0"/>
      <dgm:spPr/>
    </dgm:pt>
    <dgm:pt modelId="{CC9695FB-6FD6-48A0-8EA9-666CF2DD5B57}" type="pres">
      <dgm:prSet presAssocID="{7FC0CE4E-E45D-4145-8F56-3853947F8DAF}" presName="childText" presStyleLbl="conFgAcc1" presStyleIdx="0" presStyleCnt="4">
        <dgm:presLayoutVars>
          <dgm:bulletEnabled val="1"/>
        </dgm:presLayoutVars>
      </dgm:prSet>
      <dgm:spPr/>
    </dgm:pt>
    <dgm:pt modelId="{C0D32E05-8D26-4C92-BBD2-A45CA4D78CE5}" type="pres">
      <dgm:prSet presAssocID="{3607E8D3-1862-4542-B78B-42905171A3AE}" presName="spaceBetweenRectangles" presStyleCnt="0"/>
      <dgm:spPr/>
    </dgm:pt>
    <dgm:pt modelId="{4D8E9B4A-B0DC-459A-B86F-489429E0CFA1}" type="pres">
      <dgm:prSet presAssocID="{E95BE947-59F0-4F9B-BC45-A04D21EE13F5}" presName="parentLin" presStyleCnt="0"/>
      <dgm:spPr/>
    </dgm:pt>
    <dgm:pt modelId="{48CCED41-57BF-42AB-BD3F-3581AD01B414}" type="pres">
      <dgm:prSet presAssocID="{E95BE947-59F0-4F9B-BC45-A04D21EE13F5}" presName="parentLeftMargin" presStyleLbl="node1" presStyleIdx="0" presStyleCnt="4"/>
      <dgm:spPr/>
    </dgm:pt>
    <dgm:pt modelId="{15CEC52D-B6B9-4031-AE41-1EF6587D68E7}" type="pres">
      <dgm:prSet presAssocID="{E95BE947-59F0-4F9B-BC45-A04D21EE13F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1B46068-41A4-425C-8C36-526438055150}" type="pres">
      <dgm:prSet presAssocID="{E95BE947-59F0-4F9B-BC45-A04D21EE13F5}" presName="negativeSpace" presStyleCnt="0"/>
      <dgm:spPr/>
    </dgm:pt>
    <dgm:pt modelId="{BEDBB044-EB67-413D-8790-8EF2712A6817}" type="pres">
      <dgm:prSet presAssocID="{E95BE947-59F0-4F9B-BC45-A04D21EE13F5}" presName="childText" presStyleLbl="conFgAcc1" presStyleIdx="1" presStyleCnt="4">
        <dgm:presLayoutVars>
          <dgm:bulletEnabled val="1"/>
        </dgm:presLayoutVars>
      </dgm:prSet>
      <dgm:spPr/>
    </dgm:pt>
    <dgm:pt modelId="{218C7E42-999D-4384-AADD-81C44E98F594}" type="pres">
      <dgm:prSet presAssocID="{CE5C88F5-8D87-4BA4-BFCF-F601AD18E219}" presName="spaceBetweenRectangles" presStyleCnt="0"/>
      <dgm:spPr/>
    </dgm:pt>
    <dgm:pt modelId="{8E95DDB1-AD13-45A5-AB58-1692597473FE}" type="pres">
      <dgm:prSet presAssocID="{6AA0E4EB-665B-40FD-B7A7-E2C2644A141E}" presName="parentLin" presStyleCnt="0"/>
      <dgm:spPr/>
    </dgm:pt>
    <dgm:pt modelId="{72854129-68FD-413F-A4AC-327AEAC38DBF}" type="pres">
      <dgm:prSet presAssocID="{6AA0E4EB-665B-40FD-B7A7-E2C2644A141E}" presName="parentLeftMargin" presStyleLbl="node1" presStyleIdx="1" presStyleCnt="4"/>
      <dgm:spPr/>
    </dgm:pt>
    <dgm:pt modelId="{28236366-DC61-484E-B8E8-ADA1E1F5117D}" type="pres">
      <dgm:prSet presAssocID="{6AA0E4EB-665B-40FD-B7A7-E2C2644A141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DDBEEED-7F44-4728-9984-3F5D57A58254}" type="pres">
      <dgm:prSet presAssocID="{6AA0E4EB-665B-40FD-B7A7-E2C2644A141E}" presName="negativeSpace" presStyleCnt="0"/>
      <dgm:spPr/>
    </dgm:pt>
    <dgm:pt modelId="{02005120-7F64-476E-B85F-D2C07ABD1D2F}" type="pres">
      <dgm:prSet presAssocID="{6AA0E4EB-665B-40FD-B7A7-E2C2644A141E}" presName="childText" presStyleLbl="conFgAcc1" presStyleIdx="2" presStyleCnt="4">
        <dgm:presLayoutVars>
          <dgm:bulletEnabled val="1"/>
        </dgm:presLayoutVars>
      </dgm:prSet>
      <dgm:spPr/>
    </dgm:pt>
    <dgm:pt modelId="{7F9AE29E-9AE6-4CAE-97C2-F1C5015E6A5A}" type="pres">
      <dgm:prSet presAssocID="{CA7543BA-955F-4B33-9864-110DCD66DDD3}" presName="spaceBetweenRectangles" presStyleCnt="0"/>
      <dgm:spPr/>
    </dgm:pt>
    <dgm:pt modelId="{BD85A2E2-4E93-4125-814A-C4CA1F045764}" type="pres">
      <dgm:prSet presAssocID="{BC4AFF6E-DE2C-46F0-8201-D93814A3DBB9}" presName="parentLin" presStyleCnt="0"/>
      <dgm:spPr/>
    </dgm:pt>
    <dgm:pt modelId="{4BF94CE8-0468-4BAF-BE48-8884DF2EE220}" type="pres">
      <dgm:prSet presAssocID="{BC4AFF6E-DE2C-46F0-8201-D93814A3DBB9}" presName="parentLeftMargin" presStyleLbl="node1" presStyleIdx="2" presStyleCnt="4"/>
      <dgm:spPr/>
    </dgm:pt>
    <dgm:pt modelId="{FF6982C1-6A79-4C94-9905-3EB5BCCA6742}" type="pres">
      <dgm:prSet presAssocID="{BC4AFF6E-DE2C-46F0-8201-D93814A3DBB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E50BCB9-9872-479C-9C51-DFB2A1CFEE3F}" type="pres">
      <dgm:prSet presAssocID="{BC4AFF6E-DE2C-46F0-8201-D93814A3DBB9}" presName="negativeSpace" presStyleCnt="0"/>
      <dgm:spPr/>
    </dgm:pt>
    <dgm:pt modelId="{98A41EF5-3AFB-4AD4-9040-6344315F9A86}" type="pres">
      <dgm:prSet presAssocID="{BC4AFF6E-DE2C-46F0-8201-D93814A3DBB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E647501-6616-49EF-A1EB-F07F8F44F3D0}" type="presOf" srcId="{BC4AFF6E-DE2C-46F0-8201-D93814A3DBB9}" destId="{FF6982C1-6A79-4C94-9905-3EB5BCCA6742}" srcOrd="1" destOrd="0" presId="urn:microsoft.com/office/officeart/2005/8/layout/list1"/>
    <dgm:cxn modelId="{024EF01B-799E-490E-92CB-BC656C5217B5}" type="presOf" srcId="{7FC0CE4E-E45D-4145-8F56-3853947F8DAF}" destId="{38F6296B-7983-4779-99B8-10B44A9E0BFB}" srcOrd="0" destOrd="0" presId="urn:microsoft.com/office/officeart/2005/8/layout/list1"/>
    <dgm:cxn modelId="{2A7BD64E-475A-46FF-916B-A463941342C9}" type="presOf" srcId="{6AA0E4EB-665B-40FD-B7A7-E2C2644A141E}" destId="{28236366-DC61-484E-B8E8-ADA1E1F5117D}" srcOrd="1" destOrd="0" presId="urn:microsoft.com/office/officeart/2005/8/layout/list1"/>
    <dgm:cxn modelId="{7AA1BC55-D919-4C42-A8F8-4B7988F97308}" type="presOf" srcId="{21513E99-0F4E-42AF-B649-86BFEB4344F9}" destId="{07E20B13-06C7-4DAA-A2EC-16A18093089F}" srcOrd="0" destOrd="0" presId="urn:microsoft.com/office/officeart/2005/8/layout/list1"/>
    <dgm:cxn modelId="{C00BD777-50C1-49EE-B944-22102CE41D50}" type="presOf" srcId="{BC4AFF6E-DE2C-46F0-8201-D93814A3DBB9}" destId="{4BF94CE8-0468-4BAF-BE48-8884DF2EE220}" srcOrd="0" destOrd="0" presId="urn:microsoft.com/office/officeart/2005/8/layout/list1"/>
    <dgm:cxn modelId="{2C1E097A-F159-47EE-ADE1-01706CD39207}" srcId="{21513E99-0F4E-42AF-B649-86BFEB4344F9}" destId="{BC4AFF6E-DE2C-46F0-8201-D93814A3DBB9}" srcOrd="3" destOrd="0" parTransId="{422FF280-7E4C-4472-8868-E486C3B14B7C}" sibTransId="{681F5097-93F0-4226-8DB3-BCF7005F752A}"/>
    <dgm:cxn modelId="{0363D682-B923-4307-BA4E-F4EDB08E5346}" type="presOf" srcId="{6AA0E4EB-665B-40FD-B7A7-E2C2644A141E}" destId="{72854129-68FD-413F-A4AC-327AEAC38DBF}" srcOrd="0" destOrd="0" presId="urn:microsoft.com/office/officeart/2005/8/layout/list1"/>
    <dgm:cxn modelId="{C4B1E59C-E1CB-41DE-B2A4-65501DFFD351}" type="presOf" srcId="{E95BE947-59F0-4F9B-BC45-A04D21EE13F5}" destId="{15CEC52D-B6B9-4031-AE41-1EF6587D68E7}" srcOrd="1" destOrd="0" presId="urn:microsoft.com/office/officeart/2005/8/layout/list1"/>
    <dgm:cxn modelId="{7195C4A2-342D-4E57-A9C3-46F174606522}" srcId="{21513E99-0F4E-42AF-B649-86BFEB4344F9}" destId="{7FC0CE4E-E45D-4145-8F56-3853947F8DAF}" srcOrd="0" destOrd="0" parTransId="{95A29AE2-57B0-4469-A302-6FAA1B4BF6DE}" sibTransId="{3607E8D3-1862-4542-B78B-42905171A3AE}"/>
    <dgm:cxn modelId="{EF971EA3-0C3F-450B-8408-20B1D944EE86}" type="presOf" srcId="{7FC0CE4E-E45D-4145-8F56-3853947F8DAF}" destId="{53857886-0A56-48E0-B3AA-22279AF89BBE}" srcOrd="1" destOrd="0" presId="urn:microsoft.com/office/officeart/2005/8/layout/list1"/>
    <dgm:cxn modelId="{32A956B2-CBC2-4E51-A731-E894965DD30B}" srcId="{21513E99-0F4E-42AF-B649-86BFEB4344F9}" destId="{E95BE947-59F0-4F9B-BC45-A04D21EE13F5}" srcOrd="1" destOrd="0" parTransId="{A469F0F2-ADCD-4072-A9B5-92D3B5857496}" sibTransId="{CE5C88F5-8D87-4BA4-BFCF-F601AD18E219}"/>
    <dgm:cxn modelId="{4788AEE7-5725-4FCC-8350-06AD094B1C57}" srcId="{21513E99-0F4E-42AF-B649-86BFEB4344F9}" destId="{6AA0E4EB-665B-40FD-B7A7-E2C2644A141E}" srcOrd="2" destOrd="0" parTransId="{464BE600-A1E5-492A-8005-CD304BBE32E6}" sibTransId="{CA7543BA-955F-4B33-9864-110DCD66DDD3}"/>
    <dgm:cxn modelId="{A08EB8EC-05B0-4DBB-BF3B-7B56B34E7224}" type="presOf" srcId="{E95BE947-59F0-4F9B-BC45-A04D21EE13F5}" destId="{48CCED41-57BF-42AB-BD3F-3581AD01B414}" srcOrd="0" destOrd="0" presId="urn:microsoft.com/office/officeart/2005/8/layout/list1"/>
    <dgm:cxn modelId="{C687BD7F-8515-43FB-BB80-59E54E548715}" type="presParOf" srcId="{07E20B13-06C7-4DAA-A2EC-16A18093089F}" destId="{9BB9210A-04C2-4AF0-A6C9-56A86DBC56CC}" srcOrd="0" destOrd="0" presId="urn:microsoft.com/office/officeart/2005/8/layout/list1"/>
    <dgm:cxn modelId="{E4BF0F0D-F044-4371-A098-F03F95722C73}" type="presParOf" srcId="{9BB9210A-04C2-4AF0-A6C9-56A86DBC56CC}" destId="{38F6296B-7983-4779-99B8-10B44A9E0BFB}" srcOrd="0" destOrd="0" presId="urn:microsoft.com/office/officeart/2005/8/layout/list1"/>
    <dgm:cxn modelId="{64095FA0-C5D8-4C4A-9AA8-83127C78A0D4}" type="presParOf" srcId="{9BB9210A-04C2-4AF0-A6C9-56A86DBC56CC}" destId="{53857886-0A56-48E0-B3AA-22279AF89BBE}" srcOrd="1" destOrd="0" presId="urn:microsoft.com/office/officeart/2005/8/layout/list1"/>
    <dgm:cxn modelId="{6A337F48-755F-42B4-9BA8-6C16FC400B53}" type="presParOf" srcId="{07E20B13-06C7-4DAA-A2EC-16A18093089F}" destId="{9E711339-CB19-4012-AC4C-43A395C3EA23}" srcOrd="1" destOrd="0" presId="urn:microsoft.com/office/officeart/2005/8/layout/list1"/>
    <dgm:cxn modelId="{AD4815B8-24D9-4D95-9CF2-61E8503425C1}" type="presParOf" srcId="{07E20B13-06C7-4DAA-A2EC-16A18093089F}" destId="{CC9695FB-6FD6-48A0-8EA9-666CF2DD5B57}" srcOrd="2" destOrd="0" presId="urn:microsoft.com/office/officeart/2005/8/layout/list1"/>
    <dgm:cxn modelId="{28531124-049B-43E4-BA03-FBBAAAF9C79F}" type="presParOf" srcId="{07E20B13-06C7-4DAA-A2EC-16A18093089F}" destId="{C0D32E05-8D26-4C92-BBD2-A45CA4D78CE5}" srcOrd="3" destOrd="0" presId="urn:microsoft.com/office/officeart/2005/8/layout/list1"/>
    <dgm:cxn modelId="{62FC0630-79E4-4C9D-AB24-44FA5EB8EF1C}" type="presParOf" srcId="{07E20B13-06C7-4DAA-A2EC-16A18093089F}" destId="{4D8E9B4A-B0DC-459A-B86F-489429E0CFA1}" srcOrd="4" destOrd="0" presId="urn:microsoft.com/office/officeart/2005/8/layout/list1"/>
    <dgm:cxn modelId="{2DE3A5B9-8B74-40B0-86F1-A91DC0F3E9D2}" type="presParOf" srcId="{4D8E9B4A-B0DC-459A-B86F-489429E0CFA1}" destId="{48CCED41-57BF-42AB-BD3F-3581AD01B414}" srcOrd="0" destOrd="0" presId="urn:microsoft.com/office/officeart/2005/8/layout/list1"/>
    <dgm:cxn modelId="{D886811C-C578-4750-81DF-2AA746EE6C68}" type="presParOf" srcId="{4D8E9B4A-B0DC-459A-B86F-489429E0CFA1}" destId="{15CEC52D-B6B9-4031-AE41-1EF6587D68E7}" srcOrd="1" destOrd="0" presId="urn:microsoft.com/office/officeart/2005/8/layout/list1"/>
    <dgm:cxn modelId="{271D398A-97BF-4BFE-AB3F-EF403DB4E889}" type="presParOf" srcId="{07E20B13-06C7-4DAA-A2EC-16A18093089F}" destId="{91B46068-41A4-425C-8C36-526438055150}" srcOrd="5" destOrd="0" presId="urn:microsoft.com/office/officeart/2005/8/layout/list1"/>
    <dgm:cxn modelId="{F59BAECD-1BF1-49A0-B3C5-0BF925C3D7F3}" type="presParOf" srcId="{07E20B13-06C7-4DAA-A2EC-16A18093089F}" destId="{BEDBB044-EB67-413D-8790-8EF2712A6817}" srcOrd="6" destOrd="0" presId="urn:microsoft.com/office/officeart/2005/8/layout/list1"/>
    <dgm:cxn modelId="{D21D8D27-220E-4113-B8C5-0B4B610DDCEA}" type="presParOf" srcId="{07E20B13-06C7-4DAA-A2EC-16A18093089F}" destId="{218C7E42-999D-4384-AADD-81C44E98F594}" srcOrd="7" destOrd="0" presId="urn:microsoft.com/office/officeart/2005/8/layout/list1"/>
    <dgm:cxn modelId="{16E8F9D5-A1CF-4E04-99AF-B88CDC7C8BCC}" type="presParOf" srcId="{07E20B13-06C7-4DAA-A2EC-16A18093089F}" destId="{8E95DDB1-AD13-45A5-AB58-1692597473FE}" srcOrd="8" destOrd="0" presId="urn:microsoft.com/office/officeart/2005/8/layout/list1"/>
    <dgm:cxn modelId="{07D678EE-A002-4630-987A-5D29DFDC5F7E}" type="presParOf" srcId="{8E95DDB1-AD13-45A5-AB58-1692597473FE}" destId="{72854129-68FD-413F-A4AC-327AEAC38DBF}" srcOrd="0" destOrd="0" presId="urn:microsoft.com/office/officeart/2005/8/layout/list1"/>
    <dgm:cxn modelId="{7BBC8A9F-B1FB-417E-BE30-544925693B72}" type="presParOf" srcId="{8E95DDB1-AD13-45A5-AB58-1692597473FE}" destId="{28236366-DC61-484E-B8E8-ADA1E1F5117D}" srcOrd="1" destOrd="0" presId="urn:microsoft.com/office/officeart/2005/8/layout/list1"/>
    <dgm:cxn modelId="{F7057191-CCB9-4F2D-B6AD-A0CE2C2E9FEB}" type="presParOf" srcId="{07E20B13-06C7-4DAA-A2EC-16A18093089F}" destId="{5DDBEEED-7F44-4728-9984-3F5D57A58254}" srcOrd="9" destOrd="0" presId="urn:microsoft.com/office/officeart/2005/8/layout/list1"/>
    <dgm:cxn modelId="{08E7EE43-0F4A-43B4-BE9B-2C63B4E39A8E}" type="presParOf" srcId="{07E20B13-06C7-4DAA-A2EC-16A18093089F}" destId="{02005120-7F64-476E-B85F-D2C07ABD1D2F}" srcOrd="10" destOrd="0" presId="urn:microsoft.com/office/officeart/2005/8/layout/list1"/>
    <dgm:cxn modelId="{762E9CC1-F008-4EB5-9E0E-979708477EA3}" type="presParOf" srcId="{07E20B13-06C7-4DAA-A2EC-16A18093089F}" destId="{7F9AE29E-9AE6-4CAE-97C2-F1C5015E6A5A}" srcOrd="11" destOrd="0" presId="urn:microsoft.com/office/officeart/2005/8/layout/list1"/>
    <dgm:cxn modelId="{67A3642A-0EE8-4747-97F5-5C5E7F3D8EB6}" type="presParOf" srcId="{07E20B13-06C7-4DAA-A2EC-16A18093089F}" destId="{BD85A2E2-4E93-4125-814A-C4CA1F045764}" srcOrd="12" destOrd="0" presId="urn:microsoft.com/office/officeart/2005/8/layout/list1"/>
    <dgm:cxn modelId="{43EFB98F-C06F-4FF2-A5C1-450559F59669}" type="presParOf" srcId="{BD85A2E2-4E93-4125-814A-C4CA1F045764}" destId="{4BF94CE8-0468-4BAF-BE48-8884DF2EE220}" srcOrd="0" destOrd="0" presId="urn:microsoft.com/office/officeart/2005/8/layout/list1"/>
    <dgm:cxn modelId="{5F13B230-8DC2-4564-A672-C4A438FAF043}" type="presParOf" srcId="{BD85A2E2-4E93-4125-814A-C4CA1F045764}" destId="{FF6982C1-6A79-4C94-9905-3EB5BCCA6742}" srcOrd="1" destOrd="0" presId="urn:microsoft.com/office/officeart/2005/8/layout/list1"/>
    <dgm:cxn modelId="{E4CA6FD4-02D0-4EB2-AD56-C93CE787D236}" type="presParOf" srcId="{07E20B13-06C7-4DAA-A2EC-16A18093089F}" destId="{4E50BCB9-9872-479C-9C51-DFB2A1CFEE3F}" srcOrd="13" destOrd="0" presId="urn:microsoft.com/office/officeart/2005/8/layout/list1"/>
    <dgm:cxn modelId="{84FA6630-B2D2-411B-B121-906816D13B65}" type="presParOf" srcId="{07E20B13-06C7-4DAA-A2EC-16A18093089F}" destId="{98A41EF5-3AFB-4AD4-9040-6344315F9A86}" srcOrd="14" destOrd="0" presId="urn:microsoft.com/office/officeart/2005/8/layout/list1"/>
  </dgm:cxnLst>
  <dgm:bg>
    <a:solidFill>
      <a:schemeClr val="tx2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513E99-0F4E-42AF-B649-86BFEB4344F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C0CE4E-E45D-4145-8F56-3853947F8DAF}">
      <dgm:prSet phldrT="[Text]"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 (a) </a:t>
          </a:r>
          <a:r>
            <a:rPr lang="en-IN" sz="2800" b="1" dirty="0">
              <a:solidFill>
                <a:srgbClr val="C00000"/>
              </a:solidFill>
            </a:rPr>
            <a:t>Neither</a:t>
          </a:r>
          <a:r>
            <a:rPr lang="en-IN" sz="2800" b="0" dirty="0">
              <a:solidFill>
                <a:schemeClr val="tx1"/>
              </a:solidFill>
            </a:rPr>
            <a:t> </a:t>
          </a:r>
          <a:r>
            <a:rPr lang="en-IN" sz="2800" b="1" dirty="0">
              <a:solidFill>
                <a:schemeClr val="tx1"/>
              </a:solidFill>
            </a:rPr>
            <a:t>of them/ (b) </a:t>
          </a:r>
          <a:r>
            <a:rPr lang="en-IN" sz="2800" b="1" strike="sngStrike" dirty="0">
              <a:solidFill>
                <a:srgbClr val="C00000"/>
              </a:solidFill>
            </a:rPr>
            <a:t>are</a:t>
          </a:r>
          <a:r>
            <a:rPr lang="en-IN" sz="2800" b="1" dirty="0">
              <a:solidFill>
                <a:srgbClr val="C00000"/>
              </a:solidFill>
            </a:rPr>
            <a:t> is  </a:t>
          </a:r>
          <a:r>
            <a:rPr lang="en-IN" sz="2800" b="1" dirty="0">
              <a:solidFill>
                <a:schemeClr val="tx1"/>
              </a:solidFill>
            </a:rPr>
            <a:t>going to attend/ (c) the party on 10th October./ (d) No error</a:t>
          </a:r>
          <a:endParaRPr lang="en-US" sz="2800" b="1" dirty="0">
            <a:solidFill>
              <a:schemeClr val="tx1"/>
            </a:solidFill>
          </a:endParaRPr>
        </a:p>
      </dgm:t>
    </dgm:pt>
    <dgm:pt modelId="{95A29AE2-57B0-4469-A302-6FAA1B4BF6DE}" type="parTrans" cxnId="{7195C4A2-342D-4E57-A9C3-46F174606522}">
      <dgm:prSet/>
      <dgm:spPr/>
      <dgm:t>
        <a:bodyPr/>
        <a:lstStyle/>
        <a:p>
          <a:endParaRPr lang="en-US"/>
        </a:p>
      </dgm:t>
    </dgm:pt>
    <dgm:pt modelId="{3607E8D3-1862-4542-B78B-42905171A3AE}" type="sibTrans" cxnId="{7195C4A2-342D-4E57-A9C3-46F174606522}">
      <dgm:prSet/>
      <dgm:spPr/>
      <dgm:t>
        <a:bodyPr/>
        <a:lstStyle/>
        <a:p>
          <a:endParaRPr lang="en-US"/>
        </a:p>
      </dgm:t>
    </dgm:pt>
    <dgm:pt modelId="{E95BE947-59F0-4F9B-BC45-A04D21EE13F5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 (a) He walked </a:t>
          </a:r>
          <a:r>
            <a:rPr lang="en-IN" sz="2800" b="1" dirty="0">
              <a:solidFill>
                <a:srgbClr val="C00000"/>
              </a:solidFill>
            </a:rPr>
            <a:t>five miles </a:t>
          </a:r>
          <a:r>
            <a:rPr lang="en-IN" sz="2800" b="1" dirty="0">
              <a:solidFill>
                <a:schemeClr val="tx1"/>
              </a:solidFill>
            </a:rPr>
            <a:t>which </a:t>
          </a:r>
          <a:r>
            <a:rPr lang="en-IN" sz="2800" b="1" dirty="0">
              <a:solidFill>
                <a:srgbClr val="C00000"/>
              </a:solidFill>
            </a:rPr>
            <a:t>is </a:t>
          </a:r>
          <a:r>
            <a:rPr lang="en-IN" sz="2800" b="1" strike="sngStrike" dirty="0">
              <a:solidFill>
                <a:srgbClr val="C00000"/>
              </a:solidFill>
            </a:rPr>
            <a:t>are</a:t>
          </a:r>
          <a:r>
            <a:rPr lang="en-IN" sz="2800" b="1" dirty="0">
              <a:solidFill>
                <a:srgbClr val="C00000"/>
              </a:solidFill>
            </a:rPr>
            <a:t> </a:t>
          </a:r>
          <a:r>
            <a:rPr lang="en-IN" sz="2800" b="1" dirty="0">
              <a:solidFill>
                <a:schemeClr val="tx1"/>
              </a:solidFill>
            </a:rPr>
            <a:t>really a great distance/ (b) for a man like him who is not only old but also ill./ (d) No error </a:t>
          </a:r>
          <a:r>
            <a:rPr lang="en-IN" sz="1800" b="1" dirty="0">
              <a:solidFill>
                <a:srgbClr val="C00000"/>
              </a:solidFill>
            </a:rPr>
            <a:t>(unit of measurement)</a:t>
          </a:r>
          <a:endParaRPr lang="en-IN" sz="2800" b="1" dirty="0">
            <a:solidFill>
              <a:srgbClr val="C00000"/>
            </a:solidFill>
          </a:endParaRPr>
        </a:p>
      </dgm:t>
    </dgm:pt>
    <dgm:pt modelId="{A469F0F2-ADCD-4072-A9B5-92D3B5857496}" type="parTrans" cxnId="{32A956B2-CBC2-4E51-A731-E894965DD30B}">
      <dgm:prSet/>
      <dgm:spPr/>
      <dgm:t>
        <a:bodyPr/>
        <a:lstStyle/>
        <a:p>
          <a:endParaRPr lang="en-US"/>
        </a:p>
      </dgm:t>
    </dgm:pt>
    <dgm:pt modelId="{CE5C88F5-8D87-4BA4-BFCF-F601AD18E219}" type="sibTrans" cxnId="{32A956B2-CBC2-4E51-A731-E894965DD30B}">
      <dgm:prSet/>
      <dgm:spPr/>
      <dgm:t>
        <a:bodyPr/>
        <a:lstStyle/>
        <a:p>
          <a:endParaRPr lang="en-US"/>
        </a:p>
      </dgm:t>
    </dgm:pt>
    <dgm:pt modelId="{6AA0E4EB-665B-40FD-B7A7-E2C2644A141E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 (a) Either my colleague/ (b) </a:t>
          </a:r>
          <a:r>
            <a:rPr lang="en-IN" sz="2800" b="1" dirty="0">
              <a:solidFill>
                <a:srgbClr val="002060"/>
              </a:solidFill>
            </a:rPr>
            <a:t>or</a:t>
          </a:r>
          <a:r>
            <a:rPr lang="en-IN" sz="2800" b="1" dirty="0">
              <a:solidFill>
                <a:schemeClr val="tx1"/>
              </a:solidFill>
            </a:rPr>
            <a:t> a </a:t>
          </a:r>
          <a:r>
            <a:rPr lang="en-IN" sz="2800" b="1" dirty="0">
              <a:solidFill>
                <a:srgbClr val="C00000"/>
              </a:solidFill>
            </a:rPr>
            <a:t>peon </a:t>
          </a:r>
          <a:r>
            <a:rPr lang="en-IN" sz="2800" b="1" strike="sngStrike" dirty="0">
              <a:solidFill>
                <a:srgbClr val="C00000"/>
              </a:solidFill>
            </a:rPr>
            <a:t>are</a:t>
          </a:r>
          <a:r>
            <a:rPr lang="en-IN" sz="2800" b="1" dirty="0">
              <a:solidFill>
                <a:srgbClr val="C00000"/>
              </a:solidFill>
            </a:rPr>
            <a:t> is </a:t>
          </a:r>
          <a:r>
            <a:rPr lang="en-IN" sz="2800" b="1" dirty="0">
              <a:solidFill>
                <a:schemeClr val="tx1"/>
              </a:solidFill>
            </a:rPr>
            <a:t>coming home/ (c) with the material today./ (d) No error (either…or )</a:t>
          </a:r>
        </a:p>
      </dgm:t>
    </dgm:pt>
    <dgm:pt modelId="{464BE600-A1E5-492A-8005-CD304BBE32E6}" type="parTrans" cxnId="{4788AEE7-5725-4FCC-8350-06AD094B1C57}">
      <dgm:prSet/>
      <dgm:spPr/>
      <dgm:t>
        <a:bodyPr/>
        <a:lstStyle/>
        <a:p>
          <a:endParaRPr lang="en-US"/>
        </a:p>
      </dgm:t>
    </dgm:pt>
    <dgm:pt modelId="{CA7543BA-955F-4B33-9864-110DCD66DDD3}" type="sibTrans" cxnId="{4788AEE7-5725-4FCC-8350-06AD094B1C57}">
      <dgm:prSet/>
      <dgm:spPr/>
      <dgm:t>
        <a:bodyPr/>
        <a:lstStyle/>
        <a:p>
          <a:endParaRPr lang="en-US"/>
        </a:p>
      </dgm:t>
    </dgm:pt>
    <dgm:pt modelId="{BC4AFF6E-DE2C-46F0-8201-D93814A3DBB9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 (a) </a:t>
          </a:r>
          <a:r>
            <a:rPr lang="en-IN" sz="2800" b="1" dirty="0">
              <a:solidFill>
                <a:srgbClr val="C00000"/>
              </a:solidFill>
            </a:rPr>
            <a:t>The rise and fall</a:t>
          </a:r>
          <a:r>
            <a:rPr lang="en-IN" sz="2800" b="1" dirty="0">
              <a:solidFill>
                <a:schemeClr val="tx1"/>
              </a:solidFill>
            </a:rPr>
            <a:t>/ (b) of the tide </a:t>
          </a:r>
          <a:r>
            <a:rPr lang="en-IN" sz="2800" b="1" strike="sngStrike" dirty="0">
              <a:solidFill>
                <a:srgbClr val="C00000"/>
              </a:solidFill>
            </a:rPr>
            <a:t>are </a:t>
          </a:r>
          <a:r>
            <a:rPr lang="en-IN" sz="2800" b="1" strike="noStrike" dirty="0">
              <a:solidFill>
                <a:srgbClr val="C00000"/>
              </a:solidFill>
            </a:rPr>
            <a:t> is </a:t>
          </a:r>
          <a:r>
            <a:rPr lang="en-IN" sz="2800" b="1" dirty="0">
              <a:solidFill>
                <a:schemeClr val="tx1"/>
              </a:solidFill>
            </a:rPr>
            <a:t>due/ (c) to lunar influence./ (d) No error </a:t>
          </a:r>
          <a:r>
            <a:rPr lang="en-IN" sz="1600" b="1" dirty="0">
              <a:solidFill>
                <a:srgbClr val="C00000"/>
              </a:solidFill>
            </a:rPr>
            <a:t>(singleness of meaning)</a:t>
          </a:r>
          <a:endParaRPr lang="en-IN" sz="2800" b="1" dirty="0">
            <a:solidFill>
              <a:srgbClr val="C00000"/>
            </a:solidFill>
          </a:endParaRPr>
        </a:p>
      </dgm:t>
    </dgm:pt>
    <dgm:pt modelId="{422FF280-7E4C-4472-8868-E486C3B14B7C}" type="parTrans" cxnId="{2C1E097A-F159-47EE-ADE1-01706CD39207}">
      <dgm:prSet/>
      <dgm:spPr/>
      <dgm:t>
        <a:bodyPr/>
        <a:lstStyle/>
        <a:p>
          <a:endParaRPr lang="en-US"/>
        </a:p>
      </dgm:t>
    </dgm:pt>
    <dgm:pt modelId="{681F5097-93F0-4226-8DB3-BCF7005F752A}" type="sibTrans" cxnId="{2C1E097A-F159-47EE-ADE1-01706CD39207}">
      <dgm:prSet/>
      <dgm:spPr/>
      <dgm:t>
        <a:bodyPr/>
        <a:lstStyle/>
        <a:p>
          <a:endParaRPr lang="en-US"/>
        </a:p>
      </dgm:t>
    </dgm:pt>
    <dgm:pt modelId="{07E20B13-06C7-4DAA-A2EC-16A18093089F}" type="pres">
      <dgm:prSet presAssocID="{21513E99-0F4E-42AF-B649-86BFEB4344F9}" presName="linear" presStyleCnt="0">
        <dgm:presLayoutVars>
          <dgm:dir/>
          <dgm:animLvl val="lvl"/>
          <dgm:resizeHandles val="exact"/>
        </dgm:presLayoutVars>
      </dgm:prSet>
      <dgm:spPr/>
    </dgm:pt>
    <dgm:pt modelId="{9BB9210A-04C2-4AF0-A6C9-56A86DBC56CC}" type="pres">
      <dgm:prSet presAssocID="{7FC0CE4E-E45D-4145-8F56-3853947F8DAF}" presName="parentLin" presStyleCnt="0"/>
      <dgm:spPr/>
    </dgm:pt>
    <dgm:pt modelId="{38F6296B-7983-4779-99B8-10B44A9E0BFB}" type="pres">
      <dgm:prSet presAssocID="{7FC0CE4E-E45D-4145-8F56-3853947F8DAF}" presName="parentLeftMargin" presStyleLbl="node1" presStyleIdx="0" presStyleCnt="4"/>
      <dgm:spPr/>
    </dgm:pt>
    <dgm:pt modelId="{53857886-0A56-48E0-B3AA-22279AF89BBE}" type="pres">
      <dgm:prSet presAssocID="{7FC0CE4E-E45D-4145-8F56-3853947F8DA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E711339-CB19-4012-AC4C-43A395C3EA23}" type="pres">
      <dgm:prSet presAssocID="{7FC0CE4E-E45D-4145-8F56-3853947F8DAF}" presName="negativeSpace" presStyleCnt="0"/>
      <dgm:spPr/>
    </dgm:pt>
    <dgm:pt modelId="{CC9695FB-6FD6-48A0-8EA9-666CF2DD5B57}" type="pres">
      <dgm:prSet presAssocID="{7FC0CE4E-E45D-4145-8F56-3853947F8DAF}" presName="childText" presStyleLbl="conFgAcc1" presStyleIdx="0" presStyleCnt="4">
        <dgm:presLayoutVars>
          <dgm:bulletEnabled val="1"/>
        </dgm:presLayoutVars>
      </dgm:prSet>
      <dgm:spPr/>
    </dgm:pt>
    <dgm:pt modelId="{C0D32E05-8D26-4C92-BBD2-A45CA4D78CE5}" type="pres">
      <dgm:prSet presAssocID="{3607E8D3-1862-4542-B78B-42905171A3AE}" presName="spaceBetweenRectangles" presStyleCnt="0"/>
      <dgm:spPr/>
    </dgm:pt>
    <dgm:pt modelId="{4D8E9B4A-B0DC-459A-B86F-489429E0CFA1}" type="pres">
      <dgm:prSet presAssocID="{E95BE947-59F0-4F9B-BC45-A04D21EE13F5}" presName="parentLin" presStyleCnt="0"/>
      <dgm:spPr/>
    </dgm:pt>
    <dgm:pt modelId="{48CCED41-57BF-42AB-BD3F-3581AD01B414}" type="pres">
      <dgm:prSet presAssocID="{E95BE947-59F0-4F9B-BC45-A04D21EE13F5}" presName="parentLeftMargin" presStyleLbl="node1" presStyleIdx="0" presStyleCnt="4"/>
      <dgm:spPr/>
    </dgm:pt>
    <dgm:pt modelId="{15CEC52D-B6B9-4031-AE41-1EF6587D68E7}" type="pres">
      <dgm:prSet presAssocID="{E95BE947-59F0-4F9B-BC45-A04D21EE13F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1B46068-41A4-425C-8C36-526438055150}" type="pres">
      <dgm:prSet presAssocID="{E95BE947-59F0-4F9B-BC45-A04D21EE13F5}" presName="negativeSpace" presStyleCnt="0"/>
      <dgm:spPr/>
    </dgm:pt>
    <dgm:pt modelId="{BEDBB044-EB67-413D-8790-8EF2712A6817}" type="pres">
      <dgm:prSet presAssocID="{E95BE947-59F0-4F9B-BC45-A04D21EE13F5}" presName="childText" presStyleLbl="conFgAcc1" presStyleIdx="1" presStyleCnt="4">
        <dgm:presLayoutVars>
          <dgm:bulletEnabled val="1"/>
        </dgm:presLayoutVars>
      </dgm:prSet>
      <dgm:spPr/>
    </dgm:pt>
    <dgm:pt modelId="{218C7E42-999D-4384-AADD-81C44E98F594}" type="pres">
      <dgm:prSet presAssocID="{CE5C88F5-8D87-4BA4-BFCF-F601AD18E219}" presName="spaceBetweenRectangles" presStyleCnt="0"/>
      <dgm:spPr/>
    </dgm:pt>
    <dgm:pt modelId="{8E95DDB1-AD13-45A5-AB58-1692597473FE}" type="pres">
      <dgm:prSet presAssocID="{6AA0E4EB-665B-40FD-B7A7-E2C2644A141E}" presName="parentLin" presStyleCnt="0"/>
      <dgm:spPr/>
    </dgm:pt>
    <dgm:pt modelId="{72854129-68FD-413F-A4AC-327AEAC38DBF}" type="pres">
      <dgm:prSet presAssocID="{6AA0E4EB-665B-40FD-B7A7-E2C2644A141E}" presName="parentLeftMargin" presStyleLbl="node1" presStyleIdx="1" presStyleCnt="4"/>
      <dgm:spPr/>
    </dgm:pt>
    <dgm:pt modelId="{28236366-DC61-484E-B8E8-ADA1E1F5117D}" type="pres">
      <dgm:prSet presAssocID="{6AA0E4EB-665B-40FD-B7A7-E2C2644A141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DDBEEED-7F44-4728-9984-3F5D57A58254}" type="pres">
      <dgm:prSet presAssocID="{6AA0E4EB-665B-40FD-B7A7-E2C2644A141E}" presName="negativeSpace" presStyleCnt="0"/>
      <dgm:spPr/>
    </dgm:pt>
    <dgm:pt modelId="{02005120-7F64-476E-B85F-D2C07ABD1D2F}" type="pres">
      <dgm:prSet presAssocID="{6AA0E4EB-665B-40FD-B7A7-E2C2644A141E}" presName="childText" presStyleLbl="conFgAcc1" presStyleIdx="2" presStyleCnt="4">
        <dgm:presLayoutVars>
          <dgm:bulletEnabled val="1"/>
        </dgm:presLayoutVars>
      </dgm:prSet>
      <dgm:spPr/>
    </dgm:pt>
    <dgm:pt modelId="{7F9AE29E-9AE6-4CAE-97C2-F1C5015E6A5A}" type="pres">
      <dgm:prSet presAssocID="{CA7543BA-955F-4B33-9864-110DCD66DDD3}" presName="spaceBetweenRectangles" presStyleCnt="0"/>
      <dgm:spPr/>
    </dgm:pt>
    <dgm:pt modelId="{BD85A2E2-4E93-4125-814A-C4CA1F045764}" type="pres">
      <dgm:prSet presAssocID="{BC4AFF6E-DE2C-46F0-8201-D93814A3DBB9}" presName="parentLin" presStyleCnt="0"/>
      <dgm:spPr/>
    </dgm:pt>
    <dgm:pt modelId="{4BF94CE8-0468-4BAF-BE48-8884DF2EE220}" type="pres">
      <dgm:prSet presAssocID="{BC4AFF6E-DE2C-46F0-8201-D93814A3DBB9}" presName="parentLeftMargin" presStyleLbl="node1" presStyleIdx="2" presStyleCnt="4"/>
      <dgm:spPr/>
    </dgm:pt>
    <dgm:pt modelId="{FF6982C1-6A79-4C94-9905-3EB5BCCA6742}" type="pres">
      <dgm:prSet presAssocID="{BC4AFF6E-DE2C-46F0-8201-D93814A3DBB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E50BCB9-9872-479C-9C51-DFB2A1CFEE3F}" type="pres">
      <dgm:prSet presAssocID="{BC4AFF6E-DE2C-46F0-8201-D93814A3DBB9}" presName="negativeSpace" presStyleCnt="0"/>
      <dgm:spPr/>
    </dgm:pt>
    <dgm:pt modelId="{98A41EF5-3AFB-4AD4-9040-6344315F9A86}" type="pres">
      <dgm:prSet presAssocID="{BC4AFF6E-DE2C-46F0-8201-D93814A3DBB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E647501-6616-49EF-A1EB-F07F8F44F3D0}" type="presOf" srcId="{BC4AFF6E-DE2C-46F0-8201-D93814A3DBB9}" destId="{FF6982C1-6A79-4C94-9905-3EB5BCCA6742}" srcOrd="1" destOrd="0" presId="urn:microsoft.com/office/officeart/2005/8/layout/list1"/>
    <dgm:cxn modelId="{024EF01B-799E-490E-92CB-BC656C5217B5}" type="presOf" srcId="{7FC0CE4E-E45D-4145-8F56-3853947F8DAF}" destId="{38F6296B-7983-4779-99B8-10B44A9E0BFB}" srcOrd="0" destOrd="0" presId="urn:microsoft.com/office/officeart/2005/8/layout/list1"/>
    <dgm:cxn modelId="{2A7BD64E-475A-46FF-916B-A463941342C9}" type="presOf" srcId="{6AA0E4EB-665B-40FD-B7A7-E2C2644A141E}" destId="{28236366-DC61-484E-B8E8-ADA1E1F5117D}" srcOrd="1" destOrd="0" presId="urn:microsoft.com/office/officeart/2005/8/layout/list1"/>
    <dgm:cxn modelId="{7AA1BC55-D919-4C42-A8F8-4B7988F97308}" type="presOf" srcId="{21513E99-0F4E-42AF-B649-86BFEB4344F9}" destId="{07E20B13-06C7-4DAA-A2EC-16A18093089F}" srcOrd="0" destOrd="0" presId="urn:microsoft.com/office/officeart/2005/8/layout/list1"/>
    <dgm:cxn modelId="{C00BD777-50C1-49EE-B944-22102CE41D50}" type="presOf" srcId="{BC4AFF6E-DE2C-46F0-8201-D93814A3DBB9}" destId="{4BF94CE8-0468-4BAF-BE48-8884DF2EE220}" srcOrd="0" destOrd="0" presId="urn:microsoft.com/office/officeart/2005/8/layout/list1"/>
    <dgm:cxn modelId="{2C1E097A-F159-47EE-ADE1-01706CD39207}" srcId="{21513E99-0F4E-42AF-B649-86BFEB4344F9}" destId="{BC4AFF6E-DE2C-46F0-8201-D93814A3DBB9}" srcOrd="3" destOrd="0" parTransId="{422FF280-7E4C-4472-8868-E486C3B14B7C}" sibTransId="{681F5097-93F0-4226-8DB3-BCF7005F752A}"/>
    <dgm:cxn modelId="{0363D682-B923-4307-BA4E-F4EDB08E5346}" type="presOf" srcId="{6AA0E4EB-665B-40FD-B7A7-E2C2644A141E}" destId="{72854129-68FD-413F-A4AC-327AEAC38DBF}" srcOrd="0" destOrd="0" presId="urn:microsoft.com/office/officeart/2005/8/layout/list1"/>
    <dgm:cxn modelId="{C4B1E59C-E1CB-41DE-B2A4-65501DFFD351}" type="presOf" srcId="{E95BE947-59F0-4F9B-BC45-A04D21EE13F5}" destId="{15CEC52D-B6B9-4031-AE41-1EF6587D68E7}" srcOrd="1" destOrd="0" presId="urn:microsoft.com/office/officeart/2005/8/layout/list1"/>
    <dgm:cxn modelId="{7195C4A2-342D-4E57-A9C3-46F174606522}" srcId="{21513E99-0F4E-42AF-B649-86BFEB4344F9}" destId="{7FC0CE4E-E45D-4145-8F56-3853947F8DAF}" srcOrd="0" destOrd="0" parTransId="{95A29AE2-57B0-4469-A302-6FAA1B4BF6DE}" sibTransId="{3607E8D3-1862-4542-B78B-42905171A3AE}"/>
    <dgm:cxn modelId="{EF971EA3-0C3F-450B-8408-20B1D944EE86}" type="presOf" srcId="{7FC0CE4E-E45D-4145-8F56-3853947F8DAF}" destId="{53857886-0A56-48E0-B3AA-22279AF89BBE}" srcOrd="1" destOrd="0" presId="urn:microsoft.com/office/officeart/2005/8/layout/list1"/>
    <dgm:cxn modelId="{32A956B2-CBC2-4E51-A731-E894965DD30B}" srcId="{21513E99-0F4E-42AF-B649-86BFEB4344F9}" destId="{E95BE947-59F0-4F9B-BC45-A04D21EE13F5}" srcOrd="1" destOrd="0" parTransId="{A469F0F2-ADCD-4072-A9B5-92D3B5857496}" sibTransId="{CE5C88F5-8D87-4BA4-BFCF-F601AD18E219}"/>
    <dgm:cxn modelId="{4788AEE7-5725-4FCC-8350-06AD094B1C57}" srcId="{21513E99-0F4E-42AF-B649-86BFEB4344F9}" destId="{6AA0E4EB-665B-40FD-B7A7-E2C2644A141E}" srcOrd="2" destOrd="0" parTransId="{464BE600-A1E5-492A-8005-CD304BBE32E6}" sibTransId="{CA7543BA-955F-4B33-9864-110DCD66DDD3}"/>
    <dgm:cxn modelId="{A08EB8EC-05B0-4DBB-BF3B-7B56B34E7224}" type="presOf" srcId="{E95BE947-59F0-4F9B-BC45-A04D21EE13F5}" destId="{48CCED41-57BF-42AB-BD3F-3581AD01B414}" srcOrd="0" destOrd="0" presId="urn:microsoft.com/office/officeart/2005/8/layout/list1"/>
    <dgm:cxn modelId="{C687BD7F-8515-43FB-BB80-59E54E548715}" type="presParOf" srcId="{07E20B13-06C7-4DAA-A2EC-16A18093089F}" destId="{9BB9210A-04C2-4AF0-A6C9-56A86DBC56CC}" srcOrd="0" destOrd="0" presId="urn:microsoft.com/office/officeart/2005/8/layout/list1"/>
    <dgm:cxn modelId="{E4BF0F0D-F044-4371-A098-F03F95722C73}" type="presParOf" srcId="{9BB9210A-04C2-4AF0-A6C9-56A86DBC56CC}" destId="{38F6296B-7983-4779-99B8-10B44A9E0BFB}" srcOrd="0" destOrd="0" presId="urn:microsoft.com/office/officeart/2005/8/layout/list1"/>
    <dgm:cxn modelId="{64095FA0-C5D8-4C4A-9AA8-83127C78A0D4}" type="presParOf" srcId="{9BB9210A-04C2-4AF0-A6C9-56A86DBC56CC}" destId="{53857886-0A56-48E0-B3AA-22279AF89BBE}" srcOrd="1" destOrd="0" presId="urn:microsoft.com/office/officeart/2005/8/layout/list1"/>
    <dgm:cxn modelId="{6A337F48-755F-42B4-9BA8-6C16FC400B53}" type="presParOf" srcId="{07E20B13-06C7-4DAA-A2EC-16A18093089F}" destId="{9E711339-CB19-4012-AC4C-43A395C3EA23}" srcOrd="1" destOrd="0" presId="urn:microsoft.com/office/officeart/2005/8/layout/list1"/>
    <dgm:cxn modelId="{AD4815B8-24D9-4D95-9CF2-61E8503425C1}" type="presParOf" srcId="{07E20B13-06C7-4DAA-A2EC-16A18093089F}" destId="{CC9695FB-6FD6-48A0-8EA9-666CF2DD5B57}" srcOrd="2" destOrd="0" presId="urn:microsoft.com/office/officeart/2005/8/layout/list1"/>
    <dgm:cxn modelId="{28531124-049B-43E4-BA03-FBBAAAF9C79F}" type="presParOf" srcId="{07E20B13-06C7-4DAA-A2EC-16A18093089F}" destId="{C0D32E05-8D26-4C92-BBD2-A45CA4D78CE5}" srcOrd="3" destOrd="0" presId="urn:microsoft.com/office/officeart/2005/8/layout/list1"/>
    <dgm:cxn modelId="{62FC0630-79E4-4C9D-AB24-44FA5EB8EF1C}" type="presParOf" srcId="{07E20B13-06C7-4DAA-A2EC-16A18093089F}" destId="{4D8E9B4A-B0DC-459A-B86F-489429E0CFA1}" srcOrd="4" destOrd="0" presId="urn:microsoft.com/office/officeart/2005/8/layout/list1"/>
    <dgm:cxn modelId="{2DE3A5B9-8B74-40B0-86F1-A91DC0F3E9D2}" type="presParOf" srcId="{4D8E9B4A-B0DC-459A-B86F-489429E0CFA1}" destId="{48CCED41-57BF-42AB-BD3F-3581AD01B414}" srcOrd="0" destOrd="0" presId="urn:microsoft.com/office/officeart/2005/8/layout/list1"/>
    <dgm:cxn modelId="{D886811C-C578-4750-81DF-2AA746EE6C68}" type="presParOf" srcId="{4D8E9B4A-B0DC-459A-B86F-489429E0CFA1}" destId="{15CEC52D-B6B9-4031-AE41-1EF6587D68E7}" srcOrd="1" destOrd="0" presId="urn:microsoft.com/office/officeart/2005/8/layout/list1"/>
    <dgm:cxn modelId="{271D398A-97BF-4BFE-AB3F-EF403DB4E889}" type="presParOf" srcId="{07E20B13-06C7-4DAA-A2EC-16A18093089F}" destId="{91B46068-41A4-425C-8C36-526438055150}" srcOrd="5" destOrd="0" presId="urn:microsoft.com/office/officeart/2005/8/layout/list1"/>
    <dgm:cxn modelId="{F59BAECD-1BF1-49A0-B3C5-0BF925C3D7F3}" type="presParOf" srcId="{07E20B13-06C7-4DAA-A2EC-16A18093089F}" destId="{BEDBB044-EB67-413D-8790-8EF2712A6817}" srcOrd="6" destOrd="0" presId="urn:microsoft.com/office/officeart/2005/8/layout/list1"/>
    <dgm:cxn modelId="{D21D8D27-220E-4113-B8C5-0B4B610DDCEA}" type="presParOf" srcId="{07E20B13-06C7-4DAA-A2EC-16A18093089F}" destId="{218C7E42-999D-4384-AADD-81C44E98F594}" srcOrd="7" destOrd="0" presId="urn:microsoft.com/office/officeart/2005/8/layout/list1"/>
    <dgm:cxn modelId="{16E8F9D5-A1CF-4E04-99AF-B88CDC7C8BCC}" type="presParOf" srcId="{07E20B13-06C7-4DAA-A2EC-16A18093089F}" destId="{8E95DDB1-AD13-45A5-AB58-1692597473FE}" srcOrd="8" destOrd="0" presId="urn:microsoft.com/office/officeart/2005/8/layout/list1"/>
    <dgm:cxn modelId="{07D678EE-A002-4630-987A-5D29DFDC5F7E}" type="presParOf" srcId="{8E95DDB1-AD13-45A5-AB58-1692597473FE}" destId="{72854129-68FD-413F-A4AC-327AEAC38DBF}" srcOrd="0" destOrd="0" presId="urn:microsoft.com/office/officeart/2005/8/layout/list1"/>
    <dgm:cxn modelId="{7BBC8A9F-B1FB-417E-BE30-544925693B72}" type="presParOf" srcId="{8E95DDB1-AD13-45A5-AB58-1692597473FE}" destId="{28236366-DC61-484E-B8E8-ADA1E1F5117D}" srcOrd="1" destOrd="0" presId="urn:microsoft.com/office/officeart/2005/8/layout/list1"/>
    <dgm:cxn modelId="{F7057191-CCB9-4F2D-B6AD-A0CE2C2E9FEB}" type="presParOf" srcId="{07E20B13-06C7-4DAA-A2EC-16A18093089F}" destId="{5DDBEEED-7F44-4728-9984-3F5D57A58254}" srcOrd="9" destOrd="0" presId="urn:microsoft.com/office/officeart/2005/8/layout/list1"/>
    <dgm:cxn modelId="{08E7EE43-0F4A-43B4-BE9B-2C63B4E39A8E}" type="presParOf" srcId="{07E20B13-06C7-4DAA-A2EC-16A18093089F}" destId="{02005120-7F64-476E-B85F-D2C07ABD1D2F}" srcOrd="10" destOrd="0" presId="urn:microsoft.com/office/officeart/2005/8/layout/list1"/>
    <dgm:cxn modelId="{762E9CC1-F008-4EB5-9E0E-979708477EA3}" type="presParOf" srcId="{07E20B13-06C7-4DAA-A2EC-16A18093089F}" destId="{7F9AE29E-9AE6-4CAE-97C2-F1C5015E6A5A}" srcOrd="11" destOrd="0" presId="urn:microsoft.com/office/officeart/2005/8/layout/list1"/>
    <dgm:cxn modelId="{67A3642A-0EE8-4747-97F5-5C5E7F3D8EB6}" type="presParOf" srcId="{07E20B13-06C7-4DAA-A2EC-16A18093089F}" destId="{BD85A2E2-4E93-4125-814A-C4CA1F045764}" srcOrd="12" destOrd="0" presId="urn:microsoft.com/office/officeart/2005/8/layout/list1"/>
    <dgm:cxn modelId="{43EFB98F-C06F-4FF2-A5C1-450559F59669}" type="presParOf" srcId="{BD85A2E2-4E93-4125-814A-C4CA1F045764}" destId="{4BF94CE8-0468-4BAF-BE48-8884DF2EE220}" srcOrd="0" destOrd="0" presId="urn:microsoft.com/office/officeart/2005/8/layout/list1"/>
    <dgm:cxn modelId="{5F13B230-8DC2-4564-A672-C4A438FAF043}" type="presParOf" srcId="{BD85A2E2-4E93-4125-814A-C4CA1F045764}" destId="{FF6982C1-6A79-4C94-9905-3EB5BCCA6742}" srcOrd="1" destOrd="0" presId="urn:microsoft.com/office/officeart/2005/8/layout/list1"/>
    <dgm:cxn modelId="{E4CA6FD4-02D0-4EB2-AD56-C93CE787D236}" type="presParOf" srcId="{07E20B13-06C7-4DAA-A2EC-16A18093089F}" destId="{4E50BCB9-9872-479C-9C51-DFB2A1CFEE3F}" srcOrd="13" destOrd="0" presId="urn:microsoft.com/office/officeart/2005/8/layout/list1"/>
    <dgm:cxn modelId="{84FA6630-B2D2-411B-B121-906816D13B65}" type="presParOf" srcId="{07E20B13-06C7-4DAA-A2EC-16A18093089F}" destId="{98A41EF5-3AFB-4AD4-9040-6344315F9A86}" srcOrd="14" destOrd="0" presId="urn:microsoft.com/office/officeart/2005/8/layout/list1"/>
  </dgm:cxnLst>
  <dgm:bg>
    <a:solidFill>
      <a:schemeClr val="tx2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301DF6-962A-482A-B7E9-73A1564BE63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399D08-5A4C-431A-92BC-9DC5247EC6B6}">
      <dgm:prSet phldrT="[Text]" custT="1"/>
      <dgm:spPr>
        <a:solidFill>
          <a:schemeClr val="tx1"/>
        </a:solidFill>
      </dgm:spPr>
      <dgm:t>
        <a:bodyPr/>
        <a:lstStyle/>
        <a:p>
          <a:r>
            <a:rPr lang="en-IN" sz="3200" b="1" dirty="0"/>
            <a:t>141. (a) Many a man/ (b) have succumbed/ (c) to this temptation./ (d) No error</a:t>
          </a:r>
          <a:endParaRPr lang="en-US" sz="3200" b="1" dirty="0"/>
        </a:p>
      </dgm:t>
    </dgm:pt>
    <dgm:pt modelId="{595B0EEB-3A22-4221-8316-23B7A62B111E}" type="parTrans" cxnId="{BD7CD900-E699-47D6-A1A5-E5810F4D8253}">
      <dgm:prSet/>
      <dgm:spPr/>
      <dgm:t>
        <a:bodyPr/>
        <a:lstStyle/>
        <a:p>
          <a:endParaRPr lang="en-US"/>
        </a:p>
      </dgm:t>
    </dgm:pt>
    <dgm:pt modelId="{E170C869-C322-48FD-8D16-15E96179D579}" type="sibTrans" cxnId="{BD7CD900-E699-47D6-A1A5-E5810F4D8253}">
      <dgm:prSet/>
      <dgm:spPr/>
      <dgm:t>
        <a:bodyPr/>
        <a:lstStyle/>
        <a:p>
          <a:endParaRPr lang="en-US"/>
        </a:p>
      </dgm:t>
    </dgm:pt>
    <dgm:pt modelId="{D6747D65-F24C-4048-93B4-9EE00C476764}">
      <dgm:prSet custT="1"/>
      <dgm:spPr>
        <a:solidFill>
          <a:schemeClr val="tx1"/>
        </a:solidFill>
      </dgm:spPr>
      <dgm:t>
        <a:bodyPr/>
        <a:lstStyle/>
        <a:p>
          <a:r>
            <a:rPr lang="en-IN" sz="3200" b="1" dirty="0"/>
            <a:t>142. (a) The introduction of tea, coffee/ (b) and such other beverages/ (c) have not been without some effect./ (d) No error</a:t>
          </a:r>
        </a:p>
      </dgm:t>
    </dgm:pt>
    <dgm:pt modelId="{A2B0E522-929A-46F6-9C4D-B8CC300D06EF}" type="parTrans" cxnId="{18D74E5A-B664-48C6-B09D-44DCCC58C2DD}">
      <dgm:prSet/>
      <dgm:spPr/>
      <dgm:t>
        <a:bodyPr/>
        <a:lstStyle/>
        <a:p>
          <a:endParaRPr lang="en-US"/>
        </a:p>
      </dgm:t>
    </dgm:pt>
    <dgm:pt modelId="{7034903C-2384-4514-904C-776FF1ADC879}" type="sibTrans" cxnId="{18D74E5A-B664-48C6-B09D-44DCCC58C2DD}">
      <dgm:prSet/>
      <dgm:spPr/>
      <dgm:t>
        <a:bodyPr/>
        <a:lstStyle/>
        <a:p>
          <a:endParaRPr lang="en-US"/>
        </a:p>
      </dgm:t>
    </dgm:pt>
    <dgm:pt modelId="{A3B50276-6896-4223-B041-9CE236645BCD}">
      <dgm:prSet custT="1"/>
      <dgm:spPr>
        <a:solidFill>
          <a:schemeClr val="tx1"/>
        </a:solidFill>
      </dgm:spPr>
      <dgm:t>
        <a:bodyPr/>
        <a:lstStyle/>
        <a:p>
          <a:r>
            <a:rPr lang="en-IN" sz="3200" b="1" dirty="0"/>
            <a:t>143. (a) The newer type of automatic machines/ (b) wash/ (c) clothes faster./ (d) No error</a:t>
          </a:r>
        </a:p>
      </dgm:t>
    </dgm:pt>
    <dgm:pt modelId="{C7D0D228-FDAB-4EC7-8C50-CAB07782E615}" type="parTrans" cxnId="{B16342D1-11A8-48CC-AC1C-B023029E9AC8}">
      <dgm:prSet/>
      <dgm:spPr/>
      <dgm:t>
        <a:bodyPr/>
        <a:lstStyle/>
        <a:p>
          <a:endParaRPr lang="en-US"/>
        </a:p>
      </dgm:t>
    </dgm:pt>
    <dgm:pt modelId="{CFADF182-1AE1-4311-8865-7C613AEAD9DC}" type="sibTrans" cxnId="{B16342D1-11A8-48CC-AC1C-B023029E9AC8}">
      <dgm:prSet/>
      <dgm:spPr/>
      <dgm:t>
        <a:bodyPr/>
        <a:lstStyle/>
        <a:p>
          <a:endParaRPr lang="en-US"/>
        </a:p>
      </dgm:t>
    </dgm:pt>
    <dgm:pt modelId="{AFCC9DD6-68D1-48B2-80DE-05DEC9A3F076}" type="pres">
      <dgm:prSet presAssocID="{89301DF6-962A-482A-B7E9-73A1564BE63B}" presName="linear" presStyleCnt="0">
        <dgm:presLayoutVars>
          <dgm:dir/>
          <dgm:animLvl val="lvl"/>
          <dgm:resizeHandles val="exact"/>
        </dgm:presLayoutVars>
      </dgm:prSet>
      <dgm:spPr/>
    </dgm:pt>
    <dgm:pt modelId="{D02551B3-54B6-45F7-AF12-CF6D47D2F3A2}" type="pres">
      <dgm:prSet presAssocID="{0A399D08-5A4C-431A-92BC-9DC5247EC6B6}" presName="parentLin" presStyleCnt="0"/>
      <dgm:spPr/>
    </dgm:pt>
    <dgm:pt modelId="{9BBB2659-436C-4A0E-B1C9-13E3E0E9DB74}" type="pres">
      <dgm:prSet presAssocID="{0A399D08-5A4C-431A-92BC-9DC5247EC6B6}" presName="parentLeftMargin" presStyleLbl="node1" presStyleIdx="0" presStyleCnt="3"/>
      <dgm:spPr/>
    </dgm:pt>
    <dgm:pt modelId="{7706CD43-D2FB-4C07-B318-FB38F6AF94D6}" type="pres">
      <dgm:prSet presAssocID="{0A399D08-5A4C-431A-92BC-9DC5247EC6B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3F3E5BD-A7CB-4E10-9FCB-9F204DFBB4E0}" type="pres">
      <dgm:prSet presAssocID="{0A399D08-5A4C-431A-92BC-9DC5247EC6B6}" presName="negativeSpace" presStyleCnt="0"/>
      <dgm:spPr/>
    </dgm:pt>
    <dgm:pt modelId="{E86C84EB-965F-4072-B66E-4F03F6D67BA8}" type="pres">
      <dgm:prSet presAssocID="{0A399D08-5A4C-431A-92BC-9DC5247EC6B6}" presName="childText" presStyleLbl="conFgAcc1" presStyleIdx="0" presStyleCnt="3">
        <dgm:presLayoutVars>
          <dgm:bulletEnabled val="1"/>
        </dgm:presLayoutVars>
      </dgm:prSet>
      <dgm:spPr/>
    </dgm:pt>
    <dgm:pt modelId="{09F21C85-F801-42CD-85E1-7DAED31C9525}" type="pres">
      <dgm:prSet presAssocID="{E170C869-C322-48FD-8D16-15E96179D579}" presName="spaceBetweenRectangles" presStyleCnt="0"/>
      <dgm:spPr/>
    </dgm:pt>
    <dgm:pt modelId="{5ECEA21E-E740-4773-A53A-9DA155DC5B2F}" type="pres">
      <dgm:prSet presAssocID="{D6747D65-F24C-4048-93B4-9EE00C476764}" presName="parentLin" presStyleCnt="0"/>
      <dgm:spPr/>
    </dgm:pt>
    <dgm:pt modelId="{7F16E87C-EFC5-47EB-A2F0-57FFC55632C1}" type="pres">
      <dgm:prSet presAssocID="{D6747D65-F24C-4048-93B4-9EE00C476764}" presName="parentLeftMargin" presStyleLbl="node1" presStyleIdx="0" presStyleCnt="3"/>
      <dgm:spPr/>
    </dgm:pt>
    <dgm:pt modelId="{DD32044D-93FC-4E18-B503-43CFF9D779DF}" type="pres">
      <dgm:prSet presAssocID="{D6747D65-F24C-4048-93B4-9EE00C47676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628F3EE-922F-4A29-B6EF-87E703EC3C3F}" type="pres">
      <dgm:prSet presAssocID="{D6747D65-F24C-4048-93B4-9EE00C476764}" presName="negativeSpace" presStyleCnt="0"/>
      <dgm:spPr/>
    </dgm:pt>
    <dgm:pt modelId="{C3E5D5FC-9E80-4B76-BD10-C4559D6A5C36}" type="pres">
      <dgm:prSet presAssocID="{D6747D65-F24C-4048-93B4-9EE00C476764}" presName="childText" presStyleLbl="conFgAcc1" presStyleIdx="1" presStyleCnt="3">
        <dgm:presLayoutVars>
          <dgm:bulletEnabled val="1"/>
        </dgm:presLayoutVars>
      </dgm:prSet>
      <dgm:spPr/>
    </dgm:pt>
    <dgm:pt modelId="{3ACA4B17-192B-4A0F-A4B7-CC5D01B92606}" type="pres">
      <dgm:prSet presAssocID="{7034903C-2384-4514-904C-776FF1ADC879}" presName="spaceBetweenRectangles" presStyleCnt="0"/>
      <dgm:spPr/>
    </dgm:pt>
    <dgm:pt modelId="{31895B67-70E2-43D9-8000-FAFDCCFDD8DF}" type="pres">
      <dgm:prSet presAssocID="{A3B50276-6896-4223-B041-9CE236645BCD}" presName="parentLin" presStyleCnt="0"/>
      <dgm:spPr/>
    </dgm:pt>
    <dgm:pt modelId="{3056A564-35CE-4AF9-A6FB-B226FCAE5A03}" type="pres">
      <dgm:prSet presAssocID="{A3B50276-6896-4223-B041-9CE236645BCD}" presName="parentLeftMargin" presStyleLbl="node1" presStyleIdx="1" presStyleCnt="3"/>
      <dgm:spPr/>
    </dgm:pt>
    <dgm:pt modelId="{1F2AF9FD-F13B-45F3-BC65-E0E268850B99}" type="pres">
      <dgm:prSet presAssocID="{A3B50276-6896-4223-B041-9CE236645BC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91D4DCE-244E-4466-BDBF-F1DB1AB1C3F0}" type="pres">
      <dgm:prSet presAssocID="{A3B50276-6896-4223-B041-9CE236645BCD}" presName="negativeSpace" presStyleCnt="0"/>
      <dgm:spPr/>
    </dgm:pt>
    <dgm:pt modelId="{0F4FF162-471A-4D45-ACA9-B294C62ADAAF}" type="pres">
      <dgm:prSet presAssocID="{A3B50276-6896-4223-B041-9CE236645BC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D7CD900-E699-47D6-A1A5-E5810F4D8253}" srcId="{89301DF6-962A-482A-B7E9-73A1564BE63B}" destId="{0A399D08-5A4C-431A-92BC-9DC5247EC6B6}" srcOrd="0" destOrd="0" parTransId="{595B0EEB-3A22-4221-8316-23B7A62B111E}" sibTransId="{E170C869-C322-48FD-8D16-15E96179D579}"/>
    <dgm:cxn modelId="{2B462B2C-665C-46CD-9290-865C1F528B7B}" type="presOf" srcId="{A3B50276-6896-4223-B041-9CE236645BCD}" destId="{1F2AF9FD-F13B-45F3-BC65-E0E268850B99}" srcOrd="1" destOrd="0" presId="urn:microsoft.com/office/officeart/2005/8/layout/list1"/>
    <dgm:cxn modelId="{CECE7260-0231-4D60-A500-1427F383E163}" type="presOf" srcId="{0A399D08-5A4C-431A-92BC-9DC5247EC6B6}" destId="{9BBB2659-436C-4A0E-B1C9-13E3E0E9DB74}" srcOrd="0" destOrd="0" presId="urn:microsoft.com/office/officeart/2005/8/layout/list1"/>
    <dgm:cxn modelId="{A174EB63-6EA1-4B92-8207-4B9E01F91754}" type="presOf" srcId="{D6747D65-F24C-4048-93B4-9EE00C476764}" destId="{7F16E87C-EFC5-47EB-A2F0-57FFC55632C1}" srcOrd="0" destOrd="0" presId="urn:microsoft.com/office/officeart/2005/8/layout/list1"/>
    <dgm:cxn modelId="{18D74E5A-B664-48C6-B09D-44DCCC58C2DD}" srcId="{89301DF6-962A-482A-B7E9-73A1564BE63B}" destId="{D6747D65-F24C-4048-93B4-9EE00C476764}" srcOrd="1" destOrd="0" parTransId="{A2B0E522-929A-46F6-9C4D-B8CC300D06EF}" sibTransId="{7034903C-2384-4514-904C-776FF1ADC879}"/>
    <dgm:cxn modelId="{84B60185-5CDE-4326-8775-1106EAE3C801}" type="presOf" srcId="{0A399D08-5A4C-431A-92BC-9DC5247EC6B6}" destId="{7706CD43-D2FB-4C07-B318-FB38F6AF94D6}" srcOrd="1" destOrd="0" presId="urn:microsoft.com/office/officeart/2005/8/layout/list1"/>
    <dgm:cxn modelId="{C89CA3AE-700D-47E6-9E31-37483D2F99C3}" type="presOf" srcId="{A3B50276-6896-4223-B041-9CE236645BCD}" destId="{3056A564-35CE-4AF9-A6FB-B226FCAE5A03}" srcOrd="0" destOrd="0" presId="urn:microsoft.com/office/officeart/2005/8/layout/list1"/>
    <dgm:cxn modelId="{62178DBD-B910-4067-8774-88E01FB6D05B}" type="presOf" srcId="{89301DF6-962A-482A-B7E9-73A1564BE63B}" destId="{AFCC9DD6-68D1-48B2-80DE-05DEC9A3F076}" srcOrd="0" destOrd="0" presId="urn:microsoft.com/office/officeart/2005/8/layout/list1"/>
    <dgm:cxn modelId="{B16342D1-11A8-48CC-AC1C-B023029E9AC8}" srcId="{89301DF6-962A-482A-B7E9-73A1564BE63B}" destId="{A3B50276-6896-4223-B041-9CE236645BCD}" srcOrd="2" destOrd="0" parTransId="{C7D0D228-FDAB-4EC7-8C50-CAB07782E615}" sibTransId="{CFADF182-1AE1-4311-8865-7C613AEAD9DC}"/>
    <dgm:cxn modelId="{4F2BF5E9-7CDF-41A0-BFA4-6F201920E4F7}" type="presOf" srcId="{D6747D65-F24C-4048-93B4-9EE00C476764}" destId="{DD32044D-93FC-4E18-B503-43CFF9D779DF}" srcOrd="1" destOrd="0" presId="urn:microsoft.com/office/officeart/2005/8/layout/list1"/>
    <dgm:cxn modelId="{07103CC0-AEDA-4F21-9353-506155417665}" type="presParOf" srcId="{AFCC9DD6-68D1-48B2-80DE-05DEC9A3F076}" destId="{D02551B3-54B6-45F7-AF12-CF6D47D2F3A2}" srcOrd="0" destOrd="0" presId="urn:microsoft.com/office/officeart/2005/8/layout/list1"/>
    <dgm:cxn modelId="{0CE5307F-EA49-4900-A06B-0D88BA4E8912}" type="presParOf" srcId="{D02551B3-54B6-45F7-AF12-CF6D47D2F3A2}" destId="{9BBB2659-436C-4A0E-B1C9-13E3E0E9DB74}" srcOrd="0" destOrd="0" presId="urn:microsoft.com/office/officeart/2005/8/layout/list1"/>
    <dgm:cxn modelId="{37AEC600-096C-49CC-8FBD-21FADC06706E}" type="presParOf" srcId="{D02551B3-54B6-45F7-AF12-CF6D47D2F3A2}" destId="{7706CD43-D2FB-4C07-B318-FB38F6AF94D6}" srcOrd="1" destOrd="0" presId="urn:microsoft.com/office/officeart/2005/8/layout/list1"/>
    <dgm:cxn modelId="{2FFD5082-C845-444F-9ECE-C25C86EC7989}" type="presParOf" srcId="{AFCC9DD6-68D1-48B2-80DE-05DEC9A3F076}" destId="{F3F3E5BD-A7CB-4E10-9FCB-9F204DFBB4E0}" srcOrd="1" destOrd="0" presId="urn:microsoft.com/office/officeart/2005/8/layout/list1"/>
    <dgm:cxn modelId="{6F94EADF-A337-4037-A2A2-AD15C67FC07D}" type="presParOf" srcId="{AFCC9DD6-68D1-48B2-80DE-05DEC9A3F076}" destId="{E86C84EB-965F-4072-B66E-4F03F6D67BA8}" srcOrd="2" destOrd="0" presId="urn:microsoft.com/office/officeart/2005/8/layout/list1"/>
    <dgm:cxn modelId="{685BB18B-2570-475D-8A19-1DFE91282998}" type="presParOf" srcId="{AFCC9DD6-68D1-48B2-80DE-05DEC9A3F076}" destId="{09F21C85-F801-42CD-85E1-7DAED31C9525}" srcOrd="3" destOrd="0" presId="urn:microsoft.com/office/officeart/2005/8/layout/list1"/>
    <dgm:cxn modelId="{2A0AEB01-8DD6-42AA-9C32-A5AC4C67C9A0}" type="presParOf" srcId="{AFCC9DD6-68D1-48B2-80DE-05DEC9A3F076}" destId="{5ECEA21E-E740-4773-A53A-9DA155DC5B2F}" srcOrd="4" destOrd="0" presId="urn:microsoft.com/office/officeart/2005/8/layout/list1"/>
    <dgm:cxn modelId="{126572D5-F5D6-4D20-AD63-64C89A87DE01}" type="presParOf" srcId="{5ECEA21E-E740-4773-A53A-9DA155DC5B2F}" destId="{7F16E87C-EFC5-47EB-A2F0-57FFC55632C1}" srcOrd="0" destOrd="0" presId="urn:microsoft.com/office/officeart/2005/8/layout/list1"/>
    <dgm:cxn modelId="{0A3A00E6-3753-4342-85F2-7D9F6ADC7788}" type="presParOf" srcId="{5ECEA21E-E740-4773-A53A-9DA155DC5B2F}" destId="{DD32044D-93FC-4E18-B503-43CFF9D779DF}" srcOrd="1" destOrd="0" presId="urn:microsoft.com/office/officeart/2005/8/layout/list1"/>
    <dgm:cxn modelId="{276D2F76-5640-41B6-A147-FEF2C141DBEF}" type="presParOf" srcId="{AFCC9DD6-68D1-48B2-80DE-05DEC9A3F076}" destId="{5628F3EE-922F-4A29-B6EF-87E703EC3C3F}" srcOrd="5" destOrd="0" presId="urn:microsoft.com/office/officeart/2005/8/layout/list1"/>
    <dgm:cxn modelId="{3D2A5C69-9C90-4BE5-A412-B3310033CF35}" type="presParOf" srcId="{AFCC9DD6-68D1-48B2-80DE-05DEC9A3F076}" destId="{C3E5D5FC-9E80-4B76-BD10-C4559D6A5C36}" srcOrd="6" destOrd="0" presId="urn:microsoft.com/office/officeart/2005/8/layout/list1"/>
    <dgm:cxn modelId="{DCE9981B-E673-4269-812D-205A9B3B4AA7}" type="presParOf" srcId="{AFCC9DD6-68D1-48B2-80DE-05DEC9A3F076}" destId="{3ACA4B17-192B-4A0F-A4B7-CC5D01B92606}" srcOrd="7" destOrd="0" presId="urn:microsoft.com/office/officeart/2005/8/layout/list1"/>
    <dgm:cxn modelId="{A8345479-B97B-4D8F-8DF2-86B5DB3BC545}" type="presParOf" srcId="{AFCC9DD6-68D1-48B2-80DE-05DEC9A3F076}" destId="{31895B67-70E2-43D9-8000-FAFDCCFDD8DF}" srcOrd="8" destOrd="0" presId="urn:microsoft.com/office/officeart/2005/8/layout/list1"/>
    <dgm:cxn modelId="{9F32896C-9FD9-458E-B99C-EF4301C715C6}" type="presParOf" srcId="{31895B67-70E2-43D9-8000-FAFDCCFDD8DF}" destId="{3056A564-35CE-4AF9-A6FB-B226FCAE5A03}" srcOrd="0" destOrd="0" presId="urn:microsoft.com/office/officeart/2005/8/layout/list1"/>
    <dgm:cxn modelId="{E02379E5-6997-48B8-B7B9-51CE74539282}" type="presParOf" srcId="{31895B67-70E2-43D9-8000-FAFDCCFDD8DF}" destId="{1F2AF9FD-F13B-45F3-BC65-E0E268850B99}" srcOrd="1" destOrd="0" presId="urn:microsoft.com/office/officeart/2005/8/layout/list1"/>
    <dgm:cxn modelId="{0453F3B6-F859-4CF4-B501-0B588BE83549}" type="presParOf" srcId="{AFCC9DD6-68D1-48B2-80DE-05DEC9A3F076}" destId="{091D4DCE-244E-4466-BDBF-F1DB1AB1C3F0}" srcOrd="9" destOrd="0" presId="urn:microsoft.com/office/officeart/2005/8/layout/list1"/>
    <dgm:cxn modelId="{F9F2EE27-70D2-4E6A-836C-68F549601205}" type="presParOf" srcId="{AFCC9DD6-68D1-48B2-80DE-05DEC9A3F076}" destId="{0F4FF162-471A-4D45-ACA9-B294C62ADAAF}" srcOrd="10" destOrd="0" presId="urn:microsoft.com/office/officeart/2005/8/layout/list1"/>
  </dgm:cxnLst>
  <dgm:bg>
    <a:solidFill>
      <a:schemeClr val="accent5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301DF6-962A-482A-B7E9-73A1564BE63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399D08-5A4C-431A-92BC-9DC5247EC6B6}">
      <dgm:prSet phldrT="[Text]" custT="1"/>
      <dgm:spPr>
        <a:solidFill>
          <a:srgbClr val="002060"/>
        </a:solidFill>
      </dgm:spPr>
      <dgm:t>
        <a:bodyPr/>
        <a:lstStyle/>
        <a:p>
          <a:r>
            <a:rPr lang="en-IN" sz="3200" b="1" dirty="0"/>
            <a:t> (a) </a:t>
          </a:r>
          <a:r>
            <a:rPr lang="en-IN" sz="3200" b="1" dirty="0">
              <a:solidFill>
                <a:srgbClr val="C00000"/>
              </a:solidFill>
            </a:rPr>
            <a:t>Many a</a:t>
          </a:r>
          <a:r>
            <a:rPr lang="en-IN" sz="3200" b="1" dirty="0"/>
            <a:t> man/ (b) </a:t>
          </a:r>
          <a:r>
            <a:rPr lang="en-IN" sz="3200" b="1" strike="sngStrike" dirty="0">
              <a:solidFill>
                <a:srgbClr val="C00000"/>
              </a:solidFill>
            </a:rPr>
            <a:t>have</a:t>
          </a:r>
          <a:r>
            <a:rPr lang="en-IN" sz="3200" b="1" dirty="0">
              <a:solidFill>
                <a:srgbClr val="C00000"/>
              </a:solidFill>
            </a:rPr>
            <a:t> has </a:t>
          </a:r>
          <a:r>
            <a:rPr lang="en-IN" sz="3200" b="1" dirty="0"/>
            <a:t>succumbed/ (c) to this temptation./ (d) No error (</a:t>
          </a:r>
          <a:r>
            <a:rPr lang="en-IN" sz="3200" b="1" dirty="0">
              <a:solidFill>
                <a:srgbClr val="C00000"/>
              </a:solidFill>
            </a:rPr>
            <a:t>many a sing.)</a:t>
          </a:r>
          <a:endParaRPr lang="en-US" sz="3200" b="1" dirty="0">
            <a:solidFill>
              <a:srgbClr val="C00000"/>
            </a:solidFill>
          </a:endParaRPr>
        </a:p>
      </dgm:t>
    </dgm:pt>
    <dgm:pt modelId="{595B0EEB-3A22-4221-8316-23B7A62B111E}" type="parTrans" cxnId="{BD7CD900-E699-47D6-A1A5-E5810F4D8253}">
      <dgm:prSet/>
      <dgm:spPr/>
      <dgm:t>
        <a:bodyPr/>
        <a:lstStyle/>
        <a:p>
          <a:endParaRPr lang="en-US"/>
        </a:p>
      </dgm:t>
    </dgm:pt>
    <dgm:pt modelId="{E170C869-C322-48FD-8D16-15E96179D579}" type="sibTrans" cxnId="{BD7CD900-E699-47D6-A1A5-E5810F4D8253}">
      <dgm:prSet/>
      <dgm:spPr/>
      <dgm:t>
        <a:bodyPr/>
        <a:lstStyle/>
        <a:p>
          <a:endParaRPr lang="en-US"/>
        </a:p>
      </dgm:t>
    </dgm:pt>
    <dgm:pt modelId="{D6747D65-F24C-4048-93B4-9EE00C476764}">
      <dgm:prSet custT="1"/>
      <dgm:spPr>
        <a:solidFill>
          <a:srgbClr val="002060"/>
        </a:solidFill>
      </dgm:spPr>
      <dgm:t>
        <a:bodyPr/>
        <a:lstStyle/>
        <a:p>
          <a:r>
            <a:rPr lang="en-IN" sz="3200" b="1" dirty="0"/>
            <a:t> (a) </a:t>
          </a:r>
          <a:r>
            <a:rPr lang="en-IN" sz="3200" b="1" dirty="0">
              <a:solidFill>
                <a:srgbClr val="C00000"/>
              </a:solidFill>
            </a:rPr>
            <a:t>The introduction </a:t>
          </a:r>
          <a:r>
            <a:rPr lang="en-IN" sz="3200" b="1" dirty="0"/>
            <a:t>of tea, coffee/ (b) and such other beverages/ (c) </a:t>
          </a:r>
          <a:r>
            <a:rPr lang="en-IN" sz="3200" b="1" strike="sngStrike" dirty="0">
              <a:solidFill>
                <a:srgbClr val="C00000"/>
              </a:solidFill>
            </a:rPr>
            <a:t>have</a:t>
          </a:r>
          <a:r>
            <a:rPr lang="en-IN" sz="3200" b="1" dirty="0"/>
            <a:t> </a:t>
          </a:r>
          <a:r>
            <a:rPr lang="en-IN" sz="3200" b="1" dirty="0">
              <a:solidFill>
                <a:srgbClr val="C00000"/>
              </a:solidFill>
            </a:rPr>
            <a:t>has</a:t>
          </a:r>
          <a:r>
            <a:rPr lang="en-IN" sz="3200" b="1" dirty="0"/>
            <a:t> not been without some effect./ (d) No error</a:t>
          </a:r>
        </a:p>
      </dgm:t>
    </dgm:pt>
    <dgm:pt modelId="{A2B0E522-929A-46F6-9C4D-B8CC300D06EF}" type="parTrans" cxnId="{18D74E5A-B664-48C6-B09D-44DCCC58C2DD}">
      <dgm:prSet/>
      <dgm:spPr/>
      <dgm:t>
        <a:bodyPr/>
        <a:lstStyle/>
        <a:p>
          <a:endParaRPr lang="en-US"/>
        </a:p>
      </dgm:t>
    </dgm:pt>
    <dgm:pt modelId="{7034903C-2384-4514-904C-776FF1ADC879}" type="sibTrans" cxnId="{18D74E5A-B664-48C6-B09D-44DCCC58C2DD}">
      <dgm:prSet/>
      <dgm:spPr/>
      <dgm:t>
        <a:bodyPr/>
        <a:lstStyle/>
        <a:p>
          <a:endParaRPr lang="en-US"/>
        </a:p>
      </dgm:t>
    </dgm:pt>
    <dgm:pt modelId="{A3B50276-6896-4223-B041-9CE236645BCD}">
      <dgm:prSet custT="1"/>
      <dgm:spPr>
        <a:solidFill>
          <a:srgbClr val="002060"/>
        </a:solidFill>
      </dgm:spPr>
      <dgm:t>
        <a:bodyPr/>
        <a:lstStyle/>
        <a:p>
          <a:r>
            <a:rPr lang="en-IN" sz="3200" b="1" dirty="0"/>
            <a:t> (a) The newer </a:t>
          </a:r>
          <a:r>
            <a:rPr lang="en-IN" sz="3200" b="1" dirty="0">
              <a:solidFill>
                <a:srgbClr val="C00000"/>
              </a:solidFill>
            </a:rPr>
            <a:t>type</a:t>
          </a:r>
          <a:r>
            <a:rPr lang="en-IN" sz="3200" b="1" dirty="0"/>
            <a:t> of automatic machines/ (b) </a:t>
          </a:r>
          <a:r>
            <a:rPr lang="en-IN" sz="3200" b="1" strike="sngStrike" dirty="0">
              <a:solidFill>
                <a:srgbClr val="C00000"/>
              </a:solidFill>
            </a:rPr>
            <a:t>wash</a:t>
          </a:r>
          <a:r>
            <a:rPr lang="en-IN" sz="3200" b="1" dirty="0">
              <a:solidFill>
                <a:srgbClr val="C00000"/>
              </a:solidFill>
            </a:rPr>
            <a:t> washes </a:t>
          </a:r>
          <a:r>
            <a:rPr lang="en-IN" sz="3200" b="1" dirty="0"/>
            <a:t>/ (c) clothes faster./ (d) No error</a:t>
          </a:r>
        </a:p>
      </dgm:t>
    </dgm:pt>
    <dgm:pt modelId="{C7D0D228-FDAB-4EC7-8C50-CAB07782E615}" type="parTrans" cxnId="{B16342D1-11A8-48CC-AC1C-B023029E9AC8}">
      <dgm:prSet/>
      <dgm:spPr/>
      <dgm:t>
        <a:bodyPr/>
        <a:lstStyle/>
        <a:p>
          <a:endParaRPr lang="en-US"/>
        </a:p>
      </dgm:t>
    </dgm:pt>
    <dgm:pt modelId="{CFADF182-1AE1-4311-8865-7C613AEAD9DC}" type="sibTrans" cxnId="{B16342D1-11A8-48CC-AC1C-B023029E9AC8}">
      <dgm:prSet/>
      <dgm:spPr/>
      <dgm:t>
        <a:bodyPr/>
        <a:lstStyle/>
        <a:p>
          <a:endParaRPr lang="en-US"/>
        </a:p>
      </dgm:t>
    </dgm:pt>
    <dgm:pt modelId="{AFCC9DD6-68D1-48B2-80DE-05DEC9A3F076}" type="pres">
      <dgm:prSet presAssocID="{89301DF6-962A-482A-B7E9-73A1564BE63B}" presName="linear" presStyleCnt="0">
        <dgm:presLayoutVars>
          <dgm:dir/>
          <dgm:animLvl val="lvl"/>
          <dgm:resizeHandles val="exact"/>
        </dgm:presLayoutVars>
      </dgm:prSet>
      <dgm:spPr/>
    </dgm:pt>
    <dgm:pt modelId="{D02551B3-54B6-45F7-AF12-CF6D47D2F3A2}" type="pres">
      <dgm:prSet presAssocID="{0A399D08-5A4C-431A-92BC-9DC5247EC6B6}" presName="parentLin" presStyleCnt="0"/>
      <dgm:spPr/>
    </dgm:pt>
    <dgm:pt modelId="{9BBB2659-436C-4A0E-B1C9-13E3E0E9DB74}" type="pres">
      <dgm:prSet presAssocID="{0A399D08-5A4C-431A-92BC-9DC5247EC6B6}" presName="parentLeftMargin" presStyleLbl="node1" presStyleIdx="0" presStyleCnt="3"/>
      <dgm:spPr/>
    </dgm:pt>
    <dgm:pt modelId="{7706CD43-D2FB-4C07-B318-FB38F6AF94D6}" type="pres">
      <dgm:prSet presAssocID="{0A399D08-5A4C-431A-92BC-9DC5247EC6B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3F3E5BD-A7CB-4E10-9FCB-9F204DFBB4E0}" type="pres">
      <dgm:prSet presAssocID="{0A399D08-5A4C-431A-92BC-9DC5247EC6B6}" presName="negativeSpace" presStyleCnt="0"/>
      <dgm:spPr/>
    </dgm:pt>
    <dgm:pt modelId="{E86C84EB-965F-4072-B66E-4F03F6D67BA8}" type="pres">
      <dgm:prSet presAssocID="{0A399D08-5A4C-431A-92BC-9DC5247EC6B6}" presName="childText" presStyleLbl="conFgAcc1" presStyleIdx="0" presStyleCnt="3">
        <dgm:presLayoutVars>
          <dgm:bulletEnabled val="1"/>
        </dgm:presLayoutVars>
      </dgm:prSet>
      <dgm:spPr/>
    </dgm:pt>
    <dgm:pt modelId="{09F21C85-F801-42CD-85E1-7DAED31C9525}" type="pres">
      <dgm:prSet presAssocID="{E170C869-C322-48FD-8D16-15E96179D579}" presName="spaceBetweenRectangles" presStyleCnt="0"/>
      <dgm:spPr/>
    </dgm:pt>
    <dgm:pt modelId="{5ECEA21E-E740-4773-A53A-9DA155DC5B2F}" type="pres">
      <dgm:prSet presAssocID="{D6747D65-F24C-4048-93B4-9EE00C476764}" presName="parentLin" presStyleCnt="0"/>
      <dgm:spPr/>
    </dgm:pt>
    <dgm:pt modelId="{7F16E87C-EFC5-47EB-A2F0-57FFC55632C1}" type="pres">
      <dgm:prSet presAssocID="{D6747D65-F24C-4048-93B4-9EE00C476764}" presName="parentLeftMargin" presStyleLbl="node1" presStyleIdx="0" presStyleCnt="3"/>
      <dgm:spPr/>
    </dgm:pt>
    <dgm:pt modelId="{DD32044D-93FC-4E18-B503-43CFF9D779DF}" type="pres">
      <dgm:prSet presAssocID="{D6747D65-F24C-4048-93B4-9EE00C47676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628F3EE-922F-4A29-B6EF-87E703EC3C3F}" type="pres">
      <dgm:prSet presAssocID="{D6747D65-F24C-4048-93B4-9EE00C476764}" presName="negativeSpace" presStyleCnt="0"/>
      <dgm:spPr/>
    </dgm:pt>
    <dgm:pt modelId="{C3E5D5FC-9E80-4B76-BD10-C4559D6A5C36}" type="pres">
      <dgm:prSet presAssocID="{D6747D65-F24C-4048-93B4-9EE00C476764}" presName="childText" presStyleLbl="conFgAcc1" presStyleIdx="1" presStyleCnt="3">
        <dgm:presLayoutVars>
          <dgm:bulletEnabled val="1"/>
        </dgm:presLayoutVars>
      </dgm:prSet>
      <dgm:spPr/>
    </dgm:pt>
    <dgm:pt modelId="{3ACA4B17-192B-4A0F-A4B7-CC5D01B92606}" type="pres">
      <dgm:prSet presAssocID="{7034903C-2384-4514-904C-776FF1ADC879}" presName="spaceBetweenRectangles" presStyleCnt="0"/>
      <dgm:spPr/>
    </dgm:pt>
    <dgm:pt modelId="{31895B67-70E2-43D9-8000-FAFDCCFDD8DF}" type="pres">
      <dgm:prSet presAssocID="{A3B50276-6896-4223-B041-9CE236645BCD}" presName="parentLin" presStyleCnt="0"/>
      <dgm:spPr/>
    </dgm:pt>
    <dgm:pt modelId="{3056A564-35CE-4AF9-A6FB-B226FCAE5A03}" type="pres">
      <dgm:prSet presAssocID="{A3B50276-6896-4223-B041-9CE236645BCD}" presName="parentLeftMargin" presStyleLbl="node1" presStyleIdx="1" presStyleCnt="3"/>
      <dgm:spPr/>
    </dgm:pt>
    <dgm:pt modelId="{1F2AF9FD-F13B-45F3-BC65-E0E268850B99}" type="pres">
      <dgm:prSet presAssocID="{A3B50276-6896-4223-B041-9CE236645BC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91D4DCE-244E-4466-BDBF-F1DB1AB1C3F0}" type="pres">
      <dgm:prSet presAssocID="{A3B50276-6896-4223-B041-9CE236645BCD}" presName="negativeSpace" presStyleCnt="0"/>
      <dgm:spPr/>
    </dgm:pt>
    <dgm:pt modelId="{0F4FF162-471A-4D45-ACA9-B294C62ADAAF}" type="pres">
      <dgm:prSet presAssocID="{A3B50276-6896-4223-B041-9CE236645BC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D7CD900-E699-47D6-A1A5-E5810F4D8253}" srcId="{89301DF6-962A-482A-B7E9-73A1564BE63B}" destId="{0A399D08-5A4C-431A-92BC-9DC5247EC6B6}" srcOrd="0" destOrd="0" parTransId="{595B0EEB-3A22-4221-8316-23B7A62B111E}" sibTransId="{E170C869-C322-48FD-8D16-15E96179D579}"/>
    <dgm:cxn modelId="{2B462B2C-665C-46CD-9290-865C1F528B7B}" type="presOf" srcId="{A3B50276-6896-4223-B041-9CE236645BCD}" destId="{1F2AF9FD-F13B-45F3-BC65-E0E268850B99}" srcOrd="1" destOrd="0" presId="urn:microsoft.com/office/officeart/2005/8/layout/list1"/>
    <dgm:cxn modelId="{CECE7260-0231-4D60-A500-1427F383E163}" type="presOf" srcId="{0A399D08-5A4C-431A-92BC-9DC5247EC6B6}" destId="{9BBB2659-436C-4A0E-B1C9-13E3E0E9DB74}" srcOrd="0" destOrd="0" presId="urn:microsoft.com/office/officeart/2005/8/layout/list1"/>
    <dgm:cxn modelId="{A174EB63-6EA1-4B92-8207-4B9E01F91754}" type="presOf" srcId="{D6747D65-F24C-4048-93B4-9EE00C476764}" destId="{7F16E87C-EFC5-47EB-A2F0-57FFC55632C1}" srcOrd="0" destOrd="0" presId="urn:microsoft.com/office/officeart/2005/8/layout/list1"/>
    <dgm:cxn modelId="{18D74E5A-B664-48C6-B09D-44DCCC58C2DD}" srcId="{89301DF6-962A-482A-B7E9-73A1564BE63B}" destId="{D6747D65-F24C-4048-93B4-9EE00C476764}" srcOrd="1" destOrd="0" parTransId="{A2B0E522-929A-46F6-9C4D-B8CC300D06EF}" sibTransId="{7034903C-2384-4514-904C-776FF1ADC879}"/>
    <dgm:cxn modelId="{84B60185-5CDE-4326-8775-1106EAE3C801}" type="presOf" srcId="{0A399D08-5A4C-431A-92BC-9DC5247EC6B6}" destId="{7706CD43-D2FB-4C07-B318-FB38F6AF94D6}" srcOrd="1" destOrd="0" presId="urn:microsoft.com/office/officeart/2005/8/layout/list1"/>
    <dgm:cxn modelId="{C89CA3AE-700D-47E6-9E31-37483D2F99C3}" type="presOf" srcId="{A3B50276-6896-4223-B041-9CE236645BCD}" destId="{3056A564-35CE-4AF9-A6FB-B226FCAE5A03}" srcOrd="0" destOrd="0" presId="urn:microsoft.com/office/officeart/2005/8/layout/list1"/>
    <dgm:cxn modelId="{62178DBD-B910-4067-8774-88E01FB6D05B}" type="presOf" srcId="{89301DF6-962A-482A-B7E9-73A1564BE63B}" destId="{AFCC9DD6-68D1-48B2-80DE-05DEC9A3F076}" srcOrd="0" destOrd="0" presId="urn:microsoft.com/office/officeart/2005/8/layout/list1"/>
    <dgm:cxn modelId="{B16342D1-11A8-48CC-AC1C-B023029E9AC8}" srcId="{89301DF6-962A-482A-B7E9-73A1564BE63B}" destId="{A3B50276-6896-4223-B041-9CE236645BCD}" srcOrd="2" destOrd="0" parTransId="{C7D0D228-FDAB-4EC7-8C50-CAB07782E615}" sibTransId="{CFADF182-1AE1-4311-8865-7C613AEAD9DC}"/>
    <dgm:cxn modelId="{4F2BF5E9-7CDF-41A0-BFA4-6F201920E4F7}" type="presOf" srcId="{D6747D65-F24C-4048-93B4-9EE00C476764}" destId="{DD32044D-93FC-4E18-B503-43CFF9D779DF}" srcOrd="1" destOrd="0" presId="urn:microsoft.com/office/officeart/2005/8/layout/list1"/>
    <dgm:cxn modelId="{07103CC0-AEDA-4F21-9353-506155417665}" type="presParOf" srcId="{AFCC9DD6-68D1-48B2-80DE-05DEC9A3F076}" destId="{D02551B3-54B6-45F7-AF12-CF6D47D2F3A2}" srcOrd="0" destOrd="0" presId="urn:microsoft.com/office/officeart/2005/8/layout/list1"/>
    <dgm:cxn modelId="{0CE5307F-EA49-4900-A06B-0D88BA4E8912}" type="presParOf" srcId="{D02551B3-54B6-45F7-AF12-CF6D47D2F3A2}" destId="{9BBB2659-436C-4A0E-B1C9-13E3E0E9DB74}" srcOrd="0" destOrd="0" presId="urn:microsoft.com/office/officeart/2005/8/layout/list1"/>
    <dgm:cxn modelId="{37AEC600-096C-49CC-8FBD-21FADC06706E}" type="presParOf" srcId="{D02551B3-54B6-45F7-AF12-CF6D47D2F3A2}" destId="{7706CD43-D2FB-4C07-B318-FB38F6AF94D6}" srcOrd="1" destOrd="0" presId="urn:microsoft.com/office/officeart/2005/8/layout/list1"/>
    <dgm:cxn modelId="{2FFD5082-C845-444F-9ECE-C25C86EC7989}" type="presParOf" srcId="{AFCC9DD6-68D1-48B2-80DE-05DEC9A3F076}" destId="{F3F3E5BD-A7CB-4E10-9FCB-9F204DFBB4E0}" srcOrd="1" destOrd="0" presId="urn:microsoft.com/office/officeart/2005/8/layout/list1"/>
    <dgm:cxn modelId="{6F94EADF-A337-4037-A2A2-AD15C67FC07D}" type="presParOf" srcId="{AFCC9DD6-68D1-48B2-80DE-05DEC9A3F076}" destId="{E86C84EB-965F-4072-B66E-4F03F6D67BA8}" srcOrd="2" destOrd="0" presId="urn:microsoft.com/office/officeart/2005/8/layout/list1"/>
    <dgm:cxn modelId="{685BB18B-2570-475D-8A19-1DFE91282998}" type="presParOf" srcId="{AFCC9DD6-68D1-48B2-80DE-05DEC9A3F076}" destId="{09F21C85-F801-42CD-85E1-7DAED31C9525}" srcOrd="3" destOrd="0" presId="urn:microsoft.com/office/officeart/2005/8/layout/list1"/>
    <dgm:cxn modelId="{2A0AEB01-8DD6-42AA-9C32-A5AC4C67C9A0}" type="presParOf" srcId="{AFCC9DD6-68D1-48B2-80DE-05DEC9A3F076}" destId="{5ECEA21E-E740-4773-A53A-9DA155DC5B2F}" srcOrd="4" destOrd="0" presId="urn:microsoft.com/office/officeart/2005/8/layout/list1"/>
    <dgm:cxn modelId="{126572D5-F5D6-4D20-AD63-64C89A87DE01}" type="presParOf" srcId="{5ECEA21E-E740-4773-A53A-9DA155DC5B2F}" destId="{7F16E87C-EFC5-47EB-A2F0-57FFC55632C1}" srcOrd="0" destOrd="0" presId="urn:microsoft.com/office/officeart/2005/8/layout/list1"/>
    <dgm:cxn modelId="{0A3A00E6-3753-4342-85F2-7D9F6ADC7788}" type="presParOf" srcId="{5ECEA21E-E740-4773-A53A-9DA155DC5B2F}" destId="{DD32044D-93FC-4E18-B503-43CFF9D779DF}" srcOrd="1" destOrd="0" presId="urn:microsoft.com/office/officeart/2005/8/layout/list1"/>
    <dgm:cxn modelId="{276D2F76-5640-41B6-A147-FEF2C141DBEF}" type="presParOf" srcId="{AFCC9DD6-68D1-48B2-80DE-05DEC9A3F076}" destId="{5628F3EE-922F-4A29-B6EF-87E703EC3C3F}" srcOrd="5" destOrd="0" presId="urn:microsoft.com/office/officeart/2005/8/layout/list1"/>
    <dgm:cxn modelId="{3D2A5C69-9C90-4BE5-A412-B3310033CF35}" type="presParOf" srcId="{AFCC9DD6-68D1-48B2-80DE-05DEC9A3F076}" destId="{C3E5D5FC-9E80-4B76-BD10-C4559D6A5C36}" srcOrd="6" destOrd="0" presId="urn:microsoft.com/office/officeart/2005/8/layout/list1"/>
    <dgm:cxn modelId="{DCE9981B-E673-4269-812D-205A9B3B4AA7}" type="presParOf" srcId="{AFCC9DD6-68D1-48B2-80DE-05DEC9A3F076}" destId="{3ACA4B17-192B-4A0F-A4B7-CC5D01B92606}" srcOrd="7" destOrd="0" presId="urn:microsoft.com/office/officeart/2005/8/layout/list1"/>
    <dgm:cxn modelId="{A8345479-B97B-4D8F-8DF2-86B5DB3BC545}" type="presParOf" srcId="{AFCC9DD6-68D1-48B2-80DE-05DEC9A3F076}" destId="{31895B67-70E2-43D9-8000-FAFDCCFDD8DF}" srcOrd="8" destOrd="0" presId="urn:microsoft.com/office/officeart/2005/8/layout/list1"/>
    <dgm:cxn modelId="{9F32896C-9FD9-458E-B99C-EF4301C715C6}" type="presParOf" srcId="{31895B67-70E2-43D9-8000-FAFDCCFDD8DF}" destId="{3056A564-35CE-4AF9-A6FB-B226FCAE5A03}" srcOrd="0" destOrd="0" presId="urn:microsoft.com/office/officeart/2005/8/layout/list1"/>
    <dgm:cxn modelId="{E02379E5-6997-48B8-B7B9-51CE74539282}" type="presParOf" srcId="{31895B67-70E2-43D9-8000-FAFDCCFDD8DF}" destId="{1F2AF9FD-F13B-45F3-BC65-E0E268850B99}" srcOrd="1" destOrd="0" presId="urn:microsoft.com/office/officeart/2005/8/layout/list1"/>
    <dgm:cxn modelId="{0453F3B6-F859-4CF4-B501-0B588BE83549}" type="presParOf" srcId="{AFCC9DD6-68D1-48B2-80DE-05DEC9A3F076}" destId="{091D4DCE-244E-4466-BDBF-F1DB1AB1C3F0}" srcOrd="9" destOrd="0" presId="urn:microsoft.com/office/officeart/2005/8/layout/list1"/>
    <dgm:cxn modelId="{F9F2EE27-70D2-4E6A-836C-68F549601205}" type="presParOf" srcId="{AFCC9DD6-68D1-48B2-80DE-05DEC9A3F076}" destId="{0F4FF162-471A-4D45-ACA9-B294C62ADAAF}" srcOrd="10" destOrd="0" presId="urn:microsoft.com/office/officeart/2005/8/layout/list1"/>
  </dgm:cxnLst>
  <dgm:bg>
    <a:solidFill>
      <a:schemeClr val="accent5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467FB2D-92E5-4A6C-8AB5-0C474B6F9E4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D894C3-61C9-432F-BF08-4405C169DD67}">
      <dgm:prSet phldrT="[Text]" custT="1"/>
      <dgm:spPr>
        <a:solidFill>
          <a:srgbClr val="002060"/>
        </a:solidFill>
      </dgm:spPr>
      <dgm:t>
        <a:bodyPr/>
        <a:lstStyle/>
        <a:p>
          <a:r>
            <a:rPr lang="en-IN" sz="2800" b="1" dirty="0"/>
            <a:t>144. (a) Each of the students in the computer class/ (b) has to type/ (c) their own research paper this semester./ (d) No error</a:t>
          </a:r>
          <a:endParaRPr lang="en-US" sz="2800" b="1" dirty="0"/>
        </a:p>
      </dgm:t>
    </dgm:pt>
    <dgm:pt modelId="{BEEB1753-854C-418E-9B6C-932878B43160}" type="parTrans" cxnId="{FA3D5B3C-7C33-450E-96A4-66013ED780D5}">
      <dgm:prSet/>
      <dgm:spPr/>
      <dgm:t>
        <a:bodyPr/>
        <a:lstStyle/>
        <a:p>
          <a:endParaRPr lang="en-US"/>
        </a:p>
      </dgm:t>
    </dgm:pt>
    <dgm:pt modelId="{E9FA5B00-D75A-4ECF-8CA2-7D6D17812338}" type="sibTrans" cxnId="{FA3D5B3C-7C33-450E-96A4-66013ED780D5}">
      <dgm:prSet/>
      <dgm:spPr/>
      <dgm:t>
        <a:bodyPr/>
        <a:lstStyle/>
        <a:p>
          <a:endParaRPr lang="en-US"/>
        </a:p>
      </dgm:t>
    </dgm:pt>
    <dgm:pt modelId="{D6EDECD3-3CD4-4811-B5DD-CAB0C8DE0737}">
      <dgm:prSet custT="1"/>
      <dgm:spPr>
        <a:solidFill>
          <a:srgbClr val="002060"/>
        </a:solidFill>
      </dgm:spPr>
      <dgm:t>
        <a:bodyPr/>
        <a:lstStyle/>
        <a:p>
          <a:r>
            <a:rPr lang="en-IN" sz="2800" b="1" dirty="0"/>
            <a:t>145. (a) Everyone of the films/ (b) you suggested/ (c) are not worth seeing./ (d) No error </a:t>
          </a:r>
        </a:p>
      </dgm:t>
    </dgm:pt>
    <dgm:pt modelId="{FD4D6859-0A00-4C0F-A6A9-00845DEB88D5}" type="parTrans" cxnId="{5D4CF36F-DDE6-4960-9489-0E191E812CDA}">
      <dgm:prSet/>
      <dgm:spPr/>
      <dgm:t>
        <a:bodyPr/>
        <a:lstStyle/>
        <a:p>
          <a:endParaRPr lang="en-US"/>
        </a:p>
      </dgm:t>
    </dgm:pt>
    <dgm:pt modelId="{7F78C824-D544-45AC-BDF1-97444CC2D23A}" type="sibTrans" cxnId="{5D4CF36F-DDE6-4960-9489-0E191E812CDA}">
      <dgm:prSet/>
      <dgm:spPr/>
      <dgm:t>
        <a:bodyPr/>
        <a:lstStyle/>
        <a:p>
          <a:endParaRPr lang="en-US"/>
        </a:p>
      </dgm:t>
    </dgm:pt>
    <dgm:pt modelId="{64D04EC5-A3BA-4ACC-B9A1-8A2CD0088173}">
      <dgm:prSet custT="1"/>
      <dgm:spPr>
        <a:solidFill>
          <a:srgbClr val="002060"/>
        </a:solidFill>
      </dgm:spPr>
      <dgm:t>
        <a:bodyPr/>
        <a:lstStyle/>
        <a:p>
          <a:r>
            <a:rPr lang="en-IN" sz="2800" b="1" dirty="0"/>
            <a:t>146. (a) The Secretary and Principal of the college/ (b) are attending/ (c) the District Development Council Meeting at the </a:t>
          </a:r>
          <a:r>
            <a:rPr lang="en-IN" sz="2800" b="1" dirty="0" err="1"/>
            <a:t>Collectorate</a:t>
          </a:r>
          <a:r>
            <a:rPr lang="en-IN" sz="2800" b="1" dirty="0"/>
            <a:t>./ (d) No error(b) lead/ (c) to the park/ (d) No error</a:t>
          </a:r>
        </a:p>
      </dgm:t>
    </dgm:pt>
    <dgm:pt modelId="{A7F0C7BF-F55D-46E5-B69C-6043BDD83C60}" type="parTrans" cxnId="{866415A0-C719-4BF2-BB96-3BF7CD11B93F}">
      <dgm:prSet/>
      <dgm:spPr/>
      <dgm:t>
        <a:bodyPr/>
        <a:lstStyle/>
        <a:p>
          <a:endParaRPr lang="en-US"/>
        </a:p>
      </dgm:t>
    </dgm:pt>
    <dgm:pt modelId="{C763F5D9-068C-4CFD-8896-5D3CD3966B35}" type="sibTrans" cxnId="{866415A0-C719-4BF2-BB96-3BF7CD11B93F}">
      <dgm:prSet/>
      <dgm:spPr/>
      <dgm:t>
        <a:bodyPr/>
        <a:lstStyle/>
        <a:p>
          <a:endParaRPr lang="en-US"/>
        </a:p>
      </dgm:t>
    </dgm:pt>
    <dgm:pt modelId="{4BAA31F7-F769-4924-8D1F-A73469C96AE4}" type="pres">
      <dgm:prSet presAssocID="{9467FB2D-92E5-4A6C-8AB5-0C474B6F9E4C}" presName="linear" presStyleCnt="0">
        <dgm:presLayoutVars>
          <dgm:dir/>
          <dgm:animLvl val="lvl"/>
          <dgm:resizeHandles val="exact"/>
        </dgm:presLayoutVars>
      </dgm:prSet>
      <dgm:spPr/>
    </dgm:pt>
    <dgm:pt modelId="{C8EBF4BA-7D20-44B9-9FE1-44842A3ED25B}" type="pres">
      <dgm:prSet presAssocID="{ADD894C3-61C9-432F-BF08-4405C169DD67}" presName="parentLin" presStyleCnt="0"/>
      <dgm:spPr/>
    </dgm:pt>
    <dgm:pt modelId="{79A39FA7-37A9-45A2-AFB6-69217E47CDCC}" type="pres">
      <dgm:prSet presAssocID="{ADD894C3-61C9-432F-BF08-4405C169DD67}" presName="parentLeftMargin" presStyleLbl="node1" presStyleIdx="0" presStyleCnt="3"/>
      <dgm:spPr/>
    </dgm:pt>
    <dgm:pt modelId="{FA13C0E4-28A1-4732-9B99-BC9A4F2E6350}" type="pres">
      <dgm:prSet presAssocID="{ADD894C3-61C9-432F-BF08-4405C169DD6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3CA85D4-F907-4112-927C-043BF67EACBD}" type="pres">
      <dgm:prSet presAssocID="{ADD894C3-61C9-432F-BF08-4405C169DD67}" presName="negativeSpace" presStyleCnt="0"/>
      <dgm:spPr/>
    </dgm:pt>
    <dgm:pt modelId="{5F348391-FC44-4ABE-96F3-0011490ABB70}" type="pres">
      <dgm:prSet presAssocID="{ADD894C3-61C9-432F-BF08-4405C169DD67}" presName="childText" presStyleLbl="conFgAcc1" presStyleIdx="0" presStyleCnt="3">
        <dgm:presLayoutVars>
          <dgm:bulletEnabled val="1"/>
        </dgm:presLayoutVars>
      </dgm:prSet>
      <dgm:spPr/>
    </dgm:pt>
    <dgm:pt modelId="{CB9717B2-70E5-4F02-A90D-AFB62110284F}" type="pres">
      <dgm:prSet presAssocID="{E9FA5B00-D75A-4ECF-8CA2-7D6D17812338}" presName="spaceBetweenRectangles" presStyleCnt="0"/>
      <dgm:spPr/>
    </dgm:pt>
    <dgm:pt modelId="{D62F8495-2FF6-484B-BF9C-3B80B1F24E45}" type="pres">
      <dgm:prSet presAssocID="{D6EDECD3-3CD4-4811-B5DD-CAB0C8DE0737}" presName="parentLin" presStyleCnt="0"/>
      <dgm:spPr/>
    </dgm:pt>
    <dgm:pt modelId="{5AB846DC-26DC-4FD8-B446-571920DAC296}" type="pres">
      <dgm:prSet presAssocID="{D6EDECD3-3CD4-4811-B5DD-CAB0C8DE0737}" presName="parentLeftMargin" presStyleLbl="node1" presStyleIdx="0" presStyleCnt="3"/>
      <dgm:spPr/>
    </dgm:pt>
    <dgm:pt modelId="{1F0C0002-8888-48D2-841B-8A6DC5B583C0}" type="pres">
      <dgm:prSet presAssocID="{D6EDECD3-3CD4-4811-B5DD-CAB0C8DE073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86E88B9-5643-4C47-BEB0-89014A8585B9}" type="pres">
      <dgm:prSet presAssocID="{D6EDECD3-3CD4-4811-B5DD-CAB0C8DE0737}" presName="negativeSpace" presStyleCnt="0"/>
      <dgm:spPr/>
    </dgm:pt>
    <dgm:pt modelId="{35A9392A-67AA-4230-A9CA-D372F96BF935}" type="pres">
      <dgm:prSet presAssocID="{D6EDECD3-3CD4-4811-B5DD-CAB0C8DE0737}" presName="childText" presStyleLbl="conFgAcc1" presStyleIdx="1" presStyleCnt="3">
        <dgm:presLayoutVars>
          <dgm:bulletEnabled val="1"/>
        </dgm:presLayoutVars>
      </dgm:prSet>
      <dgm:spPr/>
    </dgm:pt>
    <dgm:pt modelId="{913396AC-5BF0-4D05-AAF7-DA5DD22DBD74}" type="pres">
      <dgm:prSet presAssocID="{7F78C824-D544-45AC-BDF1-97444CC2D23A}" presName="spaceBetweenRectangles" presStyleCnt="0"/>
      <dgm:spPr/>
    </dgm:pt>
    <dgm:pt modelId="{E5F25FBF-5252-4E63-85F1-9A1C3845CC58}" type="pres">
      <dgm:prSet presAssocID="{64D04EC5-A3BA-4ACC-B9A1-8A2CD0088173}" presName="parentLin" presStyleCnt="0"/>
      <dgm:spPr/>
    </dgm:pt>
    <dgm:pt modelId="{84EBB42F-3B14-4282-B7E9-9F82B03ABAD2}" type="pres">
      <dgm:prSet presAssocID="{64D04EC5-A3BA-4ACC-B9A1-8A2CD0088173}" presName="parentLeftMargin" presStyleLbl="node1" presStyleIdx="1" presStyleCnt="3"/>
      <dgm:spPr/>
    </dgm:pt>
    <dgm:pt modelId="{5C9DB70E-25BA-451B-9139-547263D8389A}" type="pres">
      <dgm:prSet presAssocID="{64D04EC5-A3BA-4ACC-B9A1-8A2CD008817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9C9914E-0944-412B-BA50-0A91773F3D0A}" type="pres">
      <dgm:prSet presAssocID="{64D04EC5-A3BA-4ACC-B9A1-8A2CD0088173}" presName="negativeSpace" presStyleCnt="0"/>
      <dgm:spPr/>
    </dgm:pt>
    <dgm:pt modelId="{BC918CE4-BADA-454C-B4C4-A84A4EA12D23}" type="pres">
      <dgm:prSet presAssocID="{64D04EC5-A3BA-4ACC-B9A1-8A2CD008817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BDCA924-C551-4174-8A03-98F37D0268F0}" type="presOf" srcId="{ADD894C3-61C9-432F-BF08-4405C169DD67}" destId="{FA13C0E4-28A1-4732-9B99-BC9A4F2E6350}" srcOrd="1" destOrd="0" presId="urn:microsoft.com/office/officeart/2005/8/layout/list1"/>
    <dgm:cxn modelId="{FA3D5B3C-7C33-450E-96A4-66013ED780D5}" srcId="{9467FB2D-92E5-4A6C-8AB5-0C474B6F9E4C}" destId="{ADD894C3-61C9-432F-BF08-4405C169DD67}" srcOrd="0" destOrd="0" parTransId="{BEEB1753-854C-418E-9B6C-932878B43160}" sibTransId="{E9FA5B00-D75A-4ECF-8CA2-7D6D17812338}"/>
    <dgm:cxn modelId="{12E4C740-8403-43C8-912B-1AD44730DCCB}" type="presOf" srcId="{9467FB2D-92E5-4A6C-8AB5-0C474B6F9E4C}" destId="{4BAA31F7-F769-4924-8D1F-A73469C96AE4}" srcOrd="0" destOrd="0" presId="urn:microsoft.com/office/officeart/2005/8/layout/list1"/>
    <dgm:cxn modelId="{5D4CF36F-DDE6-4960-9489-0E191E812CDA}" srcId="{9467FB2D-92E5-4A6C-8AB5-0C474B6F9E4C}" destId="{D6EDECD3-3CD4-4811-B5DD-CAB0C8DE0737}" srcOrd="1" destOrd="0" parTransId="{FD4D6859-0A00-4C0F-A6A9-00845DEB88D5}" sibTransId="{7F78C824-D544-45AC-BDF1-97444CC2D23A}"/>
    <dgm:cxn modelId="{9C1E9D85-F2AD-417B-A062-2BB0C55C65DB}" type="presOf" srcId="{64D04EC5-A3BA-4ACC-B9A1-8A2CD0088173}" destId="{5C9DB70E-25BA-451B-9139-547263D8389A}" srcOrd="1" destOrd="0" presId="urn:microsoft.com/office/officeart/2005/8/layout/list1"/>
    <dgm:cxn modelId="{0E85AC8F-729F-40D1-A02B-CE8B166165D6}" type="presOf" srcId="{64D04EC5-A3BA-4ACC-B9A1-8A2CD0088173}" destId="{84EBB42F-3B14-4282-B7E9-9F82B03ABAD2}" srcOrd="0" destOrd="0" presId="urn:microsoft.com/office/officeart/2005/8/layout/list1"/>
    <dgm:cxn modelId="{866415A0-C719-4BF2-BB96-3BF7CD11B93F}" srcId="{9467FB2D-92E5-4A6C-8AB5-0C474B6F9E4C}" destId="{64D04EC5-A3BA-4ACC-B9A1-8A2CD0088173}" srcOrd="2" destOrd="0" parTransId="{A7F0C7BF-F55D-46E5-B69C-6043BDD83C60}" sibTransId="{C763F5D9-068C-4CFD-8896-5D3CD3966B35}"/>
    <dgm:cxn modelId="{088C43B6-707C-4FB8-8C60-E994D6E6BD29}" type="presOf" srcId="{D6EDECD3-3CD4-4811-B5DD-CAB0C8DE0737}" destId="{5AB846DC-26DC-4FD8-B446-571920DAC296}" srcOrd="0" destOrd="0" presId="urn:microsoft.com/office/officeart/2005/8/layout/list1"/>
    <dgm:cxn modelId="{B14F0BCF-17C8-4ED5-8D5D-00CC476796BC}" type="presOf" srcId="{D6EDECD3-3CD4-4811-B5DD-CAB0C8DE0737}" destId="{1F0C0002-8888-48D2-841B-8A6DC5B583C0}" srcOrd="1" destOrd="0" presId="urn:microsoft.com/office/officeart/2005/8/layout/list1"/>
    <dgm:cxn modelId="{BF543DF4-B8AB-46D8-8CD8-345975312F0F}" type="presOf" srcId="{ADD894C3-61C9-432F-BF08-4405C169DD67}" destId="{79A39FA7-37A9-45A2-AFB6-69217E47CDCC}" srcOrd="0" destOrd="0" presId="urn:microsoft.com/office/officeart/2005/8/layout/list1"/>
    <dgm:cxn modelId="{C944622A-EE1E-4E64-8CEA-19AA8CB1208F}" type="presParOf" srcId="{4BAA31F7-F769-4924-8D1F-A73469C96AE4}" destId="{C8EBF4BA-7D20-44B9-9FE1-44842A3ED25B}" srcOrd="0" destOrd="0" presId="urn:microsoft.com/office/officeart/2005/8/layout/list1"/>
    <dgm:cxn modelId="{7CAD7C07-1116-4AE7-B78D-01066D261FEF}" type="presParOf" srcId="{C8EBF4BA-7D20-44B9-9FE1-44842A3ED25B}" destId="{79A39FA7-37A9-45A2-AFB6-69217E47CDCC}" srcOrd="0" destOrd="0" presId="urn:microsoft.com/office/officeart/2005/8/layout/list1"/>
    <dgm:cxn modelId="{BA631D31-FD71-4D8E-B2C6-5636A3D92D08}" type="presParOf" srcId="{C8EBF4BA-7D20-44B9-9FE1-44842A3ED25B}" destId="{FA13C0E4-28A1-4732-9B99-BC9A4F2E6350}" srcOrd="1" destOrd="0" presId="urn:microsoft.com/office/officeart/2005/8/layout/list1"/>
    <dgm:cxn modelId="{2DA4B07E-9F66-4B6D-B8BF-664562719C4E}" type="presParOf" srcId="{4BAA31F7-F769-4924-8D1F-A73469C96AE4}" destId="{13CA85D4-F907-4112-927C-043BF67EACBD}" srcOrd="1" destOrd="0" presId="urn:microsoft.com/office/officeart/2005/8/layout/list1"/>
    <dgm:cxn modelId="{FCFD8322-B378-4868-BDAE-AB17717A5984}" type="presParOf" srcId="{4BAA31F7-F769-4924-8D1F-A73469C96AE4}" destId="{5F348391-FC44-4ABE-96F3-0011490ABB70}" srcOrd="2" destOrd="0" presId="urn:microsoft.com/office/officeart/2005/8/layout/list1"/>
    <dgm:cxn modelId="{DAF32FDA-A338-4A93-B901-88795F5C2271}" type="presParOf" srcId="{4BAA31F7-F769-4924-8D1F-A73469C96AE4}" destId="{CB9717B2-70E5-4F02-A90D-AFB62110284F}" srcOrd="3" destOrd="0" presId="urn:microsoft.com/office/officeart/2005/8/layout/list1"/>
    <dgm:cxn modelId="{E1712002-C47B-416E-A5BC-6DB1E4A33690}" type="presParOf" srcId="{4BAA31F7-F769-4924-8D1F-A73469C96AE4}" destId="{D62F8495-2FF6-484B-BF9C-3B80B1F24E45}" srcOrd="4" destOrd="0" presId="urn:microsoft.com/office/officeart/2005/8/layout/list1"/>
    <dgm:cxn modelId="{97211966-47FF-4407-962B-CA937F5B760F}" type="presParOf" srcId="{D62F8495-2FF6-484B-BF9C-3B80B1F24E45}" destId="{5AB846DC-26DC-4FD8-B446-571920DAC296}" srcOrd="0" destOrd="0" presId="urn:microsoft.com/office/officeart/2005/8/layout/list1"/>
    <dgm:cxn modelId="{80A51C2B-584C-475F-A5EC-D20D895C86B7}" type="presParOf" srcId="{D62F8495-2FF6-484B-BF9C-3B80B1F24E45}" destId="{1F0C0002-8888-48D2-841B-8A6DC5B583C0}" srcOrd="1" destOrd="0" presId="urn:microsoft.com/office/officeart/2005/8/layout/list1"/>
    <dgm:cxn modelId="{3C9DFA3F-6DF6-434D-8607-BA17E36FB717}" type="presParOf" srcId="{4BAA31F7-F769-4924-8D1F-A73469C96AE4}" destId="{086E88B9-5643-4C47-BEB0-89014A8585B9}" srcOrd="5" destOrd="0" presId="urn:microsoft.com/office/officeart/2005/8/layout/list1"/>
    <dgm:cxn modelId="{1A4908A8-F2EB-4884-A1C9-B56FE1CCC2E9}" type="presParOf" srcId="{4BAA31F7-F769-4924-8D1F-A73469C96AE4}" destId="{35A9392A-67AA-4230-A9CA-D372F96BF935}" srcOrd="6" destOrd="0" presId="urn:microsoft.com/office/officeart/2005/8/layout/list1"/>
    <dgm:cxn modelId="{A13B0BAF-FD5F-45CD-8A25-60561EB9006A}" type="presParOf" srcId="{4BAA31F7-F769-4924-8D1F-A73469C96AE4}" destId="{913396AC-5BF0-4D05-AAF7-DA5DD22DBD74}" srcOrd="7" destOrd="0" presId="urn:microsoft.com/office/officeart/2005/8/layout/list1"/>
    <dgm:cxn modelId="{FD3F1587-6B44-40BB-8D8B-9AE4D9E7ADDA}" type="presParOf" srcId="{4BAA31F7-F769-4924-8D1F-A73469C96AE4}" destId="{E5F25FBF-5252-4E63-85F1-9A1C3845CC58}" srcOrd="8" destOrd="0" presId="urn:microsoft.com/office/officeart/2005/8/layout/list1"/>
    <dgm:cxn modelId="{430B6603-A2D6-4894-A651-12029C83E201}" type="presParOf" srcId="{E5F25FBF-5252-4E63-85F1-9A1C3845CC58}" destId="{84EBB42F-3B14-4282-B7E9-9F82B03ABAD2}" srcOrd="0" destOrd="0" presId="urn:microsoft.com/office/officeart/2005/8/layout/list1"/>
    <dgm:cxn modelId="{25C8184D-FC88-4815-922B-03AC8D098817}" type="presParOf" srcId="{E5F25FBF-5252-4E63-85F1-9A1C3845CC58}" destId="{5C9DB70E-25BA-451B-9139-547263D8389A}" srcOrd="1" destOrd="0" presId="urn:microsoft.com/office/officeart/2005/8/layout/list1"/>
    <dgm:cxn modelId="{02174B33-5295-4342-BC55-F0988A473996}" type="presParOf" srcId="{4BAA31F7-F769-4924-8D1F-A73469C96AE4}" destId="{C9C9914E-0944-412B-BA50-0A91773F3D0A}" srcOrd="9" destOrd="0" presId="urn:microsoft.com/office/officeart/2005/8/layout/list1"/>
    <dgm:cxn modelId="{4B475E71-5773-4412-A28C-2BC98574FA55}" type="presParOf" srcId="{4BAA31F7-F769-4924-8D1F-A73469C96AE4}" destId="{BC918CE4-BADA-454C-B4C4-A84A4EA12D23}" srcOrd="10" destOrd="0" presId="urn:microsoft.com/office/officeart/2005/8/layout/list1"/>
  </dgm:cxnLst>
  <dgm:bg>
    <a:solidFill>
      <a:schemeClr val="accent6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467FB2D-92E5-4A6C-8AB5-0C474B6F9E4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D894C3-61C9-432F-BF08-4405C169DD67}">
      <dgm:prSet phldrT="[Text]" custT="1"/>
      <dgm:spPr>
        <a:solidFill>
          <a:srgbClr val="002060"/>
        </a:solidFill>
      </dgm:spPr>
      <dgm:t>
        <a:bodyPr/>
        <a:lstStyle/>
        <a:p>
          <a:r>
            <a:rPr lang="en-IN" sz="2800" b="1" dirty="0"/>
            <a:t> (a) </a:t>
          </a:r>
          <a:r>
            <a:rPr lang="en-IN" sz="2800" b="1" dirty="0">
              <a:solidFill>
                <a:srgbClr val="C00000"/>
              </a:solidFill>
            </a:rPr>
            <a:t>Each</a:t>
          </a:r>
          <a:r>
            <a:rPr lang="en-IN" sz="2800" b="1" dirty="0"/>
            <a:t> of the students in the computer class/ (b) </a:t>
          </a:r>
          <a:r>
            <a:rPr lang="en-IN" sz="2800" b="1" dirty="0">
              <a:solidFill>
                <a:srgbClr val="C00000"/>
              </a:solidFill>
            </a:rPr>
            <a:t>has</a:t>
          </a:r>
          <a:r>
            <a:rPr lang="en-IN" sz="2800" b="1" dirty="0"/>
            <a:t> to type/ (c) </a:t>
          </a:r>
          <a:r>
            <a:rPr lang="en-IN" sz="2800" b="1" strike="sngStrike" dirty="0">
              <a:solidFill>
                <a:srgbClr val="C00000"/>
              </a:solidFill>
            </a:rPr>
            <a:t>their  </a:t>
          </a:r>
          <a:r>
            <a:rPr lang="en-IN" sz="2800" b="1" strike="noStrike" dirty="0">
              <a:solidFill>
                <a:srgbClr val="C00000"/>
              </a:solidFill>
            </a:rPr>
            <a:t>his </a:t>
          </a:r>
          <a:r>
            <a:rPr lang="en-IN" sz="2800" b="1" dirty="0"/>
            <a:t>own research paper this semester./ (d) No error (agreement of Pronoun)</a:t>
          </a:r>
          <a:endParaRPr lang="en-US" sz="2800" b="1" dirty="0"/>
        </a:p>
      </dgm:t>
    </dgm:pt>
    <dgm:pt modelId="{BEEB1753-854C-418E-9B6C-932878B43160}" type="parTrans" cxnId="{FA3D5B3C-7C33-450E-96A4-66013ED780D5}">
      <dgm:prSet/>
      <dgm:spPr/>
      <dgm:t>
        <a:bodyPr/>
        <a:lstStyle/>
        <a:p>
          <a:endParaRPr lang="en-US"/>
        </a:p>
      </dgm:t>
    </dgm:pt>
    <dgm:pt modelId="{E9FA5B00-D75A-4ECF-8CA2-7D6D17812338}" type="sibTrans" cxnId="{FA3D5B3C-7C33-450E-96A4-66013ED780D5}">
      <dgm:prSet/>
      <dgm:spPr/>
      <dgm:t>
        <a:bodyPr/>
        <a:lstStyle/>
        <a:p>
          <a:endParaRPr lang="en-US"/>
        </a:p>
      </dgm:t>
    </dgm:pt>
    <dgm:pt modelId="{D6EDECD3-3CD4-4811-B5DD-CAB0C8DE0737}">
      <dgm:prSet custT="1"/>
      <dgm:spPr>
        <a:solidFill>
          <a:srgbClr val="002060"/>
        </a:solidFill>
      </dgm:spPr>
      <dgm:t>
        <a:bodyPr/>
        <a:lstStyle/>
        <a:p>
          <a:r>
            <a:rPr lang="en-IN" sz="2800" b="1" dirty="0"/>
            <a:t> (a) </a:t>
          </a:r>
          <a:r>
            <a:rPr lang="en-IN" sz="2800" b="1" dirty="0">
              <a:solidFill>
                <a:srgbClr val="C00000"/>
              </a:solidFill>
            </a:rPr>
            <a:t>Everyone </a:t>
          </a:r>
          <a:r>
            <a:rPr lang="en-IN" sz="2800" b="1" dirty="0"/>
            <a:t>of the films/ (b) you suggested/ (c) </a:t>
          </a:r>
          <a:r>
            <a:rPr lang="en-IN" sz="2800" b="1" strike="sngStrike" dirty="0">
              <a:solidFill>
                <a:srgbClr val="C00000"/>
              </a:solidFill>
            </a:rPr>
            <a:t>are</a:t>
          </a:r>
          <a:r>
            <a:rPr lang="en-IN" sz="2800" b="1" dirty="0">
              <a:solidFill>
                <a:srgbClr val="C00000"/>
              </a:solidFill>
            </a:rPr>
            <a:t> is </a:t>
          </a:r>
          <a:r>
            <a:rPr lang="en-IN" sz="2800" b="1" dirty="0"/>
            <a:t>not worth seeing./ (d) No error </a:t>
          </a:r>
        </a:p>
      </dgm:t>
    </dgm:pt>
    <dgm:pt modelId="{FD4D6859-0A00-4C0F-A6A9-00845DEB88D5}" type="parTrans" cxnId="{5D4CF36F-DDE6-4960-9489-0E191E812CDA}">
      <dgm:prSet/>
      <dgm:spPr/>
      <dgm:t>
        <a:bodyPr/>
        <a:lstStyle/>
        <a:p>
          <a:endParaRPr lang="en-US"/>
        </a:p>
      </dgm:t>
    </dgm:pt>
    <dgm:pt modelId="{7F78C824-D544-45AC-BDF1-97444CC2D23A}" type="sibTrans" cxnId="{5D4CF36F-DDE6-4960-9489-0E191E812CDA}">
      <dgm:prSet/>
      <dgm:spPr/>
      <dgm:t>
        <a:bodyPr/>
        <a:lstStyle/>
        <a:p>
          <a:endParaRPr lang="en-US"/>
        </a:p>
      </dgm:t>
    </dgm:pt>
    <dgm:pt modelId="{64D04EC5-A3BA-4ACC-B9A1-8A2CD0088173}">
      <dgm:prSet custT="1"/>
      <dgm:spPr>
        <a:solidFill>
          <a:srgbClr val="002060"/>
        </a:solidFill>
      </dgm:spPr>
      <dgm:t>
        <a:bodyPr/>
        <a:lstStyle/>
        <a:p>
          <a:r>
            <a:rPr lang="en-IN" sz="2800" b="1" dirty="0"/>
            <a:t> (a) </a:t>
          </a:r>
          <a:r>
            <a:rPr lang="en-IN" sz="2800" b="1" dirty="0">
              <a:solidFill>
                <a:srgbClr val="C00000"/>
              </a:solidFill>
            </a:rPr>
            <a:t>The Secretary and Principal </a:t>
          </a:r>
          <a:r>
            <a:rPr lang="en-IN" sz="2800" b="1" dirty="0"/>
            <a:t>of the college/ (b) </a:t>
          </a:r>
          <a:r>
            <a:rPr lang="en-IN" sz="2800" b="1" strike="sngStrike" dirty="0">
              <a:solidFill>
                <a:srgbClr val="C00000"/>
              </a:solidFill>
            </a:rPr>
            <a:t>are</a:t>
          </a:r>
          <a:r>
            <a:rPr lang="en-IN" sz="2800" b="1" dirty="0"/>
            <a:t> </a:t>
          </a:r>
          <a:r>
            <a:rPr lang="en-IN" sz="2800" b="1" dirty="0">
              <a:solidFill>
                <a:srgbClr val="C00000"/>
              </a:solidFill>
            </a:rPr>
            <a:t>is </a:t>
          </a:r>
          <a:r>
            <a:rPr lang="en-IN" sz="2800" b="1" dirty="0"/>
            <a:t>attending/ (c) the District Development Council Meeting at the Collectorate./ (d) No error(b) lead/ (c) to the park/ (d) No error</a:t>
          </a:r>
        </a:p>
      </dgm:t>
    </dgm:pt>
    <dgm:pt modelId="{A7F0C7BF-F55D-46E5-B69C-6043BDD83C60}" type="parTrans" cxnId="{866415A0-C719-4BF2-BB96-3BF7CD11B93F}">
      <dgm:prSet/>
      <dgm:spPr/>
      <dgm:t>
        <a:bodyPr/>
        <a:lstStyle/>
        <a:p>
          <a:endParaRPr lang="en-US"/>
        </a:p>
      </dgm:t>
    </dgm:pt>
    <dgm:pt modelId="{C763F5D9-068C-4CFD-8896-5D3CD3966B35}" type="sibTrans" cxnId="{866415A0-C719-4BF2-BB96-3BF7CD11B93F}">
      <dgm:prSet/>
      <dgm:spPr/>
      <dgm:t>
        <a:bodyPr/>
        <a:lstStyle/>
        <a:p>
          <a:endParaRPr lang="en-US"/>
        </a:p>
      </dgm:t>
    </dgm:pt>
    <dgm:pt modelId="{4BAA31F7-F769-4924-8D1F-A73469C96AE4}" type="pres">
      <dgm:prSet presAssocID="{9467FB2D-92E5-4A6C-8AB5-0C474B6F9E4C}" presName="linear" presStyleCnt="0">
        <dgm:presLayoutVars>
          <dgm:dir/>
          <dgm:animLvl val="lvl"/>
          <dgm:resizeHandles val="exact"/>
        </dgm:presLayoutVars>
      </dgm:prSet>
      <dgm:spPr/>
    </dgm:pt>
    <dgm:pt modelId="{C8EBF4BA-7D20-44B9-9FE1-44842A3ED25B}" type="pres">
      <dgm:prSet presAssocID="{ADD894C3-61C9-432F-BF08-4405C169DD67}" presName="parentLin" presStyleCnt="0"/>
      <dgm:spPr/>
    </dgm:pt>
    <dgm:pt modelId="{79A39FA7-37A9-45A2-AFB6-69217E47CDCC}" type="pres">
      <dgm:prSet presAssocID="{ADD894C3-61C9-432F-BF08-4405C169DD67}" presName="parentLeftMargin" presStyleLbl="node1" presStyleIdx="0" presStyleCnt="3"/>
      <dgm:spPr/>
    </dgm:pt>
    <dgm:pt modelId="{FA13C0E4-28A1-4732-9B99-BC9A4F2E6350}" type="pres">
      <dgm:prSet presAssocID="{ADD894C3-61C9-432F-BF08-4405C169DD6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3CA85D4-F907-4112-927C-043BF67EACBD}" type="pres">
      <dgm:prSet presAssocID="{ADD894C3-61C9-432F-BF08-4405C169DD67}" presName="negativeSpace" presStyleCnt="0"/>
      <dgm:spPr/>
    </dgm:pt>
    <dgm:pt modelId="{5F348391-FC44-4ABE-96F3-0011490ABB70}" type="pres">
      <dgm:prSet presAssocID="{ADD894C3-61C9-432F-BF08-4405C169DD67}" presName="childText" presStyleLbl="conFgAcc1" presStyleIdx="0" presStyleCnt="3">
        <dgm:presLayoutVars>
          <dgm:bulletEnabled val="1"/>
        </dgm:presLayoutVars>
      </dgm:prSet>
      <dgm:spPr/>
    </dgm:pt>
    <dgm:pt modelId="{CB9717B2-70E5-4F02-A90D-AFB62110284F}" type="pres">
      <dgm:prSet presAssocID="{E9FA5B00-D75A-4ECF-8CA2-7D6D17812338}" presName="spaceBetweenRectangles" presStyleCnt="0"/>
      <dgm:spPr/>
    </dgm:pt>
    <dgm:pt modelId="{D62F8495-2FF6-484B-BF9C-3B80B1F24E45}" type="pres">
      <dgm:prSet presAssocID="{D6EDECD3-3CD4-4811-B5DD-CAB0C8DE0737}" presName="parentLin" presStyleCnt="0"/>
      <dgm:spPr/>
    </dgm:pt>
    <dgm:pt modelId="{5AB846DC-26DC-4FD8-B446-571920DAC296}" type="pres">
      <dgm:prSet presAssocID="{D6EDECD3-3CD4-4811-B5DD-CAB0C8DE0737}" presName="parentLeftMargin" presStyleLbl="node1" presStyleIdx="0" presStyleCnt="3"/>
      <dgm:spPr/>
    </dgm:pt>
    <dgm:pt modelId="{1F0C0002-8888-48D2-841B-8A6DC5B583C0}" type="pres">
      <dgm:prSet presAssocID="{D6EDECD3-3CD4-4811-B5DD-CAB0C8DE073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86E88B9-5643-4C47-BEB0-89014A8585B9}" type="pres">
      <dgm:prSet presAssocID="{D6EDECD3-3CD4-4811-B5DD-CAB0C8DE0737}" presName="negativeSpace" presStyleCnt="0"/>
      <dgm:spPr/>
    </dgm:pt>
    <dgm:pt modelId="{35A9392A-67AA-4230-A9CA-D372F96BF935}" type="pres">
      <dgm:prSet presAssocID="{D6EDECD3-3CD4-4811-B5DD-CAB0C8DE0737}" presName="childText" presStyleLbl="conFgAcc1" presStyleIdx="1" presStyleCnt="3">
        <dgm:presLayoutVars>
          <dgm:bulletEnabled val="1"/>
        </dgm:presLayoutVars>
      </dgm:prSet>
      <dgm:spPr/>
    </dgm:pt>
    <dgm:pt modelId="{913396AC-5BF0-4D05-AAF7-DA5DD22DBD74}" type="pres">
      <dgm:prSet presAssocID="{7F78C824-D544-45AC-BDF1-97444CC2D23A}" presName="spaceBetweenRectangles" presStyleCnt="0"/>
      <dgm:spPr/>
    </dgm:pt>
    <dgm:pt modelId="{E5F25FBF-5252-4E63-85F1-9A1C3845CC58}" type="pres">
      <dgm:prSet presAssocID="{64D04EC5-A3BA-4ACC-B9A1-8A2CD0088173}" presName="parentLin" presStyleCnt="0"/>
      <dgm:spPr/>
    </dgm:pt>
    <dgm:pt modelId="{84EBB42F-3B14-4282-B7E9-9F82B03ABAD2}" type="pres">
      <dgm:prSet presAssocID="{64D04EC5-A3BA-4ACC-B9A1-8A2CD0088173}" presName="parentLeftMargin" presStyleLbl="node1" presStyleIdx="1" presStyleCnt="3"/>
      <dgm:spPr/>
    </dgm:pt>
    <dgm:pt modelId="{5C9DB70E-25BA-451B-9139-547263D8389A}" type="pres">
      <dgm:prSet presAssocID="{64D04EC5-A3BA-4ACC-B9A1-8A2CD008817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9C9914E-0944-412B-BA50-0A91773F3D0A}" type="pres">
      <dgm:prSet presAssocID="{64D04EC5-A3BA-4ACC-B9A1-8A2CD0088173}" presName="negativeSpace" presStyleCnt="0"/>
      <dgm:spPr/>
    </dgm:pt>
    <dgm:pt modelId="{BC918CE4-BADA-454C-B4C4-A84A4EA12D23}" type="pres">
      <dgm:prSet presAssocID="{64D04EC5-A3BA-4ACC-B9A1-8A2CD008817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BDCA924-C551-4174-8A03-98F37D0268F0}" type="presOf" srcId="{ADD894C3-61C9-432F-BF08-4405C169DD67}" destId="{FA13C0E4-28A1-4732-9B99-BC9A4F2E6350}" srcOrd="1" destOrd="0" presId="urn:microsoft.com/office/officeart/2005/8/layout/list1"/>
    <dgm:cxn modelId="{FA3D5B3C-7C33-450E-96A4-66013ED780D5}" srcId="{9467FB2D-92E5-4A6C-8AB5-0C474B6F9E4C}" destId="{ADD894C3-61C9-432F-BF08-4405C169DD67}" srcOrd="0" destOrd="0" parTransId="{BEEB1753-854C-418E-9B6C-932878B43160}" sibTransId="{E9FA5B00-D75A-4ECF-8CA2-7D6D17812338}"/>
    <dgm:cxn modelId="{12E4C740-8403-43C8-912B-1AD44730DCCB}" type="presOf" srcId="{9467FB2D-92E5-4A6C-8AB5-0C474B6F9E4C}" destId="{4BAA31F7-F769-4924-8D1F-A73469C96AE4}" srcOrd="0" destOrd="0" presId="urn:microsoft.com/office/officeart/2005/8/layout/list1"/>
    <dgm:cxn modelId="{5D4CF36F-DDE6-4960-9489-0E191E812CDA}" srcId="{9467FB2D-92E5-4A6C-8AB5-0C474B6F9E4C}" destId="{D6EDECD3-3CD4-4811-B5DD-CAB0C8DE0737}" srcOrd="1" destOrd="0" parTransId="{FD4D6859-0A00-4C0F-A6A9-00845DEB88D5}" sibTransId="{7F78C824-D544-45AC-BDF1-97444CC2D23A}"/>
    <dgm:cxn modelId="{9C1E9D85-F2AD-417B-A062-2BB0C55C65DB}" type="presOf" srcId="{64D04EC5-A3BA-4ACC-B9A1-8A2CD0088173}" destId="{5C9DB70E-25BA-451B-9139-547263D8389A}" srcOrd="1" destOrd="0" presId="urn:microsoft.com/office/officeart/2005/8/layout/list1"/>
    <dgm:cxn modelId="{0E85AC8F-729F-40D1-A02B-CE8B166165D6}" type="presOf" srcId="{64D04EC5-A3BA-4ACC-B9A1-8A2CD0088173}" destId="{84EBB42F-3B14-4282-B7E9-9F82B03ABAD2}" srcOrd="0" destOrd="0" presId="urn:microsoft.com/office/officeart/2005/8/layout/list1"/>
    <dgm:cxn modelId="{866415A0-C719-4BF2-BB96-3BF7CD11B93F}" srcId="{9467FB2D-92E5-4A6C-8AB5-0C474B6F9E4C}" destId="{64D04EC5-A3BA-4ACC-B9A1-8A2CD0088173}" srcOrd="2" destOrd="0" parTransId="{A7F0C7BF-F55D-46E5-B69C-6043BDD83C60}" sibTransId="{C763F5D9-068C-4CFD-8896-5D3CD3966B35}"/>
    <dgm:cxn modelId="{088C43B6-707C-4FB8-8C60-E994D6E6BD29}" type="presOf" srcId="{D6EDECD3-3CD4-4811-B5DD-CAB0C8DE0737}" destId="{5AB846DC-26DC-4FD8-B446-571920DAC296}" srcOrd="0" destOrd="0" presId="urn:microsoft.com/office/officeart/2005/8/layout/list1"/>
    <dgm:cxn modelId="{B14F0BCF-17C8-4ED5-8D5D-00CC476796BC}" type="presOf" srcId="{D6EDECD3-3CD4-4811-B5DD-CAB0C8DE0737}" destId="{1F0C0002-8888-48D2-841B-8A6DC5B583C0}" srcOrd="1" destOrd="0" presId="urn:microsoft.com/office/officeart/2005/8/layout/list1"/>
    <dgm:cxn modelId="{BF543DF4-B8AB-46D8-8CD8-345975312F0F}" type="presOf" srcId="{ADD894C3-61C9-432F-BF08-4405C169DD67}" destId="{79A39FA7-37A9-45A2-AFB6-69217E47CDCC}" srcOrd="0" destOrd="0" presId="urn:microsoft.com/office/officeart/2005/8/layout/list1"/>
    <dgm:cxn modelId="{C944622A-EE1E-4E64-8CEA-19AA8CB1208F}" type="presParOf" srcId="{4BAA31F7-F769-4924-8D1F-A73469C96AE4}" destId="{C8EBF4BA-7D20-44B9-9FE1-44842A3ED25B}" srcOrd="0" destOrd="0" presId="urn:microsoft.com/office/officeart/2005/8/layout/list1"/>
    <dgm:cxn modelId="{7CAD7C07-1116-4AE7-B78D-01066D261FEF}" type="presParOf" srcId="{C8EBF4BA-7D20-44B9-9FE1-44842A3ED25B}" destId="{79A39FA7-37A9-45A2-AFB6-69217E47CDCC}" srcOrd="0" destOrd="0" presId="urn:microsoft.com/office/officeart/2005/8/layout/list1"/>
    <dgm:cxn modelId="{BA631D31-FD71-4D8E-B2C6-5636A3D92D08}" type="presParOf" srcId="{C8EBF4BA-7D20-44B9-9FE1-44842A3ED25B}" destId="{FA13C0E4-28A1-4732-9B99-BC9A4F2E6350}" srcOrd="1" destOrd="0" presId="urn:microsoft.com/office/officeart/2005/8/layout/list1"/>
    <dgm:cxn modelId="{2DA4B07E-9F66-4B6D-B8BF-664562719C4E}" type="presParOf" srcId="{4BAA31F7-F769-4924-8D1F-A73469C96AE4}" destId="{13CA85D4-F907-4112-927C-043BF67EACBD}" srcOrd="1" destOrd="0" presId="urn:microsoft.com/office/officeart/2005/8/layout/list1"/>
    <dgm:cxn modelId="{FCFD8322-B378-4868-BDAE-AB17717A5984}" type="presParOf" srcId="{4BAA31F7-F769-4924-8D1F-A73469C96AE4}" destId="{5F348391-FC44-4ABE-96F3-0011490ABB70}" srcOrd="2" destOrd="0" presId="urn:microsoft.com/office/officeart/2005/8/layout/list1"/>
    <dgm:cxn modelId="{DAF32FDA-A338-4A93-B901-88795F5C2271}" type="presParOf" srcId="{4BAA31F7-F769-4924-8D1F-A73469C96AE4}" destId="{CB9717B2-70E5-4F02-A90D-AFB62110284F}" srcOrd="3" destOrd="0" presId="urn:microsoft.com/office/officeart/2005/8/layout/list1"/>
    <dgm:cxn modelId="{E1712002-C47B-416E-A5BC-6DB1E4A33690}" type="presParOf" srcId="{4BAA31F7-F769-4924-8D1F-A73469C96AE4}" destId="{D62F8495-2FF6-484B-BF9C-3B80B1F24E45}" srcOrd="4" destOrd="0" presId="urn:microsoft.com/office/officeart/2005/8/layout/list1"/>
    <dgm:cxn modelId="{97211966-47FF-4407-962B-CA937F5B760F}" type="presParOf" srcId="{D62F8495-2FF6-484B-BF9C-3B80B1F24E45}" destId="{5AB846DC-26DC-4FD8-B446-571920DAC296}" srcOrd="0" destOrd="0" presId="urn:microsoft.com/office/officeart/2005/8/layout/list1"/>
    <dgm:cxn modelId="{80A51C2B-584C-475F-A5EC-D20D895C86B7}" type="presParOf" srcId="{D62F8495-2FF6-484B-BF9C-3B80B1F24E45}" destId="{1F0C0002-8888-48D2-841B-8A6DC5B583C0}" srcOrd="1" destOrd="0" presId="urn:microsoft.com/office/officeart/2005/8/layout/list1"/>
    <dgm:cxn modelId="{3C9DFA3F-6DF6-434D-8607-BA17E36FB717}" type="presParOf" srcId="{4BAA31F7-F769-4924-8D1F-A73469C96AE4}" destId="{086E88B9-5643-4C47-BEB0-89014A8585B9}" srcOrd="5" destOrd="0" presId="urn:microsoft.com/office/officeart/2005/8/layout/list1"/>
    <dgm:cxn modelId="{1A4908A8-F2EB-4884-A1C9-B56FE1CCC2E9}" type="presParOf" srcId="{4BAA31F7-F769-4924-8D1F-A73469C96AE4}" destId="{35A9392A-67AA-4230-A9CA-D372F96BF935}" srcOrd="6" destOrd="0" presId="urn:microsoft.com/office/officeart/2005/8/layout/list1"/>
    <dgm:cxn modelId="{A13B0BAF-FD5F-45CD-8A25-60561EB9006A}" type="presParOf" srcId="{4BAA31F7-F769-4924-8D1F-A73469C96AE4}" destId="{913396AC-5BF0-4D05-AAF7-DA5DD22DBD74}" srcOrd="7" destOrd="0" presId="urn:microsoft.com/office/officeart/2005/8/layout/list1"/>
    <dgm:cxn modelId="{FD3F1587-6B44-40BB-8D8B-9AE4D9E7ADDA}" type="presParOf" srcId="{4BAA31F7-F769-4924-8D1F-A73469C96AE4}" destId="{E5F25FBF-5252-4E63-85F1-9A1C3845CC58}" srcOrd="8" destOrd="0" presId="urn:microsoft.com/office/officeart/2005/8/layout/list1"/>
    <dgm:cxn modelId="{430B6603-A2D6-4894-A651-12029C83E201}" type="presParOf" srcId="{E5F25FBF-5252-4E63-85F1-9A1C3845CC58}" destId="{84EBB42F-3B14-4282-B7E9-9F82B03ABAD2}" srcOrd="0" destOrd="0" presId="urn:microsoft.com/office/officeart/2005/8/layout/list1"/>
    <dgm:cxn modelId="{25C8184D-FC88-4815-922B-03AC8D098817}" type="presParOf" srcId="{E5F25FBF-5252-4E63-85F1-9A1C3845CC58}" destId="{5C9DB70E-25BA-451B-9139-547263D8389A}" srcOrd="1" destOrd="0" presId="urn:microsoft.com/office/officeart/2005/8/layout/list1"/>
    <dgm:cxn modelId="{02174B33-5295-4342-BC55-F0988A473996}" type="presParOf" srcId="{4BAA31F7-F769-4924-8D1F-A73469C96AE4}" destId="{C9C9914E-0944-412B-BA50-0A91773F3D0A}" srcOrd="9" destOrd="0" presId="urn:microsoft.com/office/officeart/2005/8/layout/list1"/>
    <dgm:cxn modelId="{4B475E71-5773-4412-A28C-2BC98574FA55}" type="presParOf" srcId="{4BAA31F7-F769-4924-8D1F-A73469C96AE4}" destId="{BC918CE4-BADA-454C-B4C4-A84A4EA12D23}" srcOrd="10" destOrd="0" presId="urn:microsoft.com/office/officeart/2005/8/layout/list1"/>
  </dgm:cxnLst>
  <dgm:bg>
    <a:solidFill>
      <a:schemeClr val="accent6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8428696-A591-4070-B92E-B3746B6485D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69BD95-CEC3-40AA-A533-876CEBB7D3AC}">
      <dgm:prSet phldrT="[Text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147. (a) There is/ (b) only one of his novels/ (c) that are interesting./ (d) No error</a:t>
          </a:r>
          <a:endParaRPr lang="en-US" sz="2400" b="1" dirty="0">
            <a:solidFill>
              <a:schemeClr val="tx1"/>
            </a:solidFill>
          </a:endParaRPr>
        </a:p>
      </dgm:t>
    </dgm:pt>
    <dgm:pt modelId="{182B99CC-E281-47BC-B654-9F2C6D06A161}" type="parTrans" cxnId="{8560E9F3-C036-468B-9416-CF460EEF5E7D}">
      <dgm:prSet/>
      <dgm:spPr/>
      <dgm:t>
        <a:bodyPr/>
        <a:lstStyle/>
        <a:p>
          <a:endParaRPr lang="en-US"/>
        </a:p>
      </dgm:t>
    </dgm:pt>
    <dgm:pt modelId="{DF2D0878-BBB5-45D7-BE05-5D871A67CC49}" type="sibTrans" cxnId="{8560E9F3-C036-468B-9416-CF460EEF5E7D}">
      <dgm:prSet/>
      <dgm:spPr/>
      <dgm:t>
        <a:bodyPr/>
        <a:lstStyle/>
        <a:p>
          <a:endParaRPr lang="en-US"/>
        </a:p>
      </dgm:t>
    </dgm:pt>
    <dgm:pt modelId="{7F3D36D0-B7F2-4E5A-BF76-540FBB4F5F8C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148. (a) Knowledge of/ (b) at least two languages/ (c) are required to pass the examination./ (d) No error</a:t>
          </a:r>
        </a:p>
      </dgm:t>
    </dgm:pt>
    <dgm:pt modelId="{0B6BE7BF-5793-4070-B364-F44EBC117322}" type="parTrans" cxnId="{5466C581-1565-45E9-986F-F72B5F976EB8}">
      <dgm:prSet/>
      <dgm:spPr/>
      <dgm:t>
        <a:bodyPr/>
        <a:lstStyle/>
        <a:p>
          <a:endParaRPr lang="en-US"/>
        </a:p>
      </dgm:t>
    </dgm:pt>
    <dgm:pt modelId="{DF777994-E1D3-4B3A-9F39-2DB3FBF231D1}" type="sibTrans" cxnId="{5466C581-1565-45E9-986F-F72B5F976EB8}">
      <dgm:prSet/>
      <dgm:spPr/>
      <dgm:t>
        <a:bodyPr/>
        <a:lstStyle/>
        <a:p>
          <a:endParaRPr lang="en-US"/>
        </a:p>
      </dgm:t>
    </dgm:pt>
    <dgm:pt modelId="{8C78A293-5E2A-483F-BB47-52D9BE16F09E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149. (a) It is I/ (b) who is to blame/ (c) for this bad situation./ (d) No error</a:t>
          </a:r>
        </a:p>
      </dgm:t>
    </dgm:pt>
    <dgm:pt modelId="{B3DF25E9-701E-4364-AC43-53B0CEA5E8DA}" type="parTrans" cxnId="{AB435032-783F-4E83-BE93-8D3C35263129}">
      <dgm:prSet/>
      <dgm:spPr/>
      <dgm:t>
        <a:bodyPr/>
        <a:lstStyle/>
        <a:p>
          <a:endParaRPr lang="en-US"/>
        </a:p>
      </dgm:t>
    </dgm:pt>
    <dgm:pt modelId="{628814AA-2D55-48D2-95CB-FD35487FA736}" type="sibTrans" cxnId="{AB435032-783F-4E83-BE93-8D3C35263129}">
      <dgm:prSet/>
      <dgm:spPr/>
      <dgm:t>
        <a:bodyPr/>
        <a:lstStyle/>
        <a:p>
          <a:endParaRPr lang="en-US"/>
        </a:p>
      </dgm:t>
    </dgm:pt>
    <dgm:pt modelId="{B718B78A-DE62-4AAA-A971-CD2D795802A2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150. (a) Romanticism of melancholy/ (b) in art and literature are the reason/ (c) for insensitivity to those suffering from depression./ (d) No error</a:t>
          </a:r>
        </a:p>
      </dgm:t>
    </dgm:pt>
    <dgm:pt modelId="{FA46B6E0-A116-4A37-943C-3777970F95B7}" type="parTrans" cxnId="{F482814F-B50B-4D24-B7EB-B0CF62699EE9}">
      <dgm:prSet/>
      <dgm:spPr/>
      <dgm:t>
        <a:bodyPr/>
        <a:lstStyle/>
        <a:p>
          <a:endParaRPr lang="en-US"/>
        </a:p>
      </dgm:t>
    </dgm:pt>
    <dgm:pt modelId="{D6074C9B-AE1D-4F87-8DBF-4B568D747F01}" type="sibTrans" cxnId="{F482814F-B50B-4D24-B7EB-B0CF62699EE9}">
      <dgm:prSet/>
      <dgm:spPr/>
      <dgm:t>
        <a:bodyPr/>
        <a:lstStyle/>
        <a:p>
          <a:endParaRPr lang="en-US"/>
        </a:p>
      </dgm:t>
    </dgm:pt>
    <dgm:pt modelId="{F0319183-86A6-4B8B-93FA-07EA6177FC9A}" type="pres">
      <dgm:prSet presAssocID="{98428696-A591-4070-B92E-B3746B6485DA}" presName="linear" presStyleCnt="0">
        <dgm:presLayoutVars>
          <dgm:dir/>
          <dgm:animLvl val="lvl"/>
          <dgm:resizeHandles val="exact"/>
        </dgm:presLayoutVars>
      </dgm:prSet>
      <dgm:spPr/>
    </dgm:pt>
    <dgm:pt modelId="{6C97A10B-8B1B-4A32-812C-3D2FBB7B7883}" type="pres">
      <dgm:prSet presAssocID="{8669BD95-CEC3-40AA-A533-876CEBB7D3AC}" presName="parentLin" presStyleCnt="0"/>
      <dgm:spPr/>
    </dgm:pt>
    <dgm:pt modelId="{DCE54A68-8ED8-43B0-B0A8-88BEF1D996F8}" type="pres">
      <dgm:prSet presAssocID="{8669BD95-CEC3-40AA-A533-876CEBB7D3AC}" presName="parentLeftMargin" presStyleLbl="node1" presStyleIdx="0" presStyleCnt="4"/>
      <dgm:spPr/>
    </dgm:pt>
    <dgm:pt modelId="{91F2694F-74CE-412A-BEE2-C6EE296C6CF9}" type="pres">
      <dgm:prSet presAssocID="{8669BD95-CEC3-40AA-A533-876CEBB7D3A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F568109-9DE8-4AEC-9E7D-58C5862CE70B}" type="pres">
      <dgm:prSet presAssocID="{8669BD95-CEC3-40AA-A533-876CEBB7D3AC}" presName="negativeSpace" presStyleCnt="0"/>
      <dgm:spPr/>
    </dgm:pt>
    <dgm:pt modelId="{3E88C36D-260A-4046-9AB5-25D2194B6402}" type="pres">
      <dgm:prSet presAssocID="{8669BD95-CEC3-40AA-A533-876CEBB7D3AC}" presName="childText" presStyleLbl="conFgAcc1" presStyleIdx="0" presStyleCnt="4">
        <dgm:presLayoutVars>
          <dgm:bulletEnabled val="1"/>
        </dgm:presLayoutVars>
      </dgm:prSet>
      <dgm:spPr/>
    </dgm:pt>
    <dgm:pt modelId="{900544AC-B07F-4EB8-BF12-1B5FD4F78AF1}" type="pres">
      <dgm:prSet presAssocID="{DF2D0878-BBB5-45D7-BE05-5D871A67CC49}" presName="spaceBetweenRectangles" presStyleCnt="0"/>
      <dgm:spPr/>
    </dgm:pt>
    <dgm:pt modelId="{091EF347-4F6C-49FA-921E-428471DD35F0}" type="pres">
      <dgm:prSet presAssocID="{7F3D36D0-B7F2-4E5A-BF76-540FBB4F5F8C}" presName="parentLin" presStyleCnt="0"/>
      <dgm:spPr/>
    </dgm:pt>
    <dgm:pt modelId="{ECE1D23F-0199-4D1B-8479-CC9B0EF5C094}" type="pres">
      <dgm:prSet presAssocID="{7F3D36D0-B7F2-4E5A-BF76-540FBB4F5F8C}" presName="parentLeftMargin" presStyleLbl="node1" presStyleIdx="0" presStyleCnt="4"/>
      <dgm:spPr/>
    </dgm:pt>
    <dgm:pt modelId="{97383252-8F67-4376-9037-474B5B23E293}" type="pres">
      <dgm:prSet presAssocID="{7F3D36D0-B7F2-4E5A-BF76-540FBB4F5F8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D117AA0-E2EC-485F-8064-65F9A491BFDC}" type="pres">
      <dgm:prSet presAssocID="{7F3D36D0-B7F2-4E5A-BF76-540FBB4F5F8C}" presName="negativeSpace" presStyleCnt="0"/>
      <dgm:spPr/>
    </dgm:pt>
    <dgm:pt modelId="{AF5CC58B-7290-4457-910B-1201FAC0AE17}" type="pres">
      <dgm:prSet presAssocID="{7F3D36D0-B7F2-4E5A-BF76-540FBB4F5F8C}" presName="childText" presStyleLbl="conFgAcc1" presStyleIdx="1" presStyleCnt="4">
        <dgm:presLayoutVars>
          <dgm:bulletEnabled val="1"/>
        </dgm:presLayoutVars>
      </dgm:prSet>
      <dgm:spPr/>
    </dgm:pt>
    <dgm:pt modelId="{06FD170C-1EE5-4B61-BF5F-F2C5D59DABA3}" type="pres">
      <dgm:prSet presAssocID="{DF777994-E1D3-4B3A-9F39-2DB3FBF231D1}" presName="spaceBetweenRectangles" presStyleCnt="0"/>
      <dgm:spPr/>
    </dgm:pt>
    <dgm:pt modelId="{1C413D47-0859-459B-A1E0-E64EE3E1987D}" type="pres">
      <dgm:prSet presAssocID="{8C78A293-5E2A-483F-BB47-52D9BE16F09E}" presName="parentLin" presStyleCnt="0"/>
      <dgm:spPr/>
    </dgm:pt>
    <dgm:pt modelId="{8CCF5598-D646-4ED7-9E41-FABC973FB45A}" type="pres">
      <dgm:prSet presAssocID="{8C78A293-5E2A-483F-BB47-52D9BE16F09E}" presName="parentLeftMargin" presStyleLbl="node1" presStyleIdx="1" presStyleCnt="4"/>
      <dgm:spPr/>
    </dgm:pt>
    <dgm:pt modelId="{722F4C9C-7D39-4AB0-A913-6CA55462E917}" type="pres">
      <dgm:prSet presAssocID="{8C78A293-5E2A-483F-BB47-52D9BE16F09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3594D2B-9065-4EF2-8D4B-2AF4CF200D1B}" type="pres">
      <dgm:prSet presAssocID="{8C78A293-5E2A-483F-BB47-52D9BE16F09E}" presName="negativeSpace" presStyleCnt="0"/>
      <dgm:spPr/>
    </dgm:pt>
    <dgm:pt modelId="{FA53B976-F6C5-422B-B18F-2303F9D2564C}" type="pres">
      <dgm:prSet presAssocID="{8C78A293-5E2A-483F-BB47-52D9BE16F09E}" presName="childText" presStyleLbl="conFgAcc1" presStyleIdx="2" presStyleCnt="4">
        <dgm:presLayoutVars>
          <dgm:bulletEnabled val="1"/>
        </dgm:presLayoutVars>
      </dgm:prSet>
      <dgm:spPr/>
    </dgm:pt>
    <dgm:pt modelId="{AD3988A5-BA32-4E77-89ED-74DC93072D0B}" type="pres">
      <dgm:prSet presAssocID="{628814AA-2D55-48D2-95CB-FD35487FA736}" presName="spaceBetweenRectangles" presStyleCnt="0"/>
      <dgm:spPr/>
    </dgm:pt>
    <dgm:pt modelId="{42568A25-CEE3-4C18-BA56-6B75D3B3B8FE}" type="pres">
      <dgm:prSet presAssocID="{B718B78A-DE62-4AAA-A971-CD2D795802A2}" presName="parentLin" presStyleCnt="0"/>
      <dgm:spPr/>
    </dgm:pt>
    <dgm:pt modelId="{72145CE3-0442-45D9-AD26-9050E7D96659}" type="pres">
      <dgm:prSet presAssocID="{B718B78A-DE62-4AAA-A971-CD2D795802A2}" presName="parentLeftMargin" presStyleLbl="node1" presStyleIdx="2" presStyleCnt="4"/>
      <dgm:spPr/>
    </dgm:pt>
    <dgm:pt modelId="{D7DFE467-9F02-4139-A75E-C7B7C5C40750}" type="pres">
      <dgm:prSet presAssocID="{B718B78A-DE62-4AAA-A971-CD2D795802A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91A3ACE-D151-409E-A77B-8D304F9F3CFE}" type="pres">
      <dgm:prSet presAssocID="{B718B78A-DE62-4AAA-A971-CD2D795802A2}" presName="negativeSpace" presStyleCnt="0"/>
      <dgm:spPr/>
    </dgm:pt>
    <dgm:pt modelId="{E38604B3-A481-4B28-92A1-7C298301A134}" type="pres">
      <dgm:prSet presAssocID="{B718B78A-DE62-4AAA-A971-CD2D795802A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B435032-783F-4E83-BE93-8D3C35263129}" srcId="{98428696-A591-4070-B92E-B3746B6485DA}" destId="{8C78A293-5E2A-483F-BB47-52D9BE16F09E}" srcOrd="2" destOrd="0" parTransId="{B3DF25E9-701E-4364-AC43-53B0CEA5E8DA}" sibTransId="{628814AA-2D55-48D2-95CB-FD35487FA736}"/>
    <dgm:cxn modelId="{F7E2BC63-3355-45EF-AD17-0018421F6ED6}" type="presOf" srcId="{8669BD95-CEC3-40AA-A533-876CEBB7D3AC}" destId="{91F2694F-74CE-412A-BEE2-C6EE296C6CF9}" srcOrd="1" destOrd="0" presId="urn:microsoft.com/office/officeart/2005/8/layout/list1"/>
    <dgm:cxn modelId="{A244274D-A7D9-48BE-8261-F5C9B3E6A22D}" type="presOf" srcId="{8C78A293-5E2A-483F-BB47-52D9BE16F09E}" destId="{722F4C9C-7D39-4AB0-A913-6CA55462E917}" srcOrd="1" destOrd="0" presId="urn:microsoft.com/office/officeart/2005/8/layout/list1"/>
    <dgm:cxn modelId="{F482814F-B50B-4D24-B7EB-B0CF62699EE9}" srcId="{98428696-A591-4070-B92E-B3746B6485DA}" destId="{B718B78A-DE62-4AAA-A971-CD2D795802A2}" srcOrd="3" destOrd="0" parTransId="{FA46B6E0-A116-4A37-943C-3777970F95B7}" sibTransId="{D6074C9B-AE1D-4F87-8DBF-4B568D747F01}"/>
    <dgm:cxn modelId="{675F8E4F-FD8A-495B-9623-390222AC4FF8}" type="presOf" srcId="{98428696-A591-4070-B92E-B3746B6485DA}" destId="{F0319183-86A6-4B8B-93FA-07EA6177FC9A}" srcOrd="0" destOrd="0" presId="urn:microsoft.com/office/officeart/2005/8/layout/list1"/>
    <dgm:cxn modelId="{5466C581-1565-45E9-986F-F72B5F976EB8}" srcId="{98428696-A591-4070-B92E-B3746B6485DA}" destId="{7F3D36D0-B7F2-4E5A-BF76-540FBB4F5F8C}" srcOrd="1" destOrd="0" parTransId="{0B6BE7BF-5793-4070-B364-F44EBC117322}" sibTransId="{DF777994-E1D3-4B3A-9F39-2DB3FBF231D1}"/>
    <dgm:cxn modelId="{F2E91C96-DACF-4D66-932E-421FC8B6BA11}" type="presOf" srcId="{B718B78A-DE62-4AAA-A971-CD2D795802A2}" destId="{72145CE3-0442-45D9-AD26-9050E7D96659}" srcOrd="0" destOrd="0" presId="urn:microsoft.com/office/officeart/2005/8/layout/list1"/>
    <dgm:cxn modelId="{47A035A4-E8C7-4C08-B010-87C0C74F6126}" type="presOf" srcId="{8C78A293-5E2A-483F-BB47-52D9BE16F09E}" destId="{8CCF5598-D646-4ED7-9E41-FABC973FB45A}" srcOrd="0" destOrd="0" presId="urn:microsoft.com/office/officeart/2005/8/layout/list1"/>
    <dgm:cxn modelId="{B4906AA6-9E6B-4CCA-88C1-2F30B9F70D30}" type="presOf" srcId="{7F3D36D0-B7F2-4E5A-BF76-540FBB4F5F8C}" destId="{ECE1D23F-0199-4D1B-8479-CC9B0EF5C094}" srcOrd="0" destOrd="0" presId="urn:microsoft.com/office/officeart/2005/8/layout/list1"/>
    <dgm:cxn modelId="{B4D814C8-6900-4EB9-B6DE-E1B30DFFD0FB}" type="presOf" srcId="{8669BD95-CEC3-40AA-A533-876CEBB7D3AC}" destId="{DCE54A68-8ED8-43B0-B0A8-88BEF1D996F8}" srcOrd="0" destOrd="0" presId="urn:microsoft.com/office/officeart/2005/8/layout/list1"/>
    <dgm:cxn modelId="{2899A8C9-5EF0-4794-A64E-F05E39158669}" type="presOf" srcId="{B718B78A-DE62-4AAA-A971-CD2D795802A2}" destId="{D7DFE467-9F02-4139-A75E-C7B7C5C40750}" srcOrd="1" destOrd="0" presId="urn:microsoft.com/office/officeart/2005/8/layout/list1"/>
    <dgm:cxn modelId="{ABF1E9E6-57B9-42C6-A9A2-442EF11F5DCB}" type="presOf" srcId="{7F3D36D0-B7F2-4E5A-BF76-540FBB4F5F8C}" destId="{97383252-8F67-4376-9037-474B5B23E293}" srcOrd="1" destOrd="0" presId="urn:microsoft.com/office/officeart/2005/8/layout/list1"/>
    <dgm:cxn modelId="{8560E9F3-C036-468B-9416-CF460EEF5E7D}" srcId="{98428696-A591-4070-B92E-B3746B6485DA}" destId="{8669BD95-CEC3-40AA-A533-876CEBB7D3AC}" srcOrd="0" destOrd="0" parTransId="{182B99CC-E281-47BC-B654-9F2C6D06A161}" sibTransId="{DF2D0878-BBB5-45D7-BE05-5D871A67CC49}"/>
    <dgm:cxn modelId="{4A3C8E15-87C8-4EE3-8752-8751B8E4C8A5}" type="presParOf" srcId="{F0319183-86A6-4B8B-93FA-07EA6177FC9A}" destId="{6C97A10B-8B1B-4A32-812C-3D2FBB7B7883}" srcOrd="0" destOrd="0" presId="urn:microsoft.com/office/officeart/2005/8/layout/list1"/>
    <dgm:cxn modelId="{69CCE18E-219B-49C0-8135-5F6AE9A0D77A}" type="presParOf" srcId="{6C97A10B-8B1B-4A32-812C-3D2FBB7B7883}" destId="{DCE54A68-8ED8-43B0-B0A8-88BEF1D996F8}" srcOrd="0" destOrd="0" presId="urn:microsoft.com/office/officeart/2005/8/layout/list1"/>
    <dgm:cxn modelId="{70A9CA84-AD72-492E-A882-BFF9A716F7EE}" type="presParOf" srcId="{6C97A10B-8B1B-4A32-812C-3D2FBB7B7883}" destId="{91F2694F-74CE-412A-BEE2-C6EE296C6CF9}" srcOrd="1" destOrd="0" presId="urn:microsoft.com/office/officeart/2005/8/layout/list1"/>
    <dgm:cxn modelId="{D3FF4798-D67F-4A02-A54F-56BB2871FB12}" type="presParOf" srcId="{F0319183-86A6-4B8B-93FA-07EA6177FC9A}" destId="{3F568109-9DE8-4AEC-9E7D-58C5862CE70B}" srcOrd="1" destOrd="0" presId="urn:microsoft.com/office/officeart/2005/8/layout/list1"/>
    <dgm:cxn modelId="{3C5DC861-33B0-4F48-96D9-1C0121ED86C9}" type="presParOf" srcId="{F0319183-86A6-4B8B-93FA-07EA6177FC9A}" destId="{3E88C36D-260A-4046-9AB5-25D2194B6402}" srcOrd="2" destOrd="0" presId="urn:microsoft.com/office/officeart/2005/8/layout/list1"/>
    <dgm:cxn modelId="{B3434206-5085-42A7-BFAE-5DF0EAC8242F}" type="presParOf" srcId="{F0319183-86A6-4B8B-93FA-07EA6177FC9A}" destId="{900544AC-B07F-4EB8-BF12-1B5FD4F78AF1}" srcOrd="3" destOrd="0" presId="urn:microsoft.com/office/officeart/2005/8/layout/list1"/>
    <dgm:cxn modelId="{DFA5BE6D-0065-47C0-A757-32F511DBD1D4}" type="presParOf" srcId="{F0319183-86A6-4B8B-93FA-07EA6177FC9A}" destId="{091EF347-4F6C-49FA-921E-428471DD35F0}" srcOrd="4" destOrd="0" presId="urn:microsoft.com/office/officeart/2005/8/layout/list1"/>
    <dgm:cxn modelId="{B9ED913D-2D74-40BA-9593-5B0DFBFC9C0A}" type="presParOf" srcId="{091EF347-4F6C-49FA-921E-428471DD35F0}" destId="{ECE1D23F-0199-4D1B-8479-CC9B0EF5C094}" srcOrd="0" destOrd="0" presId="urn:microsoft.com/office/officeart/2005/8/layout/list1"/>
    <dgm:cxn modelId="{29710659-D54E-44EA-83BF-966F954ECEF2}" type="presParOf" srcId="{091EF347-4F6C-49FA-921E-428471DD35F0}" destId="{97383252-8F67-4376-9037-474B5B23E293}" srcOrd="1" destOrd="0" presId="urn:microsoft.com/office/officeart/2005/8/layout/list1"/>
    <dgm:cxn modelId="{F6423CD1-24F6-4990-9D0E-21037EF35924}" type="presParOf" srcId="{F0319183-86A6-4B8B-93FA-07EA6177FC9A}" destId="{CD117AA0-E2EC-485F-8064-65F9A491BFDC}" srcOrd="5" destOrd="0" presId="urn:microsoft.com/office/officeart/2005/8/layout/list1"/>
    <dgm:cxn modelId="{79AE21C4-C079-48F3-B9A4-5C7A1D0F5159}" type="presParOf" srcId="{F0319183-86A6-4B8B-93FA-07EA6177FC9A}" destId="{AF5CC58B-7290-4457-910B-1201FAC0AE17}" srcOrd="6" destOrd="0" presId="urn:microsoft.com/office/officeart/2005/8/layout/list1"/>
    <dgm:cxn modelId="{638DB79C-0415-494F-BD2B-FF5179D88CAE}" type="presParOf" srcId="{F0319183-86A6-4B8B-93FA-07EA6177FC9A}" destId="{06FD170C-1EE5-4B61-BF5F-F2C5D59DABA3}" srcOrd="7" destOrd="0" presId="urn:microsoft.com/office/officeart/2005/8/layout/list1"/>
    <dgm:cxn modelId="{D33C2D30-64B0-4FD3-9746-D574EEFF2EAA}" type="presParOf" srcId="{F0319183-86A6-4B8B-93FA-07EA6177FC9A}" destId="{1C413D47-0859-459B-A1E0-E64EE3E1987D}" srcOrd="8" destOrd="0" presId="urn:microsoft.com/office/officeart/2005/8/layout/list1"/>
    <dgm:cxn modelId="{08BCA232-E0F3-4B19-B015-835E3C8C21D1}" type="presParOf" srcId="{1C413D47-0859-459B-A1E0-E64EE3E1987D}" destId="{8CCF5598-D646-4ED7-9E41-FABC973FB45A}" srcOrd="0" destOrd="0" presId="urn:microsoft.com/office/officeart/2005/8/layout/list1"/>
    <dgm:cxn modelId="{754A5FC2-4427-428B-9F5E-02B2442A00FE}" type="presParOf" srcId="{1C413D47-0859-459B-A1E0-E64EE3E1987D}" destId="{722F4C9C-7D39-4AB0-A913-6CA55462E917}" srcOrd="1" destOrd="0" presId="urn:microsoft.com/office/officeart/2005/8/layout/list1"/>
    <dgm:cxn modelId="{528219B2-0CCE-4A22-B469-F8E045A24103}" type="presParOf" srcId="{F0319183-86A6-4B8B-93FA-07EA6177FC9A}" destId="{53594D2B-9065-4EF2-8D4B-2AF4CF200D1B}" srcOrd="9" destOrd="0" presId="urn:microsoft.com/office/officeart/2005/8/layout/list1"/>
    <dgm:cxn modelId="{B53C1A33-C250-461A-A9BF-860B6818FEA4}" type="presParOf" srcId="{F0319183-86A6-4B8B-93FA-07EA6177FC9A}" destId="{FA53B976-F6C5-422B-B18F-2303F9D2564C}" srcOrd="10" destOrd="0" presId="urn:microsoft.com/office/officeart/2005/8/layout/list1"/>
    <dgm:cxn modelId="{C1DD5B8B-1A47-4F40-8F9E-6201FDDD768B}" type="presParOf" srcId="{F0319183-86A6-4B8B-93FA-07EA6177FC9A}" destId="{AD3988A5-BA32-4E77-89ED-74DC93072D0B}" srcOrd="11" destOrd="0" presId="urn:microsoft.com/office/officeart/2005/8/layout/list1"/>
    <dgm:cxn modelId="{FA2D61C6-1445-4EE9-8BCE-AB7B376C1FA4}" type="presParOf" srcId="{F0319183-86A6-4B8B-93FA-07EA6177FC9A}" destId="{42568A25-CEE3-4C18-BA56-6B75D3B3B8FE}" srcOrd="12" destOrd="0" presId="urn:microsoft.com/office/officeart/2005/8/layout/list1"/>
    <dgm:cxn modelId="{6222085E-89D8-402A-BB8F-C499F6733158}" type="presParOf" srcId="{42568A25-CEE3-4C18-BA56-6B75D3B3B8FE}" destId="{72145CE3-0442-45D9-AD26-9050E7D96659}" srcOrd="0" destOrd="0" presId="urn:microsoft.com/office/officeart/2005/8/layout/list1"/>
    <dgm:cxn modelId="{F98813D8-062D-4E01-8D14-3A72D687053B}" type="presParOf" srcId="{42568A25-CEE3-4C18-BA56-6B75D3B3B8FE}" destId="{D7DFE467-9F02-4139-A75E-C7B7C5C40750}" srcOrd="1" destOrd="0" presId="urn:microsoft.com/office/officeart/2005/8/layout/list1"/>
    <dgm:cxn modelId="{95A5F36E-83BC-4D14-BEDA-5056D9DF1225}" type="presParOf" srcId="{F0319183-86A6-4B8B-93FA-07EA6177FC9A}" destId="{891A3ACE-D151-409E-A77B-8D304F9F3CFE}" srcOrd="13" destOrd="0" presId="urn:microsoft.com/office/officeart/2005/8/layout/list1"/>
    <dgm:cxn modelId="{8BF0F0EE-EA70-4528-9290-5CA5B981F668}" type="presParOf" srcId="{F0319183-86A6-4B8B-93FA-07EA6177FC9A}" destId="{E38604B3-A481-4B28-92A1-7C298301A134}" srcOrd="14" destOrd="0" presId="urn:microsoft.com/office/officeart/2005/8/layout/list1"/>
  </dgm:cxnLst>
  <dgm:bg>
    <a:solidFill>
      <a:schemeClr val="accent6">
        <a:lumMod val="75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8428696-A591-4070-B92E-B3746B6485D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69BD95-CEC3-40AA-A533-876CEBB7D3AC}">
      <dgm:prSet phldrT="[Text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 (a) There is/ (b) only </a:t>
          </a:r>
          <a:r>
            <a:rPr lang="en-IN" sz="2400" b="1" dirty="0">
              <a:solidFill>
                <a:srgbClr val="C00000"/>
              </a:solidFill>
            </a:rPr>
            <a:t>one</a:t>
          </a:r>
          <a:r>
            <a:rPr lang="en-IN" sz="2400" b="1" dirty="0">
              <a:solidFill>
                <a:schemeClr val="tx1"/>
              </a:solidFill>
            </a:rPr>
            <a:t> of his novels/ (c) that</a:t>
          </a:r>
          <a:r>
            <a:rPr lang="en-IN" sz="2400" b="1" strike="sngStrike" dirty="0">
              <a:solidFill>
                <a:srgbClr val="C00000"/>
              </a:solidFill>
            </a:rPr>
            <a:t> are</a:t>
          </a:r>
          <a:r>
            <a:rPr lang="en-IN" sz="2400" b="1" strike="noStrike" dirty="0">
              <a:solidFill>
                <a:srgbClr val="C00000"/>
              </a:solidFill>
            </a:rPr>
            <a:t> is </a:t>
          </a:r>
          <a:r>
            <a:rPr lang="en-IN" sz="2400" b="1" dirty="0">
              <a:solidFill>
                <a:schemeClr val="tx1"/>
              </a:solidFill>
            </a:rPr>
            <a:t>interesting./ (d) No error</a:t>
          </a:r>
          <a:endParaRPr lang="en-US" sz="2400" b="1" dirty="0">
            <a:solidFill>
              <a:schemeClr val="tx1"/>
            </a:solidFill>
          </a:endParaRPr>
        </a:p>
      </dgm:t>
    </dgm:pt>
    <dgm:pt modelId="{182B99CC-E281-47BC-B654-9F2C6D06A161}" type="parTrans" cxnId="{8560E9F3-C036-468B-9416-CF460EEF5E7D}">
      <dgm:prSet/>
      <dgm:spPr/>
      <dgm:t>
        <a:bodyPr/>
        <a:lstStyle/>
        <a:p>
          <a:endParaRPr lang="en-US"/>
        </a:p>
      </dgm:t>
    </dgm:pt>
    <dgm:pt modelId="{DF2D0878-BBB5-45D7-BE05-5D871A67CC49}" type="sibTrans" cxnId="{8560E9F3-C036-468B-9416-CF460EEF5E7D}">
      <dgm:prSet/>
      <dgm:spPr/>
      <dgm:t>
        <a:bodyPr/>
        <a:lstStyle/>
        <a:p>
          <a:endParaRPr lang="en-US"/>
        </a:p>
      </dgm:t>
    </dgm:pt>
    <dgm:pt modelId="{7F3D36D0-B7F2-4E5A-BF76-540FBB4F5F8C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 (a) </a:t>
          </a:r>
          <a:r>
            <a:rPr lang="en-IN" sz="2400" b="1" dirty="0">
              <a:solidFill>
                <a:srgbClr val="C00000"/>
              </a:solidFill>
            </a:rPr>
            <a:t>Knowledge</a:t>
          </a:r>
          <a:r>
            <a:rPr lang="en-IN" sz="2400" b="1" dirty="0">
              <a:solidFill>
                <a:schemeClr val="tx1"/>
              </a:solidFill>
            </a:rPr>
            <a:t> of/ (b) at least two languages/ (c) </a:t>
          </a:r>
          <a:r>
            <a:rPr lang="en-IN" sz="2400" b="1" dirty="0">
              <a:solidFill>
                <a:srgbClr val="C00000"/>
              </a:solidFill>
            </a:rPr>
            <a:t>is </a:t>
          </a:r>
          <a:r>
            <a:rPr lang="en-IN" sz="2400" b="1" strike="sngStrike" dirty="0">
              <a:solidFill>
                <a:srgbClr val="C00000"/>
              </a:solidFill>
            </a:rPr>
            <a:t>are </a:t>
          </a:r>
          <a:r>
            <a:rPr lang="en-IN" sz="2400" b="1" dirty="0">
              <a:solidFill>
                <a:schemeClr val="tx1"/>
              </a:solidFill>
            </a:rPr>
            <a:t>required to pass the examination./ (d) No error</a:t>
          </a:r>
        </a:p>
      </dgm:t>
    </dgm:pt>
    <dgm:pt modelId="{0B6BE7BF-5793-4070-B364-F44EBC117322}" type="parTrans" cxnId="{5466C581-1565-45E9-986F-F72B5F976EB8}">
      <dgm:prSet/>
      <dgm:spPr/>
      <dgm:t>
        <a:bodyPr/>
        <a:lstStyle/>
        <a:p>
          <a:endParaRPr lang="en-US"/>
        </a:p>
      </dgm:t>
    </dgm:pt>
    <dgm:pt modelId="{DF777994-E1D3-4B3A-9F39-2DB3FBF231D1}" type="sibTrans" cxnId="{5466C581-1565-45E9-986F-F72B5F976EB8}">
      <dgm:prSet/>
      <dgm:spPr/>
      <dgm:t>
        <a:bodyPr/>
        <a:lstStyle/>
        <a:p>
          <a:endParaRPr lang="en-US"/>
        </a:p>
      </dgm:t>
    </dgm:pt>
    <dgm:pt modelId="{8C78A293-5E2A-483F-BB47-52D9BE16F09E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 (a) It is I/ (b) who </a:t>
          </a:r>
          <a:r>
            <a:rPr lang="en-IN" sz="2400" b="1" strike="sngStrike" dirty="0">
              <a:solidFill>
                <a:srgbClr val="C00000"/>
              </a:solidFill>
            </a:rPr>
            <a:t>is</a:t>
          </a:r>
          <a:r>
            <a:rPr lang="en-IN" sz="2400" b="1" dirty="0">
              <a:solidFill>
                <a:schemeClr val="tx1"/>
              </a:solidFill>
            </a:rPr>
            <a:t> </a:t>
          </a:r>
          <a:r>
            <a:rPr lang="en-IN" sz="2400" b="1" dirty="0">
              <a:solidFill>
                <a:srgbClr val="C00000"/>
              </a:solidFill>
            </a:rPr>
            <a:t>am</a:t>
          </a:r>
          <a:r>
            <a:rPr lang="en-IN" sz="2400" b="1" dirty="0">
              <a:solidFill>
                <a:schemeClr val="tx1"/>
              </a:solidFill>
            </a:rPr>
            <a:t> to be  blamed/ (c) for this bad situation./ (d) No error</a:t>
          </a:r>
        </a:p>
      </dgm:t>
    </dgm:pt>
    <dgm:pt modelId="{B3DF25E9-701E-4364-AC43-53B0CEA5E8DA}" type="parTrans" cxnId="{AB435032-783F-4E83-BE93-8D3C35263129}">
      <dgm:prSet/>
      <dgm:spPr/>
      <dgm:t>
        <a:bodyPr/>
        <a:lstStyle/>
        <a:p>
          <a:endParaRPr lang="en-US"/>
        </a:p>
      </dgm:t>
    </dgm:pt>
    <dgm:pt modelId="{628814AA-2D55-48D2-95CB-FD35487FA736}" type="sibTrans" cxnId="{AB435032-783F-4E83-BE93-8D3C35263129}">
      <dgm:prSet/>
      <dgm:spPr/>
      <dgm:t>
        <a:bodyPr/>
        <a:lstStyle/>
        <a:p>
          <a:endParaRPr lang="en-US"/>
        </a:p>
      </dgm:t>
    </dgm:pt>
    <dgm:pt modelId="{B718B78A-DE62-4AAA-A971-CD2D795802A2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 (a)</a:t>
          </a:r>
          <a:r>
            <a:rPr lang="en-IN" sz="2400" b="1" dirty="0">
              <a:solidFill>
                <a:srgbClr val="C00000"/>
              </a:solidFill>
            </a:rPr>
            <a:t> Romanticism </a:t>
          </a:r>
          <a:r>
            <a:rPr lang="en-IN" sz="2400" b="1" dirty="0">
              <a:solidFill>
                <a:schemeClr val="tx1"/>
              </a:solidFill>
            </a:rPr>
            <a:t>of melancholy/ (b) in art and literature </a:t>
          </a:r>
          <a:r>
            <a:rPr lang="en-IN" sz="2400" b="1" dirty="0">
              <a:solidFill>
                <a:srgbClr val="C00000"/>
              </a:solidFill>
            </a:rPr>
            <a:t>is</a:t>
          </a:r>
          <a:r>
            <a:rPr lang="en-IN" sz="2400" b="1" dirty="0">
              <a:solidFill>
                <a:schemeClr val="tx1"/>
              </a:solidFill>
            </a:rPr>
            <a:t> </a:t>
          </a:r>
          <a:r>
            <a:rPr lang="en-IN" sz="2400" b="1" strike="sngStrike" dirty="0">
              <a:solidFill>
                <a:srgbClr val="C00000"/>
              </a:solidFill>
            </a:rPr>
            <a:t>are </a:t>
          </a:r>
          <a:r>
            <a:rPr lang="en-IN" sz="2400" b="1" dirty="0">
              <a:solidFill>
                <a:schemeClr val="tx1"/>
              </a:solidFill>
            </a:rPr>
            <a:t>the reason/ (c) for insensitivity to those suffering from depression./ (d) No error</a:t>
          </a:r>
        </a:p>
      </dgm:t>
    </dgm:pt>
    <dgm:pt modelId="{FA46B6E0-A116-4A37-943C-3777970F95B7}" type="parTrans" cxnId="{F482814F-B50B-4D24-B7EB-B0CF62699EE9}">
      <dgm:prSet/>
      <dgm:spPr/>
      <dgm:t>
        <a:bodyPr/>
        <a:lstStyle/>
        <a:p>
          <a:endParaRPr lang="en-US"/>
        </a:p>
      </dgm:t>
    </dgm:pt>
    <dgm:pt modelId="{D6074C9B-AE1D-4F87-8DBF-4B568D747F01}" type="sibTrans" cxnId="{F482814F-B50B-4D24-B7EB-B0CF62699EE9}">
      <dgm:prSet/>
      <dgm:spPr/>
      <dgm:t>
        <a:bodyPr/>
        <a:lstStyle/>
        <a:p>
          <a:endParaRPr lang="en-US"/>
        </a:p>
      </dgm:t>
    </dgm:pt>
    <dgm:pt modelId="{F0319183-86A6-4B8B-93FA-07EA6177FC9A}" type="pres">
      <dgm:prSet presAssocID="{98428696-A591-4070-B92E-B3746B6485DA}" presName="linear" presStyleCnt="0">
        <dgm:presLayoutVars>
          <dgm:dir/>
          <dgm:animLvl val="lvl"/>
          <dgm:resizeHandles val="exact"/>
        </dgm:presLayoutVars>
      </dgm:prSet>
      <dgm:spPr/>
    </dgm:pt>
    <dgm:pt modelId="{6C97A10B-8B1B-4A32-812C-3D2FBB7B7883}" type="pres">
      <dgm:prSet presAssocID="{8669BD95-CEC3-40AA-A533-876CEBB7D3AC}" presName="parentLin" presStyleCnt="0"/>
      <dgm:spPr/>
    </dgm:pt>
    <dgm:pt modelId="{DCE54A68-8ED8-43B0-B0A8-88BEF1D996F8}" type="pres">
      <dgm:prSet presAssocID="{8669BD95-CEC3-40AA-A533-876CEBB7D3AC}" presName="parentLeftMargin" presStyleLbl="node1" presStyleIdx="0" presStyleCnt="4"/>
      <dgm:spPr/>
    </dgm:pt>
    <dgm:pt modelId="{91F2694F-74CE-412A-BEE2-C6EE296C6CF9}" type="pres">
      <dgm:prSet presAssocID="{8669BD95-CEC3-40AA-A533-876CEBB7D3A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F568109-9DE8-4AEC-9E7D-58C5862CE70B}" type="pres">
      <dgm:prSet presAssocID="{8669BD95-CEC3-40AA-A533-876CEBB7D3AC}" presName="negativeSpace" presStyleCnt="0"/>
      <dgm:spPr/>
    </dgm:pt>
    <dgm:pt modelId="{3E88C36D-260A-4046-9AB5-25D2194B6402}" type="pres">
      <dgm:prSet presAssocID="{8669BD95-CEC3-40AA-A533-876CEBB7D3AC}" presName="childText" presStyleLbl="conFgAcc1" presStyleIdx="0" presStyleCnt="4">
        <dgm:presLayoutVars>
          <dgm:bulletEnabled val="1"/>
        </dgm:presLayoutVars>
      </dgm:prSet>
      <dgm:spPr/>
    </dgm:pt>
    <dgm:pt modelId="{900544AC-B07F-4EB8-BF12-1B5FD4F78AF1}" type="pres">
      <dgm:prSet presAssocID="{DF2D0878-BBB5-45D7-BE05-5D871A67CC49}" presName="spaceBetweenRectangles" presStyleCnt="0"/>
      <dgm:spPr/>
    </dgm:pt>
    <dgm:pt modelId="{091EF347-4F6C-49FA-921E-428471DD35F0}" type="pres">
      <dgm:prSet presAssocID="{7F3D36D0-B7F2-4E5A-BF76-540FBB4F5F8C}" presName="parentLin" presStyleCnt="0"/>
      <dgm:spPr/>
    </dgm:pt>
    <dgm:pt modelId="{ECE1D23F-0199-4D1B-8479-CC9B0EF5C094}" type="pres">
      <dgm:prSet presAssocID="{7F3D36D0-B7F2-4E5A-BF76-540FBB4F5F8C}" presName="parentLeftMargin" presStyleLbl="node1" presStyleIdx="0" presStyleCnt="4"/>
      <dgm:spPr/>
    </dgm:pt>
    <dgm:pt modelId="{97383252-8F67-4376-9037-474B5B23E293}" type="pres">
      <dgm:prSet presAssocID="{7F3D36D0-B7F2-4E5A-BF76-540FBB4F5F8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D117AA0-E2EC-485F-8064-65F9A491BFDC}" type="pres">
      <dgm:prSet presAssocID="{7F3D36D0-B7F2-4E5A-BF76-540FBB4F5F8C}" presName="negativeSpace" presStyleCnt="0"/>
      <dgm:spPr/>
    </dgm:pt>
    <dgm:pt modelId="{AF5CC58B-7290-4457-910B-1201FAC0AE17}" type="pres">
      <dgm:prSet presAssocID="{7F3D36D0-B7F2-4E5A-BF76-540FBB4F5F8C}" presName="childText" presStyleLbl="conFgAcc1" presStyleIdx="1" presStyleCnt="4">
        <dgm:presLayoutVars>
          <dgm:bulletEnabled val="1"/>
        </dgm:presLayoutVars>
      </dgm:prSet>
      <dgm:spPr/>
    </dgm:pt>
    <dgm:pt modelId="{06FD170C-1EE5-4B61-BF5F-F2C5D59DABA3}" type="pres">
      <dgm:prSet presAssocID="{DF777994-E1D3-4B3A-9F39-2DB3FBF231D1}" presName="spaceBetweenRectangles" presStyleCnt="0"/>
      <dgm:spPr/>
    </dgm:pt>
    <dgm:pt modelId="{1C413D47-0859-459B-A1E0-E64EE3E1987D}" type="pres">
      <dgm:prSet presAssocID="{8C78A293-5E2A-483F-BB47-52D9BE16F09E}" presName="parentLin" presStyleCnt="0"/>
      <dgm:spPr/>
    </dgm:pt>
    <dgm:pt modelId="{8CCF5598-D646-4ED7-9E41-FABC973FB45A}" type="pres">
      <dgm:prSet presAssocID="{8C78A293-5E2A-483F-BB47-52D9BE16F09E}" presName="parentLeftMargin" presStyleLbl="node1" presStyleIdx="1" presStyleCnt="4"/>
      <dgm:spPr/>
    </dgm:pt>
    <dgm:pt modelId="{722F4C9C-7D39-4AB0-A913-6CA55462E917}" type="pres">
      <dgm:prSet presAssocID="{8C78A293-5E2A-483F-BB47-52D9BE16F09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3594D2B-9065-4EF2-8D4B-2AF4CF200D1B}" type="pres">
      <dgm:prSet presAssocID="{8C78A293-5E2A-483F-BB47-52D9BE16F09E}" presName="negativeSpace" presStyleCnt="0"/>
      <dgm:spPr/>
    </dgm:pt>
    <dgm:pt modelId="{FA53B976-F6C5-422B-B18F-2303F9D2564C}" type="pres">
      <dgm:prSet presAssocID="{8C78A293-5E2A-483F-BB47-52D9BE16F09E}" presName="childText" presStyleLbl="conFgAcc1" presStyleIdx="2" presStyleCnt="4">
        <dgm:presLayoutVars>
          <dgm:bulletEnabled val="1"/>
        </dgm:presLayoutVars>
      </dgm:prSet>
      <dgm:spPr/>
    </dgm:pt>
    <dgm:pt modelId="{AD3988A5-BA32-4E77-89ED-74DC93072D0B}" type="pres">
      <dgm:prSet presAssocID="{628814AA-2D55-48D2-95CB-FD35487FA736}" presName="spaceBetweenRectangles" presStyleCnt="0"/>
      <dgm:spPr/>
    </dgm:pt>
    <dgm:pt modelId="{42568A25-CEE3-4C18-BA56-6B75D3B3B8FE}" type="pres">
      <dgm:prSet presAssocID="{B718B78A-DE62-4AAA-A971-CD2D795802A2}" presName="parentLin" presStyleCnt="0"/>
      <dgm:spPr/>
    </dgm:pt>
    <dgm:pt modelId="{72145CE3-0442-45D9-AD26-9050E7D96659}" type="pres">
      <dgm:prSet presAssocID="{B718B78A-DE62-4AAA-A971-CD2D795802A2}" presName="parentLeftMargin" presStyleLbl="node1" presStyleIdx="2" presStyleCnt="4"/>
      <dgm:spPr/>
    </dgm:pt>
    <dgm:pt modelId="{D7DFE467-9F02-4139-A75E-C7B7C5C40750}" type="pres">
      <dgm:prSet presAssocID="{B718B78A-DE62-4AAA-A971-CD2D795802A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91A3ACE-D151-409E-A77B-8D304F9F3CFE}" type="pres">
      <dgm:prSet presAssocID="{B718B78A-DE62-4AAA-A971-CD2D795802A2}" presName="negativeSpace" presStyleCnt="0"/>
      <dgm:spPr/>
    </dgm:pt>
    <dgm:pt modelId="{E38604B3-A481-4B28-92A1-7C298301A134}" type="pres">
      <dgm:prSet presAssocID="{B718B78A-DE62-4AAA-A971-CD2D795802A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B435032-783F-4E83-BE93-8D3C35263129}" srcId="{98428696-A591-4070-B92E-B3746B6485DA}" destId="{8C78A293-5E2A-483F-BB47-52D9BE16F09E}" srcOrd="2" destOrd="0" parTransId="{B3DF25E9-701E-4364-AC43-53B0CEA5E8DA}" sibTransId="{628814AA-2D55-48D2-95CB-FD35487FA736}"/>
    <dgm:cxn modelId="{F7E2BC63-3355-45EF-AD17-0018421F6ED6}" type="presOf" srcId="{8669BD95-CEC3-40AA-A533-876CEBB7D3AC}" destId="{91F2694F-74CE-412A-BEE2-C6EE296C6CF9}" srcOrd="1" destOrd="0" presId="urn:microsoft.com/office/officeart/2005/8/layout/list1"/>
    <dgm:cxn modelId="{A244274D-A7D9-48BE-8261-F5C9B3E6A22D}" type="presOf" srcId="{8C78A293-5E2A-483F-BB47-52D9BE16F09E}" destId="{722F4C9C-7D39-4AB0-A913-6CA55462E917}" srcOrd="1" destOrd="0" presId="urn:microsoft.com/office/officeart/2005/8/layout/list1"/>
    <dgm:cxn modelId="{F482814F-B50B-4D24-B7EB-B0CF62699EE9}" srcId="{98428696-A591-4070-B92E-B3746B6485DA}" destId="{B718B78A-DE62-4AAA-A971-CD2D795802A2}" srcOrd="3" destOrd="0" parTransId="{FA46B6E0-A116-4A37-943C-3777970F95B7}" sibTransId="{D6074C9B-AE1D-4F87-8DBF-4B568D747F01}"/>
    <dgm:cxn modelId="{675F8E4F-FD8A-495B-9623-390222AC4FF8}" type="presOf" srcId="{98428696-A591-4070-B92E-B3746B6485DA}" destId="{F0319183-86A6-4B8B-93FA-07EA6177FC9A}" srcOrd="0" destOrd="0" presId="urn:microsoft.com/office/officeart/2005/8/layout/list1"/>
    <dgm:cxn modelId="{5466C581-1565-45E9-986F-F72B5F976EB8}" srcId="{98428696-A591-4070-B92E-B3746B6485DA}" destId="{7F3D36D0-B7F2-4E5A-BF76-540FBB4F5F8C}" srcOrd="1" destOrd="0" parTransId="{0B6BE7BF-5793-4070-B364-F44EBC117322}" sibTransId="{DF777994-E1D3-4B3A-9F39-2DB3FBF231D1}"/>
    <dgm:cxn modelId="{F2E91C96-DACF-4D66-932E-421FC8B6BA11}" type="presOf" srcId="{B718B78A-DE62-4AAA-A971-CD2D795802A2}" destId="{72145CE3-0442-45D9-AD26-9050E7D96659}" srcOrd="0" destOrd="0" presId="urn:microsoft.com/office/officeart/2005/8/layout/list1"/>
    <dgm:cxn modelId="{47A035A4-E8C7-4C08-B010-87C0C74F6126}" type="presOf" srcId="{8C78A293-5E2A-483F-BB47-52D9BE16F09E}" destId="{8CCF5598-D646-4ED7-9E41-FABC973FB45A}" srcOrd="0" destOrd="0" presId="urn:microsoft.com/office/officeart/2005/8/layout/list1"/>
    <dgm:cxn modelId="{B4906AA6-9E6B-4CCA-88C1-2F30B9F70D30}" type="presOf" srcId="{7F3D36D0-B7F2-4E5A-BF76-540FBB4F5F8C}" destId="{ECE1D23F-0199-4D1B-8479-CC9B0EF5C094}" srcOrd="0" destOrd="0" presId="urn:microsoft.com/office/officeart/2005/8/layout/list1"/>
    <dgm:cxn modelId="{B4D814C8-6900-4EB9-B6DE-E1B30DFFD0FB}" type="presOf" srcId="{8669BD95-CEC3-40AA-A533-876CEBB7D3AC}" destId="{DCE54A68-8ED8-43B0-B0A8-88BEF1D996F8}" srcOrd="0" destOrd="0" presId="urn:microsoft.com/office/officeart/2005/8/layout/list1"/>
    <dgm:cxn modelId="{2899A8C9-5EF0-4794-A64E-F05E39158669}" type="presOf" srcId="{B718B78A-DE62-4AAA-A971-CD2D795802A2}" destId="{D7DFE467-9F02-4139-A75E-C7B7C5C40750}" srcOrd="1" destOrd="0" presId="urn:microsoft.com/office/officeart/2005/8/layout/list1"/>
    <dgm:cxn modelId="{ABF1E9E6-57B9-42C6-A9A2-442EF11F5DCB}" type="presOf" srcId="{7F3D36D0-B7F2-4E5A-BF76-540FBB4F5F8C}" destId="{97383252-8F67-4376-9037-474B5B23E293}" srcOrd="1" destOrd="0" presId="urn:microsoft.com/office/officeart/2005/8/layout/list1"/>
    <dgm:cxn modelId="{8560E9F3-C036-468B-9416-CF460EEF5E7D}" srcId="{98428696-A591-4070-B92E-B3746B6485DA}" destId="{8669BD95-CEC3-40AA-A533-876CEBB7D3AC}" srcOrd="0" destOrd="0" parTransId="{182B99CC-E281-47BC-B654-9F2C6D06A161}" sibTransId="{DF2D0878-BBB5-45D7-BE05-5D871A67CC49}"/>
    <dgm:cxn modelId="{4A3C8E15-87C8-4EE3-8752-8751B8E4C8A5}" type="presParOf" srcId="{F0319183-86A6-4B8B-93FA-07EA6177FC9A}" destId="{6C97A10B-8B1B-4A32-812C-3D2FBB7B7883}" srcOrd="0" destOrd="0" presId="urn:microsoft.com/office/officeart/2005/8/layout/list1"/>
    <dgm:cxn modelId="{69CCE18E-219B-49C0-8135-5F6AE9A0D77A}" type="presParOf" srcId="{6C97A10B-8B1B-4A32-812C-3D2FBB7B7883}" destId="{DCE54A68-8ED8-43B0-B0A8-88BEF1D996F8}" srcOrd="0" destOrd="0" presId="urn:microsoft.com/office/officeart/2005/8/layout/list1"/>
    <dgm:cxn modelId="{70A9CA84-AD72-492E-A882-BFF9A716F7EE}" type="presParOf" srcId="{6C97A10B-8B1B-4A32-812C-3D2FBB7B7883}" destId="{91F2694F-74CE-412A-BEE2-C6EE296C6CF9}" srcOrd="1" destOrd="0" presId="urn:microsoft.com/office/officeart/2005/8/layout/list1"/>
    <dgm:cxn modelId="{D3FF4798-D67F-4A02-A54F-56BB2871FB12}" type="presParOf" srcId="{F0319183-86A6-4B8B-93FA-07EA6177FC9A}" destId="{3F568109-9DE8-4AEC-9E7D-58C5862CE70B}" srcOrd="1" destOrd="0" presId="urn:microsoft.com/office/officeart/2005/8/layout/list1"/>
    <dgm:cxn modelId="{3C5DC861-33B0-4F48-96D9-1C0121ED86C9}" type="presParOf" srcId="{F0319183-86A6-4B8B-93FA-07EA6177FC9A}" destId="{3E88C36D-260A-4046-9AB5-25D2194B6402}" srcOrd="2" destOrd="0" presId="urn:microsoft.com/office/officeart/2005/8/layout/list1"/>
    <dgm:cxn modelId="{B3434206-5085-42A7-BFAE-5DF0EAC8242F}" type="presParOf" srcId="{F0319183-86A6-4B8B-93FA-07EA6177FC9A}" destId="{900544AC-B07F-4EB8-BF12-1B5FD4F78AF1}" srcOrd="3" destOrd="0" presId="urn:microsoft.com/office/officeart/2005/8/layout/list1"/>
    <dgm:cxn modelId="{DFA5BE6D-0065-47C0-A757-32F511DBD1D4}" type="presParOf" srcId="{F0319183-86A6-4B8B-93FA-07EA6177FC9A}" destId="{091EF347-4F6C-49FA-921E-428471DD35F0}" srcOrd="4" destOrd="0" presId="urn:microsoft.com/office/officeart/2005/8/layout/list1"/>
    <dgm:cxn modelId="{B9ED913D-2D74-40BA-9593-5B0DFBFC9C0A}" type="presParOf" srcId="{091EF347-4F6C-49FA-921E-428471DD35F0}" destId="{ECE1D23F-0199-4D1B-8479-CC9B0EF5C094}" srcOrd="0" destOrd="0" presId="urn:microsoft.com/office/officeart/2005/8/layout/list1"/>
    <dgm:cxn modelId="{29710659-D54E-44EA-83BF-966F954ECEF2}" type="presParOf" srcId="{091EF347-4F6C-49FA-921E-428471DD35F0}" destId="{97383252-8F67-4376-9037-474B5B23E293}" srcOrd="1" destOrd="0" presId="urn:microsoft.com/office/officeart/2005/8/layout/list1"/>
    <dgm:cxn modelId="{F6423CD1-24F6-4990-9D0E-21037EF35924}" type="presParOf" srcId="{F0319183-86A6-4B8B-93FA-07EA6177FC9A}" destId="{CD117AA0-E2EC-485F-8064-65F9A491BFDC}" srcOrd="5" destOrd="0" presId="urn:microsoft.com/office/officeart/2005/8/layout/list1"/>
    <dgm:cxn modelId="{79AE21C4-C079-48F3-B9A4-5C7A1D0F5159}" type="presParOf" srcId="{F0319183-86A6-4B8B-93FA-07EA6177FC9A}" destId="{AF5CC58B-7290-4457-910B-1201FAC0AE17}" srcOrd="6" destOrd="0" presId="urn:microsoft.com/office/officeart/2005/8/layout/list1"/>
    <dgm:cxn modelId="{638DB79C-0415-494F-BD2B-FF5179D88CAE}" type="presParOf" srcId="{F0319183-86A6-4B8B-93FA-07EA6177FC9A}" destId="{06FD170C-1EE5-4B61-BF5F-F2C5D59DABA3}" srcOrd="7" destOrd="0" presId="urn:microsoft.com/office/officeart/2005/8/layout/list1"/>
    <dgm:cxn modelId="{D33C2D30-64B0-4FD3-9746-D574EEFF2EAA}" type="presParOf" srcId="{F0319183-86A6-4B8B-93FA-07EA6177FC9A}" destId="{1C413D47-0859-459B-A1E0-E64EE3E1987D}" srcOrd="8" destOrd="0" presId="urn:microsoft.com/office/officeart/2005/8/layout/list1"/>
    <dgm:cxn modelId="{08BCA232-E0F3-4B19-B015-835E3C8C21D1}" type="presParOf" srcId="{1C413D47-0859-459B-A1E0-E64EE3E1987D}" destId="{8CCF5598-D646-4ED7-9E41-FABC973FB45A}" srcOrd="0" destOrd="0" presId="urn:microsoft.com/office/officeart/2005/8/layout/list1"/>
    <dgm:cxn modelId="{754A5FC2-4427-428B-9F5E-02B2442A00FE}" type="presParOf" srcId="{1C413D47-0859-459B-A1E0-E64EE3E1987D}" destId="{722F4C9C-7D39-4AB0-A913-6CA55462E917}" srcOrd="1" destOrd="0" presId="urn:microsoft.com/office/officeart/2005/8/layout/list1"/>
    <dgm:cxn modelId="{528219B2-0CCE-4A22-B469-F8E045A24103}" type="presParOf" srcId="{F0319183-86A6-4B8B-93FA-07EA6177FC9A}" destId="{53594D2B-9065-4EF2-8D4B-2AF4CF200D1B}" srcOrd="9" destOrd="0" presId="urn:microsoft.com/office/officeart/2005/8/layout/list1"/>
    <dgm:cxn modelId="{B53C1A33-C250-461A-A9BF-860B6818FEA4}" type="presParOf" srcId="{F0319183-86A6-4B8B-93FA-07EA6177FC9A}" destId="{FA53B976-F6C5-422B-B18F-2303F9D2564C}" srcOrd="10" destOrd="0" presId="urn:microsoft.com/office/officeart/2005/8/layout/list1"/>
    <dgm:cxn modelId="{C1DD5B8B-1A47-4F40-8F9E-6201FDDD768B}" type="presParOf" srcId="{F0319183-86A6-4B8B-93FA-07EA6177FC9A}" destId="{AD3988A5-BA32-4E77-89ED-74DC93072D0B}" srcOrd="11" destOrd="0" presId="urn:microsoft.com/office/officeart/2005/8/layout/list1"/>
    <dgm:cxn modelId="{FA2D61C6-1445-4EE9-8BCE-AB7B376C1FA4}" type="presParOf" srcId="{F0319183-86A6-4B8B-93FA-07EA6177FC9A}" destId="{42568A25-CEE3-4C18-BA56-6B75D3B3B8FE}" srcOrd="12" destOrd="0" presId="urn:microsoft.com/office/officeart/2005/8/layout/list1"/>
    <dgm:cxn modelId="{6222085E-89D8-402A-BB8F-C499F6733158}" type="presParOf" srcId="{42568A25-CEE3-4C18-BA56-6B75D3B3B8FE}" destId="{72145CE3-0442-45D9-AD26-9050E7D96659}" srcOrd="0" destOrd="0" presId="urn:microsoft.com/office/officeart/2005/8/layout/list1"/>
    <dgm:cxn modelId="{F98813D8-062D-4E01-8D14-3A72D687053B}" type="presParOf" srcId="{42568A25-CEE3-4C18-BA56-6B75D3B3B8FE}" destId="{D7DFE467-9F02-4139-A75E-C7B7C5C40750}" srcOrd="1" destOrd="0" presId="urn:microsoft.com/office/officeart/2005/8/layout/list1"/>
    <dgm:cxn modelId="{95A5F36E-83BC-4D14-BEDA-5056D9DF1225}" type="presParOf" srcId="{F0319183-86A6-4B8B-93FA-07EA6177FC9A}" destId="{891A3ACE-D151-409E-A77B-8D304F9F3CFE}" srcOrd="13" destOrd="0" presId="urn:microsoft.com/office/officeart/2005/8/layout/list1"/>
    <dgm:cxn modelId="{8BF0F0EE-EA70-4528-9290-5CA5B981F668}" type="presParOf" srcId="{F0319183-86A6-4B8B-93FA-07EA6177FC9A}" destId="{E38604B3-A481-4B28-92A1-7C298301A134}" srcOrd="14" destOrd="0" presId="urn:microsoft.com/office/officeart/2005/8/layout/list1"/>
  </dgm:cxnLst>
  <dgm:bg>
    <a:solidFill>
      <a:schemeClr val="accent6">
        <a:lumMod val="75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7C40B06-EFC5-46F5-ADB4-C23F5936A3C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EA949B-12D2-411B-A416-F9EB02993923}">
      <dgm:prSet phldrT="[Text]" custT="1"/>
      <dgm:spPr>
        <a:solidFill>
          <a:schemeClr val="bg2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151. (a) Patience as well as perseverance (b) are necessary/ (c) for success./ (d) No error</a:t>
          </a:r>
          <a:endParaRPr lang="en-US" sz="3200" b="1" dirty="0">
            <a:solidFill>
              <a:schemeClr val="tx1"/>
            </a:solidFill>
          </a:endParaRPr>
        </a:p>
      </dgm:t>
    </dgm:pt>
    <dgm:pt modelId="{D977B7BD-E3C7-4D4B-9CDE-9DF300CAB251}" type="parTrans" cxnId="{F11BC93E-C10E-4E12-81CC-AA7789D3DF0A}">
      <dgm:prSet/>
      <dgm:spPr/>
      <dgm:t>
        <a:bodyPr/>
        <a:lstStyle/>
        <a:p>
          <a:endParaRPr lang="en-US"/>
        </a:p>
      </dgm:t>
    </dgm:pt>
    <dgm:pt modelId="{8C7112C9-E9DB-4F23-B60C-A83D80D0965F}" type="sibTrans" cxnId="{F11BC93E-C10E-4E12-81CC-AA7789D3DF0A}">
      <dgm:prSet/>
      <dgm:spPr/>
      <dgm:t>
        <a:bodyPr/>
        <a:lstStyle/>
        <a:p>
          <a:endParaRPr lang="en-US"/>
        </a:p>
      </dgm:t>
    </dgm:pt>
    <dgm:pt modelId="{6089CCB8-B865-4C53-894A-ED00A0F910E9}">
      <dgm:prSet custT="1"/>
      <dgm:spPr>
        <a:solidFill>
          <a:schemeClr val="bg2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152. (a) In Singapore/ (b) my brother-in-law with his wife/ (c) were present at the function./ (d) No error</a:t>
          </a:r>
        </a:p>
      </dgm:t>
    </dgm:pt>
    <dgm:pt modelId="{554112EE-3FF4-4F3D-BDD1-DB3A4114DF08}" type="parTrans" cxnId="{B47F3A17-FF2E-40FB-93FE-7DADC5AE0D80}">
      <dgm:prSet/>
      <dgm:spPr/>
      <dgm:t>
        <a:bodyPr/>
        <a:lstStyle/>
        <a:p>
          <a:endParaRPr lang="en-US"/>
        </a:p>
      </dgm:t>
    </dgm:pt>
    <dgm:pt modelId="{BA928C5F-F76C-423A-9429-90025EEF923D}" type="sibTrans" cxnId="{B47F3A17-FF2E-40FB-93FE-7DADC5AE0D80}">
      <dgm:prSet/>
      <dgm:spPr/>
      <dgm:t>
        <a:bodyPr/>
        <a:lstStyle/>
        <a:p>
          <a:endParaRPr lang="en-US"/>
        </a:p>
      </dgm:t>
    </dgm:pt>
    <dgm:pt modelId="{6EC6B7BB-3BBD-4689-B16D-51119FAD9255}">
      <dgm:prSet custT="1"/>
      <dgm:spPr>
        <a:solidFill>
          <a:schemeClr val="bg2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153. (a) A hot and/ (b) a cold spring/ (c) was found near each other./ (d) No error</a:t>
          </a:r>
        </a:p>
      </dgm:t>
    </dgm:pt>
    <dgm:pt modelId="{68D84F50-2B6B-4BE5-B4FB-9CCD66997010}" type="parTrans" cxnId="{4E46C9A4-57D5-48AD-98E3-D19B0E3D5922}">
      <dgm:prSet/>
      <dgm:spPr/>
      <dgm:t>
        <a:bodyPr/>
        <a:lstStyle/>
        <a:p>
          <a:endParaRPr lang="en-US"/>
        </a:p>
      </dgm:t>
    </dgm:pt>
    <dgm:pt modelId="{BE5B4FB6-740D-4790-96B8-5055AFF527C6}" type="sibTrans" cxnId="{4E46C9A4-57D5-48AD-98E3-D19B0E3D5922}">
      <dgm:prSet/>
      <dgm:spPr/>
      <dgm:t>
        <a:bodyPr/>
        <a:lstStyle/>
        <a:p>
          <a:endParaRPr lang="en-US"/>
        </a:p>
      </dgm:t>
    </dgm:pt>
    <dgm:pt modelId="{3322C050-5D75-473B-95DA-06BEE4DD9AC9}">
      <dgm:prSet custT="1"/>
      <dgm:spPr>
        <a:solidFill>
          <a:schemeClr val="bg2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154. (a) Either of the roads/ (b) lead/ (c) to the park/ (d) No error</a:t>
          </a:r>
        </a:p>
      </dgm:t>
    </dgm:pt>
    <dgm:pt modelId="{976A50F4-1752-4E2C-94E9-DC5F6C94C4E0}" type="parTrans" cxnId="{32F2CBCC-359F-4478-A01D-EF8C822950C3}">
      <dgm:prSet/>
      <dgm:spPr/>
      <dgm:t>
        <a:bodyPr/>
        <a:lstStyle/>
        <a:p>
          <a:endParaRPr lang="en-US"/>
        </a:p>
      </dgm:t>
    </dgm:pt>
    <dgm:pt modelId="{47CF4CA8-1108-494A-A48F-9EBB74AA10AF}" type="sibTrans" cxnId="{32F2CBCC-359F-4478-A01D-EF8C822950C3}">
      <dgm:prSet/>
      <dgm:spPr/>
      <dgm:t>
        <a:bodyPr/>
        <a:lstStyle/>
        <a:p>
          <a:endParaRPr lang="en-US"/>
        </a:p>
      </dgm:t>
    </dgm:pt>
    <dgm:pt modelId="{D02ABC57-B082-4C32-A49E-E6E82B554938}" type="pres">
      <dgm:prSet presAssocID="{07C40B06-EFC5-46F5-ADB4-C23F5936A3CD}" presName="linear" presStyleCnt="0">
        <dgm:presLayoutVars>
          <dgm:dir/>
          <dgm:animLvl val="lvl"/>
          <dgm:resizeHandles val="exact"/>
        </dgm:presLayoutVars>
      </dgm:prSet>
      <dgm:spPr/>
    </dgm:pt>
    <dgm:pt modelId="{6E3BEDAA-E15E-4789-A137-E0742C46E5CA}" type="pres">
      <dgm:prSet presAssocID="{80EA949B-12D2-411B-A416-F9EB02993923}" presName="parentLin" presStyleCnt="0"/>
      <dgm:spPr/>
    </dgm:pt>
    <dgm:pt modelId="{BF70D150-1227-4463-9847-44A9585B504E}" type="pres">
      <dgm:prSet presAssocID="{80EA949B-12D2-411B-A416-F9EB02993923}" presName="parentLeftMargin" presStyleLbl="node1" presStyleIdx="0" presStyleCnt="4"/>
      <dgm:spPr/>
    </dgm:pt>
    <dgm:pt modelId="{F210F081-DC00-42A2-8F23-B0E4BD115C66}" type="pres">
      <dgm:prSet presAssocID="{80EA949B-12D2-411B-A416-F9EB0299392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9E45242-6A76-4AF7-9479-FE7AF2CFBF50}" type="pres">
      <dgm:prSet presAssocID="{80EA949B-12D2-411B-A416-F9EB02993923}" presName="negativeSpace" presStyleCnt="0"/>
      <dgm:spPr/>
    </dgm:pt>
    <dgm:pt modelId="{43EB4961-84E8-4649-8145-386A59EAA9E9}" type="pres">
      <dgm:prSet presAssocID="{80EA949B-12D2-411B-A416-F9EB02993923}" presName="childText" presStyleLbl="conFgAcc1" presStyleIdx="0" presStyleCnt="4">
        <dgm:presLayoutVars>
          <dgm:bulletEnabled val="1"/>
        </dgm:presLayoutVars>
      </dgm:prSet>
      <dgm:spPr/>
    </dgm:pt>
    <dgm:pt modelId="{FD15B3E9-120E-4214-9FE6-36E95782D1BE}" type="pres">
      <dgm:prSet presAssocID="{8C7112C9-E9DB-4F23-B60C-A83D80D0965F}" presName="spaceBetweenRectangles" presStyleCnt="0"/>
      <dgm:spPr/>
    </dgm:pt>
    <dgm:pt modelId="{D9D5312E-233C-44FC-BA6A-DC9E9A4A7B5D}" type="pres">
      <dgm:prSet presAssocID="{6089CCB8-B865-4C53-894A-ED00A0F910E9}" presName="parentLin" presStyleCnt="0"/>
      <dgm:spPr/>
    </dgm:pt>
    <dgm:pt modelId="{A0B3225B-6B87-477A-A925-9FF2DDE24761}" type="pres">
      <dgm:prSet presAssocID="{6089CCB8-B865-4C53-894A-ED00A0F910E9}" presName="parentLeftMargin" presStyleLbl="node1" presStyleIdx="0" presStyleCnt="4"/>
      <dgm:spPr/>
    </dgm:pt>
    <dgm:pt modelId="{4E3A112B-D6E6-469A-86C2-19E43344E1BD}" type="pres">
      <dgm:prSet presAssocID="{6089CCB8-B865-4C53-894A-ED00A0F910E9}" presName="parentText" presStyleLbl="node1" presStyleIdx="1" presStyleCnt="4" custScaleY="133446">
        <dgm:presLayoutVars>
          <dgm:chMax val="0"/>
          <dgm:bulletEnabled val="1"/>
        </dgm:presLayoutVars>
      </dgm:prSet>
      <dgm:spPr/>
    </dgm:pt>
    <dgm:pt modelId="{C24E43EB-85BD-4E3C-9925-EDFBCCE6F121}" type="pres">
      <dgm:prSet presAssocID="{6089CCB8-B865-4C53-894A-ED00A0F910E9}" presName="negativeSpace" presStyleCnt="0"/>
      <dgm:spPr/>
    </dgm:pt>
    <dgm:pt modelId="{BF1E9E4A-51F5-413B-9849-512601F26C08}" type="pres">
      <dgm:prSet presAssocID="{6089CCB8-B865-4C53-894A-ED00A0F910E9}" presName="childText" presStyleLbl="conFgAcc1" presStyleIdx="1" presStyleCnt="4">
        <dgm:presLayoutVars>
          <dgm:bulletEnabled val="1"/>
        </dgm:presLayoutVars>
      </dgm:prSet>
      <dgm:spPr/>
    </dgm:pt>
    <dgm:pt modelId="{95EA52AE-1B35-457F-9508-649A5DBD62C0}" type="pres">
      <dgm:prSet presAssocID="{BA928C5F-F76C-423A-9429-90025EEF923D}" presName="spaceBetweenRectangles" presStyleCnt="0"/>
      <dgm:spPr/>
    </dgm:pt>
    <dgm:pt modelId="{91E9020C-1EB4-4146-9DAB-7951E1AED81C}" type="pres">
      <dgm:prSet presAssocID="{6EC6B7BB-3BBD-4689-B16D-51119FAD9255}" presName="parentLin" presStyleCnt="0"/>
      <dgm:spPr/>
    </dgm:pt>
    <dgm:pt modelId="{493607C9-92DB-49BE-AAF2-0B3933206556}" type="pres">
      <dgm:prSet presAssocID="{6EC6B7BB-3BBD-4689-B16D-51119FAD9255}" presName="parentLeftMargin" presStyleLbl="node1" presStyleIdx="1" presStyleCnt="4"/>
      <dgm:spPr/>
    </dgm:pt>
    <dgm:pt modelId="{EB0B99EF-47DF-4294-88B6-BB3FB3281E9D}" type="pres">
      <dgm:prSet presAssocID="{6EC6B7BB-3BBD-4689-B16D-51119FAD925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CA2A5F7-B492-4ABD-AF2E-23187EE4012E}" type="pres">
      <dgm:prSet presAssocID="{6EC6B7BB-3BBD-4689-B16D-51119FAD9255}" presName="negativeSpace" presStyleCnt="0"/>
      <dgm:spPr/>
    </dgm:pt>
    <dgm:pt modelId="{DC64004E-9CF4-4F1C-9CF1-58616BAD1E8F}" type="pres">
      <dgm:prSet presAssocID="{6EC6B7BB-3BBD-4689-B16D-51119FAD9255}" presName="childText" presStyleLbl="conFgAcc1" presStyleIdx="2" presStyleCnt="4">
        <dgm:presLayoutVars>
          <dgm:bulletEnabled val="1"/>
        </dgm:presLayoutVars>
      </dgm:prSet>
      <dgm:spPr/>
    </dgm:pt>
    <dgm:pt modelId="{07C6EFC4-84F7-4FD2-81B2-C826C9E809B4}" type="pres">
      <dgm:prSet presAssocID="{BE5B4FB6-740D-4790-96B8-5055AFF527C6}" presName="spaceBetweenRectangles" presStyleCnt="0"/>
      <dgm:spPr/>
    </dgm:pt>
    <dgm:pt modelId="{47BC41D6-D942-425C-8875-99A4C0527B9A}" type="pres">
      <dgm:prSet presAssocID="{3322C050-5D75-473B-95DA-06BEE4DD9AC9}" presName="parentLin" presStyleCnt="0"/>
      <dgm:spPr/>
    </dgm:pt>
    <dgm:pt modelId="{9049FBE7-B134-4C93-8E7D-8E872D4903BC}" type="pres">
      <dgm:prSet presAssocID="{3322C050-5D75-473B-95DA-06BEE4DD9AC9}" presName="parentLeftMargin" presStyleLbl="node1" presStyleIdx="2" presStyleCnt="4"/>
      <dgm:spPr/>
    </dgm:pt>
    <dgm:pt modelId="{8BB1098F-C6B4-4ADC-982C-FA1F2E9065CF}" type="pres">
      <dgm:prSet presAssocID="{3322C050-5D75-473B-95DA-06BEE4DD9AC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2997FEE-73E0-46E7-8843-0E35EF58085E}" type="pres">
      <dgm:prSet presAssocID="{3322C050-5D75-473B-95DA-06BEE4DD9AC9}" presName="negativeSpace" presStyleCnt="0"/>
      <dgm:spPr/>
    </dgm:pt>
    <dgm:pt modelId="{FD6D5E9C-E2C5-4139-8ED6-234EC8CAE2E3}" type="pres">
      <dgm:prSet presAssocID="{3322C050-5D75-473B-95DA-06BEE4DD9AC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0530D09-E2BC-469F-B32A-808E61445C97}" type="presOf" srcId="{6EC6B7BB-3BBD-4689-B16D-51119FAD9255}" destId="{493607C9-92DB-49BE-AAF2-0B3933206556}" srcOrd="0" destOrd="0" presId="urn:microsoft.com/office/officeart/2005/8/layout/list1"/>
    <dgm:cxn modelId="{B47F3A17-FF2E-40FB-93FE-7DADC5AE0D80}" srcId="{07C40B06-EFC5-46F5-ADB4-C23F5936A3CD}" destId="{6089CCB8-B865-4C53-894A-ED00A0F910E9}" srcOrd="1" destOrd="0" parTransId="{554112EE-3FF4-4F3D-BDD1-DB3A4114DF08}" sibTransId="{BA928C5F-F76C-423A-9429-90025EEF923D}"/>
    <dgm:cxn modelId="{F11BC93E-C10E-4E12-81CC-AA7789D3DF0A}" srcId="{07C40B06-EFC5-46F5-ADB4-C23F5936A3CD}" destId="{80EA949B-12D2-411B-A416-F9EB02993923}" srcOrd="0" destOrd="0" parTransId="{D977B7BD-E3C7-4D4B-9CDE-9DF300CAB251}" sibTransId="{8C7112C9-E9DB-4F23-B60C-A83D80D0965F}"/>
    <dgm:cxn modelId="{8687FB67-55A5-4304-92AA-FAD4D6E70DE7}" type="presOf" srcId="{6089CCB8-B865-4C53-894A-ED00A0F910E9}" destId="{4E3A112B-D6E6-469A-86C2-19E43344E1BD}" srcOrd="1" destOrd="0" presId="urn:microsoft.com/office/officeart/2005/8/layout/list1"/>
    <dgm:cxn modelId="{0B36E74A-F8CA-430B-BE1E-31089E5DEACA}" type="presOf" srcId="{80EA949B-12D2-411B-A416-F9EB02993923}" destId="{F210F081-DC00-42A2-8F23-B0E4BD115C66}" srcOrd="1" destOrd="0" presId="urn:microsoft.com/office/officeart/2005/8/layout/list1"/>
    <dgm:cxn modelId="{6C57AF71-7E84-495B-8C69-0C47898175D3}" type="presOf" srcId="{6EC6B7BB-3BBD-4689-B16D-51119FAD9255}" destId="{EB0B99EF-47DF-4294-88B6-BB3FB3281E9D}" srcOrd="1" destOrd="0" presId="urn:microsoft.com/office/officeart/2005/8/layout/list1"/>
    <dgm:cxn modelId="{1075D38C-B4E3-49D6-A1FA-B49AF8CDB98E}" type="presOf" srcId="{3322C050-5D75-473B-95DA-06BEE4DD9AC9}" destId="{8BB1098F-C6B4-4ADC-982C-FA1F2E9065CF}" srcOrd="1" destOrd="0" presId="urn:microsoft.com/office/officeart/2005/8/layout/list1"/>
    <dgm:cxn modelId="{97E69A98-1EA0-45EE-93DA-47C95D2EAAE4}" type="presOf" srcId="{80EA949B-12D2-411B-A416-F9EB02993923}" destId="{BF70D150-1227-4463-9847-44A9585B504E}" srcOrd="0" destOrd="0" presId="urn:microsoft.com/office/officeart/2005/8/layout/list1"/>
    <dgm:cxn modelId="{4E46C9A4-57D5-48AD-98E3-D19B0E3D5922}" srcId="{07C40B06-EFC5-46F5-ADB4-C23F5936A3CD}" destId="{6EC6B7BB-3BBD-4689-B16D-51119FAD9255}" srcOrd="2" destOrd="0" parTransId="{68D84F50-2B6B-4BE5-B4FB-9CCD66997010}" sibTransId="{BE5B4FB6-740D-4790-96B8-5055AFF527C6}"/>
    <dgm:cxn modelId="{F2D827B2-11A2-40D6-8357-62C5E4B3659B}" type="presOf" srcId="{3322C050-5D75-473B-95DA-06BEE4DD9AC9}" destId="{9049FBE7-B134-4C93-8E7D-8E872D4903BC}" srcOrd="0" destOrd="0" presId="urn:microsoft.com/office/officeart/2005/8/layout/list1"/>
    <dgm:cxn modelId="{32F2CBCC-359F-4478-A01D-EF8C822950C3}" srcId="{07C40B06-EFC5-46F5-ADB4-C23F5936A3CD}" destId="{3322C050-5D75-473B-95DA-06BEE4DD9AC9}" srcOrd="3" destOrd="0" parTransId="{976A50F4-1752-4E2C-94E9-DC5F6C94C4E0}" sibTransId="{47CF4CA8-1108-494A-A48F-9EBB74AA10AF}"/>
    <dgm:cxn modelId="{390140D6-5293-4504-BBA2-7197636EEC82}" type="presOf" srcId="{6089CCB8-B865-4C53-894A-ED00A0F910E9}" destId="{A0B3225B-6B87-477A-A925-9FF2DDE24761}" srcOrd="0" destOrd="0" presId="urn:microsoft.com/office/officeart/2005/8/layout/list1"/>
    <dgm:cxn modelId="{E9EBD1E7-F851-4B6E-9ABD-E5A1866F02BD}" type="presOf" srcId="{07C40B06-EFC5-46F5-ADB4-C23F5936A3CD}" destId="{D02ABC57-B082-4C32-A49E-E6E82B554938}" srcOrd="0" destOrd="0" presId="urn:microsoft.com/office/officeart/2005/8/layout/list1"/>
    <dgm:cxn modelId="{B8E1AA8D-ADA3-40ED-94E0-BCD99130F8E7}" type="presParOf" srcId="{D02ABC57-B082-4C32-A49E-E6E82B554938}" destId="{6E3BEDAA-E15E-4789-A137-E0742C46E5CA}" srcOrd="0" destOrd="0" presId="urn:microsoft.com/office/officeart/2005/8/layout/list1"/>
    <dgm:cxn modelId="{BB9E6EE1-A59A-425B-87F2-E5CA205CFACF}" type="presParOf" srcId="{6E3BEDAA-E15E-4789-A137-E0742C46E5CA}" destId="{BF70D150-1227-4463-9847-44A9585B504E}" srcOrd="0" destOrd="0" presId="urn:microsoft.com/office/officeart/2005/8/layout/list1"/>
    <dgm:cxn modelId="{D7D14E6E-119E-46F9-9B3B-9FB4D423F43E}" type="presParOf" srcId="{6E3BEDAA-E15E-4789-A137-E0742C46E5CA}" destId="{F210F081-DC00-42A2-8F23-B0E4BD115C66}" srcOrd="1" destOrd="0" presId="urn:microsoft.com/office/officeart/2005/8/layout/list1"/>
    <dgm:cxn modelId="{D83B12A5-0A8B-4FFB-AB7C-55C06C398855}" type="presParOf" srcId="{D02ABC57-B082-4C32-A49E-E6E82B554938}" destId="{B9E45242-6A76-4AF7-9479-FE7AF2CFBF50}" srcOrd="1" destOrd="0" presId="urn:microsoft.com/office/officeart/2005/8/layout/list1"/>
    <dgm:cxn modelId="{71CE31D3-6241-4619-8C03-1E7D6BABE887}" type="presParOf" srcId="{D02ABC57-B082-4C32-A49E-E6E82B554938}" destId="{43EB4961-84E8-4649-8145-386A59EAA9E9}" srcOrd="2" destOrd="0" presId="urn:microsoft.com/office/officeart/2005/8/layout/list1"/>
    <dgm:cxn modelId="{6A0EFCC3-AF80-4834-AE8C-4D5968599A24}" type="presParOf" srcId="{D02ABC57-B082-4C32-A49E-E6E82B554938}" destId="{FD15B3E9-120E-4214-9FE6-36E95782D1BE}" srcOrd="3" destOrd="0" presId="urn:microsoft.com/office/officeart/2005/8/layout/list1"/>
    <dgm:cxn modelId="{3BB09C6F-EC9A-4F2D-A4C2-776A0B9B636B}" type="presParOf" srcId="{D02ABC57-B082-4C32-A49E-E6E82B554938}" destId="{D9D5312E-233C-44FC-BA6A-DC9E9A4A7B5D}" srcOrd="4" destOrd="0" presId="urn:microsoft.com/office/officeart/2005/8/layout/list1"/>
    <dgm:cxn modelId="{C3F5634A-212A-48DC-8490-B1FFFD08DD71}" type="presParOf" srcId="{D9D5312E-233C-44FC-BA6A-DC9E9A4A7B5D}" destId="{A0B3225B-6B87-477A-A925-9FF2DDE24761}" srcOrd="0" destOrd="0" presId="urn:microsoft.com/office/officeart/2005/8/layout/list1"/>
    <dgm:cxn modelId="{A690C66C-FCF4-491E-8A68-D5B6321EA823}" type="presParOf" srcId="{D9D5312E-233C-44FC-BA6A-DC9E9A4A7B5D}" destId="{4E3A112B-D6E6-469A-86C2-19E43344E1BD}" srcOrd="1" destOrd="0" presId="urn:microsoft.com/office/officeart/2005/8/layout/list1"/>
    <dgm:cxn modelId="{D54575CB-67EF-432E-9794-FAB91881D794}" type="presParOf" srcId="{D02ABC57-B082-4C32-A49E-E6E82B554938}" destId="{C24E43EB-85BD-4E3C-9925-EDFBCCE6F121}" srcOrd="5" destOrd="0" presId="urn:microsoft.com/office/officeart/2005/8/layout/list1"/>
    <dgm:cxn modelId="{528E878A-0A38-4D02-9CCA-974CAB2A2CF5}" type="presParOf" srcId="{D02ABC57-B082-4C32-A49E-E6E82B554938}" destId="{BF1E9E4A-51F5-413B-9849-512601F26C08}" srcOrd="6" destOrd="0" presId="urn:microsoft.com/office/officeart/2005/8/layout/list1"/>
    <dgm:cxn modelId="{AD26A7E6-8C92-42C6-B557-CC67264DB680}" type="presParOf" srcId="{D02ABC57-B082-4C32-A49E-E6E82B554938}" destId="{95EA52AE-1B35-457F-9508-649A5DBD62C0}" srcOrd="7" destOrd="0" presId="urn:microsoft.com/office/officeart/2005/8/layout/list1"/>
    <dgm:cxn modelId="{296B2247-3D8F-4E79-A769-DC008D1DA5FB}" type="presParOf" srcId="{D02ABC57-B082-4C32-A49E-E6E82B554938}" destId="{91E9020C-1EB4-4146-9DAB-7951E1AED81C}" srcOrd="8" destOrd="0" presId="urn:microsoft.com/office/officeart/2005/8/layout/list1"/>
    <dgm:cxn modelId="{FBAD5AFE-77D5-4A60-8135-A40CF42A51CB}" type="presParOf" srcId="{91E9020C-1EB4-4146-9DAB-7951E1AED81C}" destId="{493607C9-92DB-49BE-AAF2-0B3933206556}" srcOrd="0" destOrd="0" presId="urn:microsoft.com/office/officeart/2005/8/layout/list1"/>
    <dgm:cxn modelId="{0AA35768-CB6A-4209-82CD-6F5FAF6AF40E}" type="presParOf" srcId="{91E9020C-1EB4-4146-9DAB-7951E1AED81C}" destId="{EB0B99EF-47DF-4294-88B6-BB3FB3281E9D}" srcOrd="1" destOrd="0" presId="urn:microsoft.com/office/officeart/2005/8/layout/list1"/>
    <dgm:cxn modelId="{329B8A18-A737-492E-81CE-3A3ACC87A863}" type="presParOf" srcId="{D02ABC57-B082-4C32-A49E-E6E82B554938}" destId="{FCA2A5F7-B492-4ABD-AF2E-23187EE4012E}" srcOrd="9" destOrd="0" presId="urn:microsoft.com/office/officeart/2005/8/layout/list1"/>
    <dgm:cxn modelId="{1521CEF9-114B-49D4-8856-FAC9A908BC25}" type="presParOf" srcId="{D02ABC57-B082-4C32-A49E-E6E82B554938}" destId="{DC64004E-9CF4-4F1C-9CF1-58616BAD1E8F}" srcOrd="10" destOrd="0" presId="urn:microsoft.com/office/officeart/2005/8/layout/list1"/>
    <dgm:cxn modelId="{896EA2B5-C0C1-4D5D-97F2-A40886083FC1}" type="presParOf" srcId="{D02ABC57-B082-4C32-A49E-E6E82B554938}" destId="{07C6EFC4-84F7-4FD2-81B2-C826C9E809B4}" srcOrd="11" destOrd="0" presId="urn:microsoft.com/office/officeart/2005/8/layout/list1"/>
    <dgm:cxn modelId="{FF8062E2-DDEC-47DF-914D-8913BBFFA194}" type="presParOf" srcId="{D02ABC57-B082-4C32-A49E-E6E82B554938}" destId="{47BC41D6-D942-425C-8875-99A4C0527B9A}" srcOrd="12" destOrd="0" presId="urn:microsoft.com/office/officeart/2005/8/layout/list1"/>
    <dgm:cxn modelId="{DD0847B9-0AEA-4752-A431-75D076212158}" type="presParOf" srcId="{47BC41D6-D942-425C-8875-99A4C0527B9A}" destId="{9049FBE7-B134-4C93-8E7D-8E872D4903BC}" srcOrd="0" destOrd="0" presId="urn:microsoft.com/office/officeart/2005/8/layout/list1"/>
    <dgm:cxn modelId="{17BB0060-DDB4-48FC-B45F-D25EDD847F96}" type="presParOf" srcId="{47BC41D6-D942-425C-8875-99A4C0527B9A}" destId="{8BB1098F-C6B4-4ADC-982C-FA1F2E9065CF}" srcOrd="1" destOrd="0" presId="urn:microsoft.com/office/officeart/2005/8/layout/list1"/>
    <dgm:cxn modelId="{4DE92898-DE12-4975-B8C4-0692FF53A1E7}" type="presParOf" srcId="{D02ABC57-B082-4C32-A49E-E6E82B554938}" destId="{A2997FEE-73E0-46E7-8843-0E35EF58085E}" srcOrd="13" destOrd="0" presId="urn:microsoft.com/office/officeart/2005/8/layout/list1"/>
    <dgm:cxn modelId="{3FA6AEF6-E5C7-44E5-8805-F00B0B322454}" type="presParOf" srcId="{D02ABC57-B082-4C32-A49E-E6E82B554938}" destId="{FD6D5E9C-E2C5-4139-8ED6-234EC8CAE2E3}" srcOrd="14" destOrd="0" presId="urn:microsoft.com/office/officeart/2005/8/layout/list1"/>
  </dgm:cxnLst>
  <dgm:bg>
    <a:solidFill>
      <a:schemeClr val="accent6">
        <a:lumMod val="75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7C40B06-EFC5-46F5-ADB4-C23F5936A3C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EA949B-12D2-411B-A416-F9EB02993923}">
      <dgm:prSet phldrT="[Text]" custT="1"/>
      <dgm:spPr>
        <a:solidFill>
          <a:schemeClr val="bg2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 (a) </a:t>
          </a:r>
          <a:r>
            <a:rPr lang="en-IN" sz="3200" b="1" dirty="0">
              <a:solidFill>
                <a:srgbClr val="C00000"/>
              </a:solidFill>
            </a:rPr>
            <a:t>Patience</a:t>
          </a:r>
          <a:r>
            <a:rPr lang="en-IN" sz="3200" b="1" dirty="0">
              <a:solidFill>
                <a:schemeClr val="tx1"/>
              </a:solidFill>
            </a:rPr>
            <a:t> </a:t>
          </a:r>
          <a:r>
            <a:rPr lang="en-IN" sz="3200" b="1" dirty="0">
              <a:solidFill>
                <a:srgbClr val="002060"/>
              </a:solidFill>
            </a:rPr>
            <a:t>as well as perseverance </a:t>
          </a:r>
          <a:r>
            <a:rPr lang="en-IN" sz="3200" b="1" dirty="0">
              <a:solidFill>
                <a:schemeClr val="tx1"/>
              </a:solidFill>
            </a:rPr>
            <a:t>(b) </a:t>
          </a:r>
          <a:r>
            <a:rPr lang="en-IN" sz="3200" b="1" strike="sngStrike" dirty="0">
              <a:solidFill>
                <a:srgbClr val="C00000"/>
              </a:solidFill>
            </a:rPr>
            <a:t>are</a:t>
          </a:r>
          <a:r>
            <a:rPr lang="en-IN" sz="3200" b="1" dirty="0">
              <a:solidFill>
                <a:srgbClr val="C00000"/>
              </a:solidFill>
            </a:rPr>
            <a:t> is </a:t>
          </a:r>
          <a:r>
            <a:rPr lang="en-IN" sz="3200" b="1" dirty="0">
              <a:solidFill>
                <a:schemeClr val="tx1"/>
              </a:solidFill>
            </a:rPr>
            <a:t>necessary/ (c) for success./ (d) No error</a:t>
          </a:r>
          <a:endParaRPr lang="en-US" sz="3200" b="1" dirty="0">
            <a:solidFill>
              <a:schemeClr val="tx1"/>
            </a:solidFill>
          </a:endParaRPr>
        </a:p>
      </dgm:t>
    </dgm:pt>
    <dgm:pt modelId="{D977B7BD-E3C7-4D4B-9CDE-9DF300CAB251}" type="parTrans" cxnId="{F11BC93E-C10E-4E12-81CC-AA7789D3DF0A}">
      <dgm:prSet/>
      <dgm:spPr/>
      <dgm:t>
        <a:bodyPr/>
        <a:lstStyle/>
        <a:p>
          <a:endParaRPr lang="en-US"/>
        </a:p>
      </dgm:t>
    </dgm:pt>
    <dgm:pt modelId="{8C7112C9-E9DB-4F23-B60C-A83D80D0965F}" type="sibTrans" cxnId="{F11BC93E-C10E-4E12-81CC-AA7789D3DF0A}">
      <dgm:prSet/>
      <dgm:spPr/>
      <dgm:t>
        <a:bodyPr/>
        <a:lstStyle/>
        <a:p>
          <a:endParaRPr lang="en-US"/>
        </a:p>
      </dgm:t>
    </dgm:pt>
    <dgm:pt modelId="{6089CCB8-B865-4C53-894A-ED00A0F910E9}">
      <dgm:prSet custT="1"/>
      <dgm:spPr>
        <a:solidFill>
          <a:schemeClr val="bg2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 (a) In Singapore/ (b) my </a:t>
          </a:r>
          <a:r>
            <a:rPr lang="en-IN" sz="3200" b="1" dirty="0">
              <a:solidFill>
                <a:srgbClr val="C00000"/>
              </a:solidFill>
            </a:rPr>
            <a:t>brother-in-law</a:t>
          </a:r>
          <a:r>
            <a:rPr lang="en-IN" sz="3200" b="1" dirty="0">
              <a:solidFill>
                <a:schemeClr val="tx1"/>
              </a:solidFill>
            </a:rPr>
            <a:t> </a:t>
          </a:r>
          <a:r>
            <a:rPr lang="en-IN" sz="3200" b="1" dirty="0">
              <a:solidFill>
                <a:srgbClr val="002060"/>
              </a:solidFill>
            </a:rPr>
            <a:t>with his wife</a:t>
          </a:r>
          <a:r>
            <a:rPr lang="en-IN" sz="3200" b="1" dirty="0">
              <a:solidFill>
                <a:schemeClr val="tx1"/>
              </a:solidFill>
            </a:rPr>
            <a:t>/ (c) </a:t>
          </a:r>
          <a:r>
            <a:rPr lang="en-IN" sz="3200" b="1" dirty="0">
              <a:solidFill>
                <a:srgbClr val="C00000"/>
              </a:solidFill>
            </a:rPr>
            <a:t>was </a:t>
          </a:r>
          <a:r>
            <a:rPr lang="en-IN" sz="3200" b="1" strike="sngStrike" dirty="0">
              <a:solidFill>
                <a:srgbClr val="C00000"/>
              </a:solidFill>
            </a:rPr>
            <a:t>were</a:t>
          </a:r>
          <a:r>
            <a:rPr lang="en-IN" sz="3200" b="1" dirty="0">
              <a:solidFill>
                <a:srgbClr val="C00000"/>
              </a:solidFill>
            </a:rPr>
            <a:t> </a:t>
          </a:r>
          <a:r>
            <a:rPr lang="en-IN" sz="3200" b="1" dirty="0">
              <a:solidFill>
                <a:schemeClr val="tx1"/>
              </a:solidFill>
            </a:rPr>
            <a:t>present at the function./ (d) No error </a:t>
          </a:r>
          <a:r>
            <a:rPr lang="en-IN" sz="2400" b="1" dirty="0">
              <a:solidFill>
                <a:srgbClr val="C00000"/>
              </a:solidFill>
            </a:rPr>
            <a:t>(pseudo compound sub)</a:t>
          </a:r>
          <a:endParaRPr lang="en-IN" sz="3200" b="1" dirty="0">
            <a:solidFill>
              <a:srgbClr val="C00000"/>
            </a:solidFill>
          </a:endParaRPr>
        </a:p>
      </dgm:t>
    </dgm:pt>
    <dgm:pt modelId="{554112EE-3FF4-4F3D-BDD1-DB3A4114DF08}" type="parTrans" cxnId="{B47F3A17-FF2E-40FB-93FE-7DADC5AE0D80}">
      <dgm:prSet/>
      <dgm:spPr/>
      <dgm:t>
        <a:bodyPr/>
        <a:lstStyle/>
        <a:p>
          <a:endParaRPr lang="en-US"/>
        </a:p>
      </dgm:t>
    </dgm:pt>
    <dgm:pt modelId="{BA928C5F-F76C-423A-9429-90025EEF923D}" type="sibTrans" cxnId="{B47F3A17-FF2E-40FB-93FE-7DADC5AE0D80}">
      <dgm:prSet/>
      <dgm:spPr/>
      <dgm:t>
        <a:bodyPr/>
        <a:lstStyle/>
        <a:p>
          <a:endParaRPr lang="en-US"/>
        </a:p>
      </dgm:t>
    </dgm:pt>
    <dgm:pt modelId="{6EC6B7BB-3BBD-4689-B16D-51119FAD9255}">
      <dgm:prSet custT="1"/>
      <dgm:spPr>
        <a:solidFill>
          <a:schemeClr val="bg2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 (a) </a:t>
          </a:r>
          <a:r>
            <a:rPr lang="en-IN" sz="3200" b="1" dirty="0">
              <a:solidFill>
                <a:srgbClr val="C00000"/>
              </a:solidFill>
            </a:rPr>
            <a:t>A hot </a:t>
          </a:r>
          <a:r>
            <a:rPr lang="en-IN" sz="3200" b="1" dirty="0">
              <a:solidFill>
                <a:schemeClr val="tx1"/>
              </a:solidFill>
            </a:rPr>
            <a:t>and/ (b) </a:t>
          </a:r>
          <a:r>
            <a:rPr lang="en-IN" sz="3200" b="1" dirty="0">
              <a:solidFill>
                <a:srgbClr val="C00000"/>
              </a:solidFill>
            </a:rPr>
            <a:t>a cold spring</a:t>
          </a:r>
          <a:r>
            <a:rPr lang="en-IN" sz="3200" b="1" dirty="0">
              <a:solidFill>
                <a:schemeClr val="tx1"/>
              </a:solidFill>
            </a:rPr>
            <a:t>/ (c)</a:t>
          </a:r>
          <a:r>
            <a:rPr lang="en-IN" sz="3200" b="1" strike="sngStrike" dirty="0">
              <a:solidFill>
                <a:srgbClr val="C00000"/>
              </a:solidFill>
            </a:rPr>
            <a:t> was </a:t>
          </a:r>
          <a:r>
            <a:rPr lang="en-IN" sz="3200" b="1" dirty="0">
              <a:solidFill>
                <a:srgbClr val="C00000"/>
              </a:solidFill>
            </a:rPr>
            <a:t>were</a:t>
          </a:r>
          <a:r>
            <a:rPr lang="en-IN" sz="3200" b="1" dirty="0">
              <a:solidFill>
                <a:schemeClr val="tx1"/>
              </a:solidFill>
            </a:rPr>
            <a:t> found near each other./ (d) No error</a:t>
          </a:r>
        </a:p>
      </dgm:t>
    </dgm:pt>
    <dgm:pt modelId="{68D84F50-2B6B-4BE5-B4FB-9CCD66997010}" type="parTrans" cxnId="{4E46C9A4-57D5-48AD-98E3-D19B0E3D5922}">
      <dgm:prSet/>
      <dgm:spPr/>
      <dgm:t>
        <a:bodyPr/>
        <a:lstStyle/>
        <a:p>
          <a:endParaRPr lang="en-US"/>
        </a:p>
      </dgm:t>
    </dgm:pt>
    <dgm:pt modelId="{BE5B4FB6-740D-4790-96B8-5055AFF527C6}" type="sibTrans" cxnId="{4E46C9A4-57D5-48AD-98E3-D19B0E3D5922}">
      <dgm:prSet/>
      <dgm:spPr/>
      <dgm:t>
        <a:bodyPr/>
        <a:lstStyle/>
        <a:p>
          <a:endParaRPr lang="en-US"/>
        </a:p>
      </dgm:t>
    </dgm:pt>
    <dgm:pt modelId="{3322C050-5D75-473B-95DA-06BEE4DD9AC9}">
      <dgm:prSet custT="1"/>
      <dgm:spPr>
        <a:solidFill>
          <a:schemeClr val="bg2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 (a) </a:t>
          </a:r>
          <a:r>
            <a:rPr lang="en-IN" sz="3200" b="1" dirty="0">
              <a:solidFill>
                <a:srgbClr val="C00000"/>
              </a:solidFill>
            </a:rPr>
            <a:t>Either</a:t>
          </a:r>
          <a:r>
            <a:rPr lang="en-IN" sz="3200" b="1" dirty="0">
              <a:solidFill>
                <a:schemeClr val="tx1"/>
              </a:solidFill>
            </a:rPr>
            <a:t> of the roads/ (b)</a:t>
          </a:r>
          <a:r>
            <a:rPr lang="en-IN" sz="3200" b="1" strike="sngStrike" dirty="0">
              <a:solidFill>
                <a:srgbClr val="C00000"/>
              </a:solidFill>
            </a:rPr>
            <a:t> lead </a:t>
          </a:r>
          <a:r>
            <a:rPr lang="en-IN" sz="3200" b="1" strike="noStrike" dirty="0">
              <a:solidFill>
                <a:srgbClr val="C00000"/>
              </a:solidFill>
            </a:rPr>
            <a:t>leads</a:t>
          </a:r>
          <a:r>
            <a:rPr lang="en-IN" sz="3200" b="1" dirty="0">
              <a:solidFill>
                <a:schemeClr val="tx1"/>
              </a:solidFill>
            </a:rPr>
            <a:t>/ (c) to the park/ (d) No error</a:t>
          </a:r>
        </a:p>
      </dgm:t>
    </dgm:pt>
    <dgm:pt modelId="{976A50F4-1752-4E2C-94E9-DC5F6C94C4E0}" type="parTrans" cxnId="{32F2CBCC-359F-4478-A01D-EF8C822950C3}">
      <dgm:prSet/>
      <dgm:spPr/>
      <dgm:t>
        <a:bodyPr/>
        <a:lstStyle/>
        <a:p>
          <a:endParaRPr lang="en-US"/>
        </a:p>
      </dgm:t>
    </dgm:pt>
    <dgm:pt modelId="{47CF4CA8-1108-494A-A48F-9EBB74AA10AF}" type="sibTrans" cxnId="{32F2CBCC-359F-4478-A01D-EF8C822950C3}">
      <dgm:prSet/>
      <dgm:spPr/>
      <dgm:t>
        <a:bodyPr/>
        <a:lstStyle/>
        <a:p>
          <a:endParaRPr lang="en-US"/>
        </a:p>
      </dgm:t>
    </dgm:pt>
    <dgm:pt modelId="{D02ABC57-B082-4C32-A49E-E6E82B554938}" type="pres">
      <dgm:prSet presAssocID="{07C40B06-EFC5-46F5-ADB4-C23F5936A3CD}" presName="linear" presStyleCnt="0">
        <dgm:presLayoutVars>
          <dgm:dir/>
          <dgm:animLvl val="lvl"/>
          <dgm:resizeHandles val="exact"/>
        </dgm:presLayoutVars>
      </dgm:prSet>
      <dgm:spPr/>
    </dgm:pt>
    <dgm:pt modelId="{6E3BEDAA-E15E-4789-A137-E0742C46E5CA}" type="pres">
      <dgm:prSet presAssocID="{80EA949B-12D2-411B-A416-F9EB02993923}" presName="parentLin" presStyleCnt="0"/>
      <dgm:spPr/>
    </dgm:pt>
    <dgm:pt modelId="{BF70D150-1227-4463-9847-44A9585B504E}" type="pres">
      <dgm:prSet presAssocID="{80EA949B-12D2-411B-A416-F9EB02993923}" presName="parentLeftMargin" presStyleLbl="node1" presStyleIdx="0" presStyleCnt="4"/>
      <dgm:spPr/>
    </dgm:pt>
    <dgm:pt modelId="{F210F081-DC00-42A2-8F23-B0E4BD115C66}" type="pres">
      <dgm:prSet presAssocID="{80EA949B-12D2-411B-A416-F9EB0299392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9E45242-6A76-4AF7-9479-FE7AF2CFBF50}" type="pres">
      <dgm:prSet presAssocID="{80EA949B-12D2-411B-A416-F9EB02993923}" presName="negativeSpace" presStyleCnt="0"/>
      <dgm:spPr/>
    </dgm:pt>
    <dgm:pt modelId="{43EB4961-84E8-4649-8145-386A59EAA9E9}" type="pres">
      <dgm:prSet presAssocID="{80EA949B-12D2-411B-A416-F9EB02993923}" presName="childText" presStyleLbl="conFgAcc1" presStyleIdx="0" presStyleCnt="4">
        <dgm:presLayoutVars>
          <dgm:bulletEnabled val="1"/>
        </dgm:presLayoutVars>
      </dgm:prSet>
      <dgm:spPr/>
    </dgm:pt>
    <dgm:pt modelId="{FD15B3E9-120E-4214-9FE6-36E95782D1BE}" type="pres">
      <dgm:prSet presAssocID="{8C7112C9-E9DB-4F23-B60C-A83D80D0965F}" presName="spaceBetweenRectangles" presStyleCnt="0"/>
      <dgm:spPr/>
    </dgm:pt>
    <dgm:pt modelId="{D9D5312E-233C-44FC-BA6A-DC9E9A4A7B5D}" type="pres">
      <dgm:prSet presAssocID="{6089CCB8-B865-4C53-894A-ED00A0F910E9}" presName="parentLin" presStyleCnt="0"/>
      <dgm:spPr/>
    </dgm:pt>
    <dgm:pt modelId="{A0B3225B-6B87-477A-A925-9FF2DDE24761}" type="pres">
      <dgm:prSet presAssocID="{6089CCB8-B865-4C53-894A-ED00A0F910E9}" presName="parentLeftMargin" presStyleLbl="node1" presStyleIdx="0" presStyleCnt="4"/>
      <dgm:spPr/>
    </dgm:pt>
    <dgm:pt modelId="{4E3A112B-D6E6-469A-86C2-19E43344E1BD}" type="pres">
      <dgm:prSet presAssocID="{6089CCB8-B865-4C53-894A-ED00A0F910E9}" presName="parentText" presStyleLbl="node1" presStyleIdx="1" presStyleCnt="4" custScaleY="133446">
        <dgm:presLayoutVars>
          <dgm:chMax val="0"/>
          <dgm:bulletEnabled val="1"/>
        </dgm:presLayoutVars>
      </dgm:prSet>
      <dgm:spPr/>
    </dgm:pt>
    <dgm:pt modelId="{C24E43EB-85BD-4E3C-9925-EDFBCCE6F121}" type="pres">
      <dgm:prSet presAssocID="{6089CCB8-B865-4C53-894A-ED00A0F910E9}" presName="negativeSpace" presStyleCnt="0"/>
      <dgm:spPr/>
    </dgm:pt>
    <dgm:pt modelId="{BF1E9E4A-51F5-413B-9849-512601F26C08}" type="pres">
      <dgm:prSet presAssocID="{6089CCB8-B865-4C53-894A-ED00A0F910E9}" presName="childText" presStyleLbl="conFgAcc1" presStyleIdx="1" presStyleCnt="4">
        <dgm:presLayoutVars>
          <dgm:bulletEnabled val="1"/>
        </dgm:presLayoutVars>
      </dgm:prSet>
      <dgm:spPr/>
    </dgm:pt>
    <dgm:pt modelId="{95EA52AE-1B35-457F-9508-649A5DBD62C0}" type="pres">
      <dgm:prSet presAssocID="{BA928C5F-F76C-423A-9429-90025EEF923D}" presName="spaceBetweenRectangles" presStyleCnt="0"/>
      <dgm:spPr/>
    </dgm:pt>
    <dgm:pt modelId="{91E9020C-1EB4-4146-9DAB-7951E1AED81C}" type="pres">
      <dgm:prSet presAssocID="{6EC6B7BB-3BBD-4689-B16D-51119FAD9255}" presName="parentLin" presStyleCnt="0"/>
      <dgm:spPr/>
    </dgm:pt>
    <dgm:pt modelId="{493607C9-92DB-49BE-AAF2-0B3933206556}" type="pres">
      <dgm:prSet presAssocID="{6EC6B7BB-3BBD-4689-B16D-51119FAD9255}" presName="parentLeftMargin" presStyleLbl="node1" presStyleIdx="1" presStyleCnt="4"/>
      <dgm:spPr/>
    </dgm:pt>
    <dgm:pt modelId="{EB0B99EF-47DF-4294-88B6-BB3FB3281E9D}" type="pres">
      <dgm:prSet presAssocID="{6EC6B7BB-3BBD-4689-B16D-51119FAD925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CA2A5F7-B492-4ABD-AF2E-23187EE4012E}" type="pres">
      <dgm:prSet presAssocID="{6EC6B7BB-3BBD-4689-B16D-51119FAD9255}" presName="negativeSpace" presStyleCnt="0"/>
      <dgm:spPr/>
    </dgm:pt>
    <dgm:pt modelId="{DC64004E-9CF4-4F1C-9CF1-58616BAD1E8F}" type="pres">
      <dgm:prSet presAssocID="{6EC6B7BB-3BBD-4689-B16D-51119FAD9255}" presName="childText" presStyleLbl="conFgAcc1" presStyleIdx="2" presStyleCnt="4">
        <dgm:presLayoutVars>
          <dgm:bulletEnabled val="1"/>
        </dgm:presLayoutVars>
      </dgm:prSet>
      <dgm:spPr/>
    </dgm:pt>
    <dgm:pt modelId="{07C6EFC4-84F7-4FD2-81B2-C826C9E809B4}" type="pres">
      <dgm:prSet presAssocID="{BE5B4FB6-740D-4790-96B8-5055AFF527C6}" presName="spaceBetweenRectangles" presStyleCnt="0"/>
      <dgm:spPr/>
    </dgm:pt>
    <dgm:pt modelId="{47BC41D6-D942-425C-8875-99A4C0527B9A}" type="pres">
      <dgm:prSet presAssocID="{3322C050-5D75-473B-95DA-06BEE4DD9AC9}" presName="parentLin" presStyleCnt="0"/>
      <dgm:spPr/>
    </dgm:pt>
    <dgm:pt modelId="{9049FBE7-B134-4C93-8E7D-8E872D4903BC}" type="pres">
      <dgm:prSet presAssocID="{3322C050-5D75-473B-95DA-06BEE4DD9AC9}" presName="parentLeftMargin" presStyleLbl="node1" presStyleIdx="2" presStyleCnt="4"/>
      <dgm:spPr/>
    </dgm:pt>
    <dgm:pt modelId="{8BB1098F-C6B4-4ADC-982C-FA1F2E9065CF}" type="pres">
      <dgm:prSet presAssocID="{3322C050-5D75-473B-95DA-06BEE4DD9AC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2997FEE-73E0-46E7-8843-0E35EF58085E}" type="pres">
      <dgm:prSet presAssocID="{3322C050-5D75-473B-95DA-06BEE4DD9AC9}" presName="negativeSpace" presStyleCnt="0"/>
      <dgm:spPr/>
    </dgm:pt>
    <dgm:pt modelId="{FD6D5E9C-E2C5-4139-8ED6-234EC8CAE2E3}" type="pres">
      <dgm:prSet presAssocID="{3322C050-5D75-473B-95DA-06BEE4DD9AC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0530D09-E2BC-469F-B32A-808E61445C97}" type="presOf" srcId="{6EC6B7BB-3BBD-4689-B16D-51119FAD9255}" destId="{493607C9-92DB-49BE-AAF2-0B3933206556}" srcOrd="0" destOrd="0" presId="urn:microsoft.com/office/officeart/2005/8/layout/list1"/>
    <dgm:cxn modelId="{B47F3A17-FF2E-40FB-93FE-7DADC5AE0D80}" srcId="{07C40B06-EFC5-46F5-ADB4-C23F5936A3CD}" destId="{6089CCB8-B865-4C53-894A-ED00A0F910E9}" srcOrd="1" destOrd="0" parTransId="{554112EE-3FF4-4F3D-BDD1-DB3A4114DF08}" sibTransId="{BA928C5F-F76C-423A-9429-90025EEF923D}"/>
    <dgm:cxn modelId="{F11BC93E-C10E-4E12-81CC-AA7789D3DF0A}" srcId="{07C40B06-EFC5-46F5-ADB4-C23F5936A3CD}" destId="{80EA949B-12D2-411B-A416-F9EB02993923}" srcOrd="0" destOrd="0" parTransId="{D977B7BD-E3C7-4D4B-9CDE-9DF300CAB251}" sibTransId="{8C7112C9-E9DB-4F23-B60C-A83D80D0965F}"/>
    <dgm:cxn modelId="{8687FB67-55A5-4304-92AA-FAD4D6E70DE7}" type="presOf" srcId="{6089CCB8-B865-4C53-894A-ED00A0F910E9}" destId="{4E3A112B-D6E6-469A-86C2-19E43344E1BD}" srcOrd="1" destOrd="0" presId="urn:microsoft.com/office/officeart/2005/8/layout/list1"/>
    <dgm:cxn modelId="{0B36E74A-F8CA-430B-BE1E-31089E5DEACA}" type="presOf" srcId="{80EA949B-12D2-411B-A416-F9EB02993923}" destId="{F210F081-DC00-42A2-8F23-B0E4BD115C66}" srcOrd="1" destOrd="0" presId="urn:microsoft.com/office/officeart/2005/8/layout/list1"/>
    <dgm:cxn modelId="{6C57AF71-7E84-495B-8C69-0C47898175D3}" type="presOf" srcId="{6EC6B7BB-3BBD-4689-B16D-51119FAD9255}" destId="{EB0B99EF-47DF-4294-88B6-BB3FB3281E9D}" srcOrd="1" destOrd="0" presId="urn:microsoft.com/office/officeart/2005/8/layout/list1"/>
    <dgm:cxn modelId="{1075D38C-B4E3-49D6-A1FA-B49AF8CDB98E}" type="presOf" srcId="{3322C050-5D75-473B-95DA-06BEE4DD9AC9}" destId="{8BB1098F-C6B4-4ADC-982C-FA1F2E9065CF}" srcOrd="1" destOrd="0" presId="urn:microsoft.com/office/officeart/2005/8/layout/list1"/>
    <dgm:cxn modelId="{97E69A98-1EA0-45EE-93DA-47C95D2EAAE4}" type="presOf" srcId="{80EA949B-12D2-411B-A416-F9EB02993923}" destId="{BF70D150-1227-4463-9847-44A9585B504E}" srcOrd="0" destOrd="0" presId="urn:microsoft.com/office/officeart/2005/8/layout/list1"/>
    <dgm:cxn modelId="{4E46C9A4-57D5-48AD-98E3-D19B0E3D5922}" srcId="{07C40B06-EFC5-46F5-ADB4-C23F5936A3CD}" destId="{6EC6B7BB-3BBD-4689-B16D-51119FAD9255}" srcOrd="2" destOrd="0" parTransId="{68D84F50-2B6B-4BE5-B4FB-9CCD66997010}" sibTransId="{BE5B4FB6-740D-4790-96B8-5055AFF527C6}"/>
    <dgm:cxn modelId="{F2D827B2-11A2-40D6-8357-62C5E4B3659B}" type="presOf" srcId="{3322C050-5D75-473B-95DA-06BEE4DD9AC9}" destId="{9049FBE7-B134-4C93-8E7D-8E872D4903BC}" srcOrd="0" destOrd="0" presId="urn:microsoft.com/office/officeart/2005/8/layout/list1"/>
    <dgm:cxn modelId="{32F2CBCC-359F-4478-A01D-EF8C822950C3}" srcId="{07C40B06-EFC5-46F5-ADB4-C23F5936A3CD}" destId="{3322C050-5D75-473B-95DA-06BEE4DD9AC9}" srcOrd="3" destOrd="0" parTransId="{976A50F4-1752-4E2C-94E9-DC5F6C94C4E0}" sibTransId="{47CF4CA8-1108-494A-A48F-9EBB74AA10AF}"/>
    <dgm:cxn modelId="{390140D6-5293-4504-BBA2-7197636EEC82}" type="presOf" srcId="{6089CCB8-B865-4C53-894A-ED00A0F910E9}" destId="{A0B3225B-6B87-477A-A925-9FF2DDE24761}" srcOrd="0" destOrd="0" presId="urn:microsoft.com/office/officeart/2005/8/layout/list1"/>
    <dgm:cxn modelId="{E9EBD1E7-F851-4B6E-9ABD-E5A1866F02BD}" type="presOf" srcId="{07C40B06-EFC5-46F5-ADB4-C23F5936A3CD}" destId="{D02ABC57-B082-4C32-A49E-E6E82B554938}" srcOrd="0" destOrd="0" presId="urn:microsoft.com/office/officeart/2005/8/layout/list1"/>
    <dgm:cxn modelId="{B8E1AA8D-ADA3-40ED-94E0-BCD99130F8E7}" type="presParOf" srcId="{D02ABC57-B082-4C32-A49E-E6E82B554938}" destId="{6E3BEDAA-E15E-4789-A137-E0742C46E5CA}" srcOrd="0" destOrd="0" presId="urn:microsoft.com/office/officeart/2005/8/layout/list1"/>
    <dgm:cxn modelId="{BB9E6EE1-A59A-425B-87F2-E5CA205CFACF}" type="presParOf" srcId="{6E3BEDAA-E15E-4789-A137-E0742C46E5CA}" destId="{BF70D150-1227-4463-9847-44A9585B504E}" srcOrd="0" destOrd="0" presId="urn:microsoft.com/office/officeart/2005/8/layout/list1"/>
    <dgm:cxn modelId="{D7D14E6E-119E-46F9-9B3B-9FB4D423F43E}" type="presParOf" srcId="{6E3BEDAA-E15E-4789-A137-E0742C46E5CA}" destId="{F210F081-DC00-42A2-8F23-B0E4BD115C66}" srcOrd="1" destOrd="0" presId="urn:microsoft.com/office/officeart/2005/8/layout/list1"/>
    <dgm:cxn modelId="{D83B12A5-0A8B-4FFB-AB7C-55C06C398855}" type="presParOf" srcId="{D02ABC57-B082-4C32-A49E-E6E82B554938}" destId="{B9E45242-6A76-4AF7-9479-FE7AF2CFBF50}" srcOrd="1" destOrd="0" presId="urn:microsoft.com/office/officeart/2005/8/layout/list1"/>
    <dgm:cxn modelId="{71CE31D3-6241-4619-8C03-1E7D6BABE887}" type="presParOf" srcId="{D02ABC57-B082-4C32-A49E-E6E82B554938}" destId="{43EB4961-84E8-4649-8145-386A59EAA9E9}" srcOrd="2" destOrd="0" presId="urn:microsoft.com/office/officeart/2005/8/layout/list1"/>
    <dgm:cxn modelId="{6A0EFCC3-AF80-4834-AE8C-4D5968599A24}" type="presParOf" srcId="{D02ABC57-B082-4C32-A49E-E6E82B554938}" destId="{FD15B3E9-120E-4214-9FE6-36E95782D1BE}" srcOrd="3" destOrd="0" presId="urn:microsoft.com/office/officeart/2005/8/layout/list1"/>
    <dgm:cxn modelId="{3BB09C6F-EC9A-4F2D-A4C2-776A0B9B636B}" type="presParOf" srcId="{D02ABC57-B082-4C32-A49E-E6E82B554938}" destId="{D9D5312E-233C-44FC-BA6A-DC9E9A4A7B5D}" srcOrd="4" destOrd="0" presId="urn:microsoft.com/office/officeart/2005/8/layout/list1"/>
    <dgm:cxn modelId="{C3F5634A-212A-48DC-8490-B1FFFD08DD71}" type="presParOf" srcId="{D9D5312E-233C-44FC-BA6A-DC9E9A4A7B5D}" destId="{A0B3225B-6B87-477A-A925-9FF2DDE24761}" srcOrd="0" destOrd="0" presId="urn:microsoft.com/office/officeart/2005/8/layout/list1"/>
    <dgm:cxn modelId="{A690C66C-FCF4-491E-8A68-D5B6321EA823}" type="presParOf" srcId="{D9D5312E-233C-44FC-BA6A-DC9E9A4A7B5D}" destId="{4E3A112B-D6E6-469A-86C2-19E43344E1BD}" srcOrd="1" destOrd="0" presId="urn:microsoft.com/office/officeart/2005/8/layout/list1"/>
    <dgm:cxn modelId="{D54575CB-67EF-432E-9794-FAB91881D794}" type="presParOf" srcId="{D02ABC57-B082-4C32-A49E-E6E82B554938}" destId="{C24E43EB-85BD-4E3C-9925-EDFBCCE6F121}" srcOrd="5" destOrd="0" presId="urn:microsoft.com/office/officeart/2005/8/layout/list1"/>
    <dgm:cxn modelId="{528E878A-0A38-4D02-9CCA-974CAB2A2CF5}" type="presParOf" srcId="{D02ABC57-B082-4C32-A49E-E6E82B554938}" destId="{BF1E9E4A-51F5-413B-9849-512601F26C08}" srcOrd="6" destOrd="0" presId="urn:microsoft.com/office/officeart/2005/8/layout/list1"/>
    <dgm:cxn modelId="{AD26A7E6-8C92-42C6-B557-CC67264DB680}" type="presParOf" srcId="{D02ABC57-B082-4C32-A49E-E6E82B554938}" destId="{95EA52AE-1B35-457F-9508-649A5DBD62C0}" srcOrd="7" destOrd="0" presId="urn:microsoft.com/office/officeart/2005/8/layout/list1"/>
    <dgm:cxn modelId="{296B2247-3D8F-4E79-A769-DC008D1DA5FB}" type="presParOf" srcId="{D02ABC57-B082-4C32-A49E-E6E82B554938}" destId="{91E9020C-1EB4-4146-9DAB-7951E1AED81C}" srcOrd="8" destOrd="0" presId="urn:microsoft.com/office/officeart/2005/8/layout/list1"/>
    <dgm:cxn modelId="{FBAD5AFE-77D5-4A60-8135-A40CF42A51CB}" type="presParOf" srcId="{91E9020C-1EB4-4146-9DAB-7951E1AED81C}" destId="{493607C9-92DB-49BE-AAF2-0B3933206556}" srcOrd="0" destOrd="0" presId="urn:microsoft.com/office/officeart/2005/8/layout/list1"/>
    <dgm:cxn modelId="{0AA35768-CB6A-4209-82CD-6F5FAF6AF40E}" type="presParOf" srcId="{91E9020C-1EB4-4146-9DAB-7951E1AED81C}" destId="{EB0B99EF-47DF-4294-88B6-BB3FB3281E9D}" srcOrd="1" destOrd="0" presId="urn:microsoft.com/office/officeart/2005/8/layout/list1"/>
    <dgm:cxn modelId="{329B8A18-A737-492E-81CE-3A3ACC87A863}" type="presParOf" srcId="{D02ABC57-B082-4C32-A49E-E6E82B554938}" destId="{FCA2A5F7-B492-4ABD-AF2E-23187EE4012E}" srcOrd="9" destOrd="0" presId="urn:microsoft.com/office/officeart/2005/8/layout/list1"/>
    <dgm:cxn modelId="{1521CEF9-114B-49D4-8856-FAC9A908BC25}" type="presParOf" srcId="{D02ABC57-B082-4C32-A49E-E6E82B554938}" destId="{DC64004E-9CF4-4F1C-9CF1-58616BAD1E8F}" srcOrd="10" destOrd="0" presId="urn:microsoft.com/office/officeart/2005/8/layout/list1"/>
    <dgm:cxn modelId="{896EA2B5-C0C1-4D5D-97F2-A40886083FC1}" type="presParOf" srcId="{D02ABC57-B082-4C32-A49E-E6E82B554938}" destId="{07C6EFC4-84F7-4FD2-81B2-C826C9E809B4}" srcOrd="11" destOrd="0" presId="urn:microsoft.com/office/officeart/2005/8/layout/list1"/>
    <dgm:cxn modelId="{FF8062E2-DDEC-47DF-914D-8913BBFFA194}" type="presParOf" srcId="{D02ABC57-B082-4C32-A49E-E6E82B554938}" destId="{47BC41D6-D942-425C-8875-99A4C0527B9A}" srcOrd="12" destOrd="0" presId="urn:microsoft.com/office/officeart/2005/8/layout/list1"/>
    <dgm:cxn modelId="{DD0847B9-0AEA-4752-A431-75D076212158}" type="presParOf" srcId="{47BC41D6-D942-425C-8875-99A4C0527B9A}" destId="{9049FBE7-B134-4C93-8E7D-8E872D4903BC}" srcOrd="0" destOrd="0" presId="urn:microsoft.com/office/officeart/2005/8/layout/list1"/>
    <dgm:cxn modelId="{17BB0060-DDB4-48FC-B45F-D25EDD847F96}" type="presParOf" srcId="{47BC41D6-D942-425C-8875-99A4C0527B9A}" destId="{8BB1098F-C6B4-4ADC-982C-FA1F2E9065CF}" srcOrd="1" destOrd="0" presId="urn:microsoft.com/office/officeart/2005/8/layout/list1"/>
    <dgm:cxn modelId="{4DE92898-DE12-4975-B8C4-0692FF53A1E7}" type="presParOf" srcId="{D02ABC57-B082-4C32-A49E-E6E82B554938}" destId="{A2997FEE-73E0-46E7-8843-0E35EF58085E}" srcOrd="13" destOrd="0" presId="urn:microsoft.com/office/officeart/2005/8/layout/list1"/>
    <dgm:cxn modelId="{3FA6AEF6-E5C7-44E5-8805-F00B0B322454}" type="presParOf" srcId="{D02ABC57-B082-4C32-A49E-E6E82B554938}" destId="{FD6D5E9C-E2C5-4139-8ED6-234EC8CAE2E3}" srcOrd="14" destOrd="0" presId="urn:microsoft.com/office/officeart/2005/8/layout/list1"/>
  </dgm:cxnLst>
  <dgm:bg>
    <a:solidFill>
      <a:schemeClr val="accent6">
        <a:lumMod val="75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1669181-82CC-404D-9BBE-5D3D20C01B5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EEEB51D-CD54-4365-8E71-56189B399A72}">
      <dgm:prSet phldrT="[Text]"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155. (a) One of my desires/ (b) are to become/ (c) a doctor./ (d) No error</a:t>
          </a:r>
          <a:endParaRPr lang="en-US" sz="2800" b="1" dirty="0">
            <a:solidFill>
              <a:schemeClr val="tx1"/>
            </a:solidFill>
          </a:endParaRPr>
        </a:p>
      </dgm:t>
    </dgm:pt>
    <dgm:pt modelId="{13A39941-2966-466A-8A0C-E25AA418D1E9}" type="parTrans" cxnId="{9F6D22C8-2D57-4654-B746-B22A3B0FF034}">
      <dgm:prSet/>
      <dgm:spPr/>
      <dgm:t>
        <a:bodyPr/>
        <a:lstStyle/>
        <a:p>
          <a:endParaRPr lang="en-US"/>
        </a:p>
      </dgm:t>
    </dgm:pt>
    <dgm:pt modelId="{3DB04CF0-D838-4C6A-9609-193911BE2C40}" type="sibTrans" cxnId="{9F6D22C8-2D57-4654-B746-B22A3B0FF034}">
      <dgm:prSet/>
      <dgm:spPr/>
      <dgm:t>
        <a:bodyPr/>
        <a:lstStyle/>
        <a:p>
          <a:endParaRPr lang="en-US"/>
        </a:p>
      </dgm:t>
    </dgm:pt>
    <dgm:pt modelId="{38741784-737A-4E56-8641-C33F3B240514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156. (a) The whole block of flats/ (b) including two shops were/ (c) destroyed in fire./ (d) No error</a:t>
          </a:r>
        </a:p>
      </dgm:t>
    </dgm:pt>
    <dgm:pt modelId="{AC8B913F-0214-4452-A52F-E1109D8D04E5}" type="parTrans" cxnId="{65031186-230D-4DCC-96B9-766E48DBB676}">
      <dgm:prSet/>
      <dgm:spPr/>
      <dgm:t>
        <a:bodyPr/>
        <a:lstStyle/>
        <a:p>
          <a:endParaRPr lang="en-US"/>
        </a:p>
      </dgm:t>
    </dgm:pt>
    <dgm:pt modelId="{555213AD-3F3A-431C-9472-2DF96C59D8A0}" type="sibTrans" cxnId="{65031186-230D-4DCC-96B9-766E48DBB676}">
      <dgm:prSet/>
      <dgm:spPr/>
      <dgm:t>
        <a:bodyPr/>
        <a:lstStyle/>
        <a:p>
          <a:endParaRPr lang="en-US"/>
        </a:p>
      </dgm:t>
    </dgm:pt>
    <dgm:pt modelId="{9FC114C4-7B4C-4FC3-8AC5-5CBEC5036581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 157.(a) The sum and substance/ (b) of his poem/ (c) are as follows./ (d) No error</a:t>
          </a:r>
        </a:p>
      </dgm:t>
    </dgm:pt>
    <dgm:pt modelId="{CDE4C207-0D13-4E46-BE96-DFD086F038B2}" type="parTrans" cxnId="{9E1914E4-BE82-4912-A9C5-A8DD11A3ABD2}">
      <dgm:prSet/>
      <dgm:spPr/>
      <dgm:t>
        <a:bodyPr/>
        <a:lstStyle/>
        <a:p>
          <a:endParaRPr lang="en-US"/>
        </a:p>
      </dgm:t>
    </dgm:pt>
    <dgm:pt modelId="{F74004D0-2C04-4EF9-B9E7-1A59634A02B4}" type="sibTrans" cxnId="{9E1914E4-BE82-4912-A9C5-A8DD11A3ABD2}">
      <dgm:prSet/>
      <dgm:spPr/>
      <dgm:t>
        <a:bodyPr/>
        <a:lstStyle/>
        <a:p>
          <a:endParaRPr lang="en-US"/>
        </a:p>
      </dgm:t>
    </dgm:pt>
    <dgm:pt modelId="{C5AE856A-5678-4393-A48D-E68CE9D16386}" type="pres">
      <dgm:prSet presAssocID="{D1669181-82CC-404D-9BBE-5D3D20C01B59}" presName="linear" presStyleCnt="0">
        <dgm:presLayoutVars>
          <dgm:dir/>
          <dgm:animLvl val="lvl"/>
          <dgm:resizeHandles val="exact"/>
        </dgm:presLayoutVars>
      </dgm:prSet>
      <dgm:spPr/>
    </dgm:pt>
    <dgm:pt modelId="{B72C3FFC-6774-4B18-A2D5-AC40EA3DA38C}" type="pres">
      <dgm:prSet presAssocID="{DEEEB51D-CD54-4365-8E71-56189B399A72}" presName="parentLin" presStyleCnt="0"/>
      <dgm:spPr/>
    </dgm:pt>
    <dgm:pt modelId="{2A866A65-C93A-402C-82A5-4DBE2FAB7D8A}" type="pres">
      <dgm:prSet presAssocID="{DEEEB51D-CD54-4365-8E71-56189B399A72}" presName="parentLeftMargin" presStyleLbl="node1" presStyleIdx="0" presStyleCnt="3"/>
      <dgm:spPr/>
    </dgm:pt>
    <dgm:pt modelId="{7162D748-5196-44C3-B43C-09BCFCC96AE5}" type="pres">
      <dgm:prSet presAssocID="{DEEEB51D-CD54-4365-8E71-56189B399A72}" presName="parentText" presStyleLbl="node1" presStyleIdx="0" presStyleCnt="3" custLinFactNeighborX="5573" custLinFactNeighborY="2112">
        <dgm:presLayoutVars>
          <dgm:chMax val="0"/>
          <dgm:bulletEnabled val="1"/>
        </dgm:presLayoutVars>
      </dgm:prSet>
      <dgm:spPr/>
    </dgm:pt>
    <dgm:pt modelId="{D8CD739F-BA1B-4348-8B5D-373544046582}" type="pres">
      <dgm:prSet presAssocID="{DEEEB51D-CD54-4365-8E71-56189B399A72}" presName="negativeSpace" presStyleCnt="0"/>
      <dgm:spPr/>
    </dgm:pt>
    <dgm:pt modelId="{7844C9D9-BA53-49D4-83F3-F85AD8324B14}" type="pres">
      <dgm:prSet presAssocID="{DEEEB51D-CD54-4365-8E71-56189B399A72}" presName="childText" presStyleLbl="conFgAcc1" presStyleIdx="0" presStyleCnt="3">
        <dgm:presLayoutVars>
          <dgm:bulletEnabled val="1"/>
        </dgm:presLayoutVars>
      </dgm:prSet>
      <dgm:spPr/>
    </dgm:pt>
    <dgm:pt modelId="{F88ED3B0-6CAB-4811-A7DB-50C0334A6D92}" type="pres">
      <dgm:prSet presAssocID="{3DB04CF0-D838-4C6A-9609-193911BE2C40}" presName="spaceBetweenRectangles" presStyleCnt="0"/>
      <dgm:spPr/>
    </dgm:pt>
    <dgm:pt modelId="{ABB422A8-E2E1-40A2-8799-9CEBB2B49379}" type="pres">
      <dgm:prSet presAssocID="{38741784-737A-4E56-8641-C33F3B240514}" presName="parentLin" presStyleCnt="0"/>
      <dgm:spPr/>
    </dgm:pt>
    <dgm:pt modelId="{06CB4B72-E443-440E-81DE-E581DA0125B2}" type="pres">
      <dgm:prSet presAssocID="{38741784-737A-4E56-8641-C33F3B240514}" presName="parentLeftMargin" presStyleLbl="node1" presStyleIdx="0" presStyleCnt="3"/>
      <dgm:spPr/>
    </dgm:pt>
    <dgm:pt modelId="{15F2D2F1-A87D-418D-8675-C7D55EA4028C}" type="pres">
      <dgm:prSet presAssocID="{38741784-737A-4E56-8641-C33F3B24051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403A803-0DBA-446F-8F9B-FF05483A1990}" type="pres">
      <dgm:prSet presAssocID="{38741784-737A-4E56-8641-C33F3B240514}" presName="negativeSpace" presStyleCnt="0"/>
      <dgm:spPr/>
    </dgm:pt>
    <dgm:pt modelId="{7F071F97-6C84-4D1B-A26F-C92F5EBC0AAC}" type="pres">
      <dgm:prSet presAssocID="{38741784-737A-4E56-8641-C33F3B240514}" presName="childText" presStyleLbl="conFgAcc1" presStyleIdx="1" presStyleCnt="3">
        <dgm:presLayoutVars>
          <dgm:bulletEnabled val="1"/>
        </dgm:presLayoutVars>
      </dgm:prSet>
      <dgm:spPr/>
    </dgm:pt>
    <dgm:pt modelId="{D0B90071-070D-4C45-91FC-93EEFCB07D3D}" type="pres">
      <dgm:prSet presAssocID="{555213AD-3F3A-431C-9472-2DF96C59D8A0}" presName="spaceBetweenRectangles" presStyleCnt="0"/>
      <dgm:spPr/>
    </dgm:pt>
    <dgm:pt modelId="{6D66716C-644E-4EE3-9873-F8738026DF5A}" type="pres">
      <dgm:prSet presAssocID="{9FC114C4-7B4C-4FC3-8AC5-5CBEC5036581}" presName="parentLin" presStyleCnt="0"/>
      <dgm:spPr/>
    </dgm:pt>
    <dgm:pt modelId="{8BF0EBB5-4209-4E1F-86C5-27B1CABF0CDD}" type="pres">
      <dgm:prSet presAssocID="{9FC114C4-7B4C-4FC3-8AC5-5CBEC5036581}" presName="parentLeftMargin" presStyleLbl="node1" presStyleIdx="1" presStyleCnt="3"/>
      <dgm:spPr/>
    </dgm:pt>
    <dgm:pt modelId="{3AB23D48-D911-43FE-953D-7D63FC758A3C}" type="pres">
      <dgm:prSet presAssocID="{9FC114C4-7B4C-4FC3-8AC5-5CBEC503658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A43C04B-82A8-4E7C-AEC9-1D12936057CF}" type="pres">
      <dgm:prSet presAssocID="{9FC114C4-7B4C-4FC3-8AC5-5CBEC5036581}" presName="negativeSpace" presStyleCnt="0"/>
      <dgm:spPr/>
    </dgm:pt>
    <dgm:pt modelId="{3B7F194B-4139-4F41-ACD1-E02EA220DAC5}" type="pres">
      <dgm:prSet presAssocID="{9FC114C4-7B4C-4FC3-8AC5-5CBEC503658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9F63F24-3006-4C93-888B-FB780BC9E0F7}" type="presOf" srcId="{38741784-737A-4E56-8641-C33F3B240514}" destId="{06CB4B72-E443-440E-81DE-E581DA0125B2}" srcOrd="0" destOrd="0" presId="urn:microsoft.com/office/officeart/2005/8/layout/list1"/>
    <dgm:cxn modelId="{C27F672C-B304-44DE-91DD-9074D85341DE}" type="presOf" srcId="{38741784-737A-4E56-8641-C33F3B240514}" destId="{15F2D2F1-A87D-418D-8675-C7D55EA4028C}" srcOrd="1" destOrd="0" presId="urn:microsoft.com/office/officeart/2005/8/layout/list1"/>
    <dgm:cxn modelId="{EE80AB38-5EE6-4E9F-9DB7-05B1FA261796}" type="presOf" srcId="{9FC114C4-7B4C-4FC3-8AC5-5CBEC5036581}" destId="{3AB23D48-D911-43FE-953D-7D63FC758A3C}" srcOrd="1" destOrd="0" presId="urn:microsoft.com/office/officeart/2005/8/layout/list1"/>
    <dgm:cxn modelId="{65031186-230D-4DCC-96B9-766E48DBB676}" srcId="{D1669181-82CC-404D-9BBE-5D3D20C01B59}" destId="{38741784-737A-4E56-8641-C33F3B240514}" srcOrd="1" destOrd="0" parTransId="{AC8B913F-0214-4452-A52F-E1109D8D04E5}" sibTransId="{555213AD-3F3A-431C-9472-2DF96C59D8A0}"/>
    <dgm:cxn modelId="{18BA928A-F6DD-418C-877E-0D5F65290517}" type="presOf" srcId="{9FC114C4-7B4C-4FC3-8AC5-5CBEC5036581}" destId="{8BF0EBB5-4209-4E1F-86C5-27B1CABF0CDD}" srcOrd="0" destOrd="0" presId="urn:microsoft.com/office/officeart/2005/8/layout/list1"/>
    <dgm:cxn modelId="{7987F9A0-FF96-4EAE-AC0A-233061BCCC91}" type="presOf" srcId="{D1669181-82CC-404D-9BBE-5D3D20C01B59}" destId="{C5AE856A-5678-4393-A48D-E68CE9D16386}" srcOrd="0" destOrd="0" presId="urn:microsoft.com/office/officeart/2005/8/layout/list1"/>
    <dgm:cxn modelId="{2B0340C1-1E23-4257-9950-F543EF798867}" type="presOf" srcId="{DEEEB51D-CD54-4365-8E71-56189B399A72}" destId="{7162D748-5196-44C3-B43C-09BCFCC96AE5}" srcOrd="1" destOrd="0" presId="urn:microsoft.com/office/officeart/2005/8/layout/list1"/>
    <dgm:cxn modelId="{9F6D22C8-2D57-4654-B746-B22A3B0FF034}" srcId="{D1669181-82CC-404D-9BBE-5D3D20C01B59}" destId="{DEEEB51D-CD54-4365-8E71-56189B399A72}" srcOrd="0" destOrd="0" parTransId="{13A39941-2966-466A-8A0C-E25AA418D1E9}" sibTransId="{3DB04CF0-D838-4C6A-9609-193911BE2C40}"/>
    <dgm:cxn modelId="{AF4785D7-6AC8-4C17-A012-BE21CFFFA8D2}" type="presOf" srcId="{DEEEB51D-CD54-4365-8E71-56189B399A72}" destId="{2A866A65-C93A-402C-82A5-4DBE2FAB7D8A}" srcOrd="0" destOrd="0" presId="urn:microsoft.com/office/officeart/2005/8/layout/list1"/>
    <dgm:cxn modelId="{9E1914E4-BE82-4912-A9C5-A8DD11A3ABD2}" srcId="{D1669181-82CC-404D-9BBE-5D3D20C01B59}" destId="{9FC114C4-7B4C-4FC3-8AC5-5CBEC5036581}" srcOrd="2" destOrd="0" parTransId="{CDE4C207-0D13-4E46-BE96-DFD086F038B2}" sibTransId="{F74004D0-2C04-4EF9-B9E7-1A59634A02B4}"/>
    <dgm:cxn modelId="{67D3B5D0-2D5B-4029-B168-249DDB44E6D6}" type="presParOf" srcId="{C5AE856A-5678-4393-A48D-E68CE9D16386}" destId="{B72C3FFC-6774-4B18-A2D5-AC40EA3DA38C}" srcOrd="0" destOrd="0" presId="urn:microsoft.com/office/officeart/2005/8/layout/list1"/>
    <dgm:cxn modelId="{49C08A9F-9CAB-426A-98E0-5E456854003D}" type="presParOf" srcId="{B72C3FFC-6774-4B18-A2D5-AC40EA3DA38C}" destId="{2A866A65-C93A-402C-82A5-4DBE2FAB7D8A}" srcOrd="0" destOrd="0" presId="urn:microsoft.com/office/officeart/2005/8/layout/list1"/>
    <dgm:cxn modelId="{6A626534-CD60-4678-869D-05526247A771}" type="presParOf" srcId="{B72C3FFC-6774-4B18-A2D5-AC40EA3DA38C}" destId="{7162D748-5196-44C3-B43C-09BCFCC96AE5}" srcOrd="1" destOrd="0" presId="urn:microsoft.com/office/officeart/2005/8/layout/list1"/>
    <dgm:cxn modelId="{74CAE12C-AFF9-45FB-8776-FB705D5F0175}" type="presParOf" srcId="{C5AE856A-5678-4393-A48D-E68CE9D16386}" destId="{D8CD739F-BA1B-4348-8B5D-373544046582}" srcOrd="1" destOrd="0" presId="urn:microsoft.com/office/officeart/2005/8/layout/list1"/>
    <dgm:cxn modelId="{29651282-129A-4C4C-BE13-E604906FA9BD}" type="presParOf" srcId="{C5AE856A-5678-4393-A48D-E68CE9D16386}" destId="{7844C9D9-BA53-49D4-83F3-F85AD8324B14}" srcOrd="2" destOrd="0" presId="urn:microsoft.com/office/officeart/2005/8/layout/list1"/>
    <dgm:cxn modelId="{086C5801-256C-42C0-A0B5-3A18BA0450AB}" type="presParOf" srcId="{C5AE856A-5678-4393-A48D-E68CE9D16386}" destId="{F88ED3B0-6CAB-4811-A7DB-50C0334A6D92}" srcOrd="3" destOrd="0" presId="urn:microsoft.com/office/officeart/2005/8/layout/list1"/>
    <dgm:cxn modelId="{BC2DE96E-9B20-427D-A67D-DCD6097666A9}" type="presParOf" srcId="{C5AE856A-5678-4393-A48D-E68CE9D16386}" destId="{ABB422A8-E2E1-40A2-8799-9CEBB2B49379}" srcOrd="4" destOrd="0" presId="urn:microsoft.com/office/officeart/2005/8/layout/list1"/>
    <dgm:cxn modelId="{BC2A1350-40ED-4694-B617-921BE3834539}" type="presParOf" srcId="{ABB422A8-E2E1-40A2-8799-9CEBB2B49379}" destId="{06CB4B72-E443-440E-81DE-E581DA0125B2}" srcOrd="0" destOrd="0" presId="urn:microsoft.com/office/officeart/2005/8/layout/list1"/>
    <dgm:cxn modelId="{F3378802-A255-4283-B6A7-C628E488820C}" type="presParOf" srcId="{ABB422A8-E2E1-40A2-8799-9CEBB2B49379}" destId="{15F2D2F1-A87D-418D-8675-C7D55EA4028C}" srcOrd="1" destOrd="0" presId="urn:microsoft.com/office/officeart/2005/8/layout/list1"/>
    <dgm:cxn modelId="{C8F3CDD6-2986-4B4B-86C5-64A14D924D2B}" type="presParOf" srcId="{C5AE856A-5678-4393-A48D-E68CE9D16386}" destId="{2403A803-0DBA-446F-8F9B-FF05483A1990}" srcOrd="5" destOrd="0" presId="urn:microsoft.com/office/officeart/2005/8/layout/list1"/>
    <dgm:cxn modelId="{D618505E-5056-4F6F-871D-B82E3F87D554}" type="presParOf" srcId="{C5AE856A-5678-4393-A48D-E68CE9D16386}" destId="{7F071F97-6C84-4D1B-A26F-C92F5EBC0AAC}" srcOrd="6" destOrd="0" presId="urn:microsoft.com/office/officeart/2005/8/layout/list1"/>
    <dgm:cxn modelId="{55ED3855-AF87-41B8-A3B9-93B72C861E91}" type="presParOf" srcId="{C5AE856A-5678-4393-A48D-E68CE9D16386}" destId="{D0B90071-070D-4C45-91FC-93EEFCB07D3D}" srcOrd="7" destOrd="0" presId="urn:microsoft.com/office/officeart/2005/8/layout/list1"/>
    <dgm:cxn modelId="{F2AFF1A7-07B8-45CA-B254-735BB2F2AC9F}" type="presParOf" srcId="{C5AE856A-5678-4393-A48D-E68CE9D16386}" destId="{6D66716C-644E-4EE3-9873-F8738026DF5A}" srcOrd="8" destOrd="0" presId="urn:microsoft.com/office/officeart/2005/8/layout/list1"/>
    <dgm:cxn modelId="{5F4CE755-6349-4292-92DF-19D7433B91F8}" type="presParOf" srcId="{6D66716C-644E-4EE3-9873-F8738026DF5A}" destId="{8BF0EBB5-4209-4E1F-86C5-27B1CABF0CDD}" srcOrd="0" destOrd="0" presId="urn:microsoft.com/office/officeart/2005/8/layout/list1"/>
    <dgm:cxn modelId="{9D073F58-99F9-4FDF-8865-FC9BE7A9DB1F}" type="presParOf" srcId="{6D66716C-644E-4EE3-9873-F8738026DF5A}" destId="{3AB23D48-D911-43FE-953D-7D63FC758A3C}" srcOrd="1" destOrd="0" presId="urn:microsoft.com/office/officeart/2005/8/layout/list1"/>
    <dgm:cxn modelId="{D159EBAB-15EC-4D38-B67E-C7D6774D8291}" type="presParOf" srcId="{C5AE856A-5678-4393-A48D-E68CE9D16386}" destId="{0A43C04B-82A8-4E7C-AEC9-1D12936057CF}" srcOrd="9" destOrd="0" presId="urn:microsoft.com/office/officeart/2005/8/layout/list1"/>
    <dgm:cxn modelId="{EBF993D2-C444-49E4-9E96-8C5473AD06B2}" type="presParOf" srcId="{C5AE856A-5678-4393-A48D-E68CE9D16386}" destId="{3B7F194B-4139-4F41-ACD1-E02EA220DAC5}" srcOrd="10" destOrd="0" presId="urn:microsoft.com/office/officeart/2005/8/layout/list1"/>
  </dgm:cxnLst>
  <dgm:bg>
    <a:solidFill>
      <a:schemeClr val="tx2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1669181-82CC-404D-9BBE-5D3D20C01B5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EEEB51D-CD54-4365-8E71-56189B399A72}">
      <dgm:prSet phldrT="[Text]"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 (a) </a:t>
          </a:r>
          <a:r>
            <a:rPr lang="en-IN" sz="2800" b="1" dirty="0">
              <a:solidFill>
                <a:srgbClr val="C00000"/>
              </a:solidFill>
            </a:rPr>
            <a:t>One</a:t>
          </a:r>
          <a:r>
            <a:rPr lang="en-IN" sz="2800" b="1" dirty="0">
              <a:solidFill>
                <a:schemeClr val="tx1"/>
              </a:solidFill>
            </a:rPr>
            <a:t> of my desires/ (b) </a:t>
          </a:r>
          <a:r>
            <a:rPr lang="en-IN" sz="2800" b="1" strike="sngStrike" dirty="0">
              <a:solidFill>
                <a:srgbClr val="C00000"/>
              </a:solidFill>
            </a:rPr>
            <a:t>are</a:t>
          </a:r>
          <a:r>
            <a:rPr lang="en-IN" sz="2800" b="1" dirty="0">
              <a:solidFill>
                <a:schemeClr val="tx1"/>
              </a:solidFill>
            </a:rPr>
            <a:t> </a:t>
          </a:r>
          <a:r>
            <a:rPr lang="en-IN" sz="2800" b="1" dirty="0">
              <a:solidFill>
                <a:srgbClr val="C00000"/>
              </a:solidFill>
            </a:rPr>
            <a:t>is</a:t>
          </a:r>
          <a:r>
            <a:rPr lang="en-IN" sz="2800" b="1" dirty="0">
              <a:solidFill>
                <a:schemeClr val="tx1"/>
              </a:solidFill>
            </a:rPr>
            <a:t> to become/ (c) a doctor./ (d) No error</a:t>
          </a:r>
          <a:endParaRPr lang="en-US" sz="2800" b="1" dirty="0">
            <a:solidFill>
              <a:schemeClr val="tx1"/>
            </a:solidFill>
          </a:endParaRPr>
        </a:p>
      </dgm:t>
    </dgm:pt>
    <dgm:pt modelId="{13A39941-2966-466A-8A0C-E25AA418D1E9}" type="parTrans" cxnId="{9F6D22C8-2D57-4654-B746-B22A3B0FF034}">
      <dgm:prSet/>
      <dgm:spPr/>
      <dgm:t>
        <a:bodyPr/>
        <a:lstStyle/>
        <a:p>
          <a:endParaRPr lang="en-US"/>
        </a:p>
      </dgm:t>
    </dgm:pt>
    <dgm:pt modelId="{3DB04CF0-D838-4C6A-9609-193911BE2C40}" type="sibTrans" cxnId="{9F6D22C8-2D57-4654-B746-B22A3B0FF034}">
      <dgm:prSet/>
      <dgm:spPr/>
      <dgm:t>
        <a:bodyPr/>
        <a:lstStyle/>
        <a:p>
          <a:endParaRPr lang="en-US"/>
        </a:p>
      </dgm:t>
    </dgm:pt>
    <dgm:pt modelId="{38741784-737A-4E56-8641-C33F3B240514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 (a) The whole </a:t>
          </a:r>
          <a:r>
            <a:rPr lang="en-IN" sz="3200" b="1" dirty="0">
              <a:solidFill>
                <a:srgbClr val="C00000"/>
              </a:solidFill>
            </a:rPr>
            <a:t>block </a:t>
          </a:r>
          <a:r>
            <a:rPr lang="en-IN" sz="3200" b="1" dirty="0">
              <a:solidFill>
                <a:schemeClr val="tx1"/>
              </a:solidFill>
            </a:rPr>
            <a:t>of flats/ (b) including two shops </a:t>
          </a:r>
          <a:r>
            <a:rPr lang="en-IN" sz="3200" b="1" strike="sngStrike" dirty="0">
              <a:solidFill>
                <a:srgbClr val="C00000"/>
              </a:solidFill>
            </a:rPr>
            <a:t>were </a:t>
          </a:r>
          <a:r>
            <a:rPr lang="en-IN" sz="3200" b="1" strike="noStrike" dirty="0">
              <a:solidFill>
                <a:srgbClr val="C00000"/>
              </a:solidFill>
            </a:rPr>
            <a:t>was</a:t>
          </a:r>
          <a:r>
            <a:rPr lang="en-IN" sz="3200" b="1" dirty="0">
              <a:solidFill>
                <a:schemeClr val="tx1"/>
              </a:solidFill>
            </a:rPr>
            <a:t>/ (c) destroyed in fire./ (d) No error</a:t>
          </a:r>
        </a:p>
      </dgm:t>
    </dgm:pt>
    <dgm:pt modelId="{AC8B913F-0214-4452-A52F-E1109D8D04E5}" type="parTrans" cxnId="{65031186-230D-4DCC-96B9-766E48DBB676}">
      <dgm:prSet/>
      <dgm:spPr/>
      <dgm:t>
        <a:bodyPr/>
        <a:lstStyle/>
        <a:p>
          <a:endParaRPr lang="en-US"/>
        </a:p>
      </dgm:t>
    </dgm:pt>
    <dgm:pt modelId="{555213AD-3F3A-431C-9472-2DF96C59D8A0}" type="sibTrans" cxnId="{65031186-230D-4DCC-96B9-766E48DBB676}">
      <dgm:prSet/>
      <dgm:spPr/>
      <dgm:t>
        <a:bodyPr/>
        <a:lstStyle/>
        <a:p>
          <a:endParaRPr lang="en-US"/>
        </a:p>
      </dgm:t>
    </dgm:pt>
    <dgm:pt modelId="{9FC114C4-7B4C-4FC3-8AC5-5CBEC5036581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 (a) </a:t>
          </a:r>
          <a:r>
            <a:rPr lang="en-IN" sz="3200" b="1" dirty="0">
              <a:solidFill>
                <a:srgbClr val="C00000"/>
              </a:solidFill>
            </a:rPr>
            <a:t>The sum and substance</a:t>
          </a:r>
          <a:r>
            <a:rPr lang="en-IN" sz="3200" b="1" dirty="0">
              <a:solidFill>
                <a:schemeClr val="tx1"/>
              </a:solidFill>
            </a:rPr>
            <a:t>/ (b) of his poem/ (c) </a:t>
          </a:r>
          <a:r>
            <a:rPr lang="en-IN" sz="3200" b="1" strike="sngStrike" dirty="0">
              <a:solidFill>
                <a:srgbClr val="C00000"/>
              </a:solidFill>
            </a:rPr>
            <a:t>are</a:t>
          </a:r>
          <a:r>
            <a:rPr lang="en-IN" sz="3200" b="1" dirty="0">
              <a:solidFill>
                <a:schemeClr val="tx1"/>
              </a:solidFill>
            </a:rPr>
            <a:t> </a:t>
          </a:r>
          <a:r>
            <a:rPr lang="en-IN" sz="3200" b="1" dirty="0">
              <a:solidFill>
                <a:srgbClr val="C00000"/>
              </a:solidFill>
            </a:rPr>
            <a:t>is</a:t>
          </a:r>
          <a:r>
            <a:rPr lang="en-IN" sz="3200" b="1" dirty="0">
              <a:solidFill>
                <a:schemeClr val="tx1"/>
              </a:solidFill>
            </a:rPr>
            <a:t> as follows./ (d) No error</a:t>
          </a:r>
        </a:p>
      </dgm:t>
    </dgm:pt>
    <dgm:pt modelId="{CDE4C207-0D13-4E46-BE96-DFD086F038B2}" type="parTrans" cxnId="{9E1914E4-BE82-4912-A9C5-A8DD11A3ABD2}">
      <dgm:prSet/>
      <dgm:spPr/>
      <dgm:t>
        <a:bodyPr/>
        <a:lstStyle/>
        <a:p>
          <a:endParaRPr lang="en-US"/>
        </a:p>
      </dgm:t>
    </dgm:pt>
    <dgm:pt modelId="{F74004D0-2C04-4EF9-B9E7-1A59634A02B4}" type="sibTrans" cxnId="{9E1914E4-BE82-4912-A9C5-A8DD11A3ABD2}">
      <dgm:prSet/>
      <dgm:spPr/>
      <dgm:t>
        <a:bodyPr/>
        <a:lstStyle/>
        <a:p>
          <a:endParaRPr lang="en-US"/>
        </a:p>
      </dgm:t>
    </dgm:pt>
    <dgm:pt modelId="{C5AE856A-5678-4393-A48D-E68CE9D16386}" type="pres">
      <dgm:prSet presAssocID="{D1669181-82CC-404D-9BBE-5D3D20C01B59}" presName="linear" presStyleCnt="0">
        <dgm:presLayoutVars>
          <dgm:dir/>
          <dgm:animLvl val="lvl"/>
          <dgm:resizeHandles val="exact"/>
        </dgm:presLayoutVars>
      </dgm:prSet>
      <dgm:spPr/>
    </dgm:pt>
    <dgm:pt modelId="{B72C3FFC-6774-4B18-A2D5-AC40EA3DA38C}" type="pres">
      <dgm:prSet presAssocID="{DEEEB51D-CD54-4365-8E71-56189B399A72}" presName="parentLin" presStyleCnt="0"/>
      <dgm:spPr/>
    </dgm:pt>
    <dgm:pt modelId="{2A866A65-C93A-402C-82A5-4DBE2FAB7D8A}" type="pres">
      <dgm:prSet presAssocID="{DEEEB51D-CD54-4365-8E71-56189B399A72}" presName="parentLeftMargin" presStyleLbl="node1" presStyleIdx="0" presStyleCnt="3"/>
      <dgm:spPr/>
    </dgm:pt>
    <dgm:pt modelId="{7162D748-5196-44C3-B43C-09BCFCC96AE5}" type="pres">
      <dgm:prSet presAssocID="{DEEEB51D-CD54-4365-8E71-56189B399A7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8CD739F-BA1B-4348-8B5D-373544046582}" type="pres">
      <dgm:prSet presAssocID="{DEEEB51D-CD54-4365-8E71-56189B399A72}" presName="negativeSpace" presStyleCnt="0"/>
      <dgm:spPr/>
    </dgm:pt>
    <dgm:pt modelId="{7844C9D9-BA53-49D4-83F3-F85AD8324B14}" type="pres">
      <dgm:prSet presAssocID="{DEEEB51D-CD54-4365-8E71-56189B399A72}" presName="childText" presStyleLbl="conFgAcc1" presStyleIdx="0" presStyleCnt="3">
        <dgm:presLayoutVars>
          <dgm:bulletEnabled val="1"/>
        </dgm:presLayoutVars>
      </dgm:prSet>
      <dgm:spPr/>
    </dgm:pt>
    <dgm:pt modelId="{F88ED3B0-6CAB-4811-A7DB-50C0334A6D92}" type="pres">
      <dgm:prSet presAssocID="{3DB04CF0-D838-4C6A-9609-193911BE2C40}" presName="spaceBetweenRectangles" presStyleCnt="0"/>
      <dgm:spPr/>
    </dgm:pt>
    <dgm:pt modelId="{ABB422A8-E2E1-40A2-8799-9CEBB2B49379}" type="pres">
      <dgm:prSet presAssocID="{38741784-737A-4E56-8641-C33F3B240514}" presName="parentLin" presStyleCnt="0"/>
      <dgm:spPr/>
    </dgm:pt>
    <dgm:pt modelId="{06CB4B72-E443-440E-81DE-E581DA0125B2}" type="pres">
      <dgm:prSet presAssocID="{38741784-737A-4E56-8641-C33F3B240514}" presName="parentLeftMargin" presStyleLbl="node1" presStyleIdx="0" presStyleCnt="3"/>
      <dgm:spPr/>
    </dgm:pt>
    <dgm:pt modelId="{15F2D2F1-A87D-418D-8675-C7D55EA4028C}" type="pres">
      <dgm:prSet presAssocID="{38741784-737A-4E56-8641-C33F3B24051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403A803-0DBA-446F-8F9B-FF05483A1990}" type="pres">
      <dgm:prSet presAssocID="{38741784-737A-4E56-8641-C33F3B240514}" presName="negativeSpace" presStyleCnt="0"/>
      <dgm:spPr/>
    </dgm:pt>
    <dgm:pt modelId="{7F071F97-6C84-4D1B-A26F-C92F5EBC0AAC}" type="pres">
      <dgm:prSet presAssocID="{38741784-737A-4E56-8641-C33F3B240514}" presName="childText" presStyleLbl="conFgAcc1" presStyleIdx="1" presStyleCnt="3">
        <dgm:presLayoutVars>
          <dgm:bulletEnabled val="1"/>
        </dgm:presLayoutVars>
      </dgm:prSet>
      <dgm:spPr/>
    </dgm:pt>
    <dgm:pt modelId="{D0B90071-070D-4C45-91FC-93EEFCB07D3D}" type="pres">
      <dgm:prSet presAssocID="{555213AD-3F3A-431C-9472-2DF96C59D8A0}" presName="spaceBetweenRectangles" presStyleCnt="0"/>
      <dgm:spPr/>
    </dgm:pt>
    <dgm:pt modelId="{6D66716C-644E-4EE3-9873-F8738026DF5A}" type="pres">
      <dgm:prSet presAssocID="{9FC114C4-7B4C-4FC3-8AC5-5CBEC5036581}" presName="parentLin" presStyleCnt="0"/>
      <dgm:spPr/>
    </dgm:pt>
    <dgm:pt modelId="{8BF0EBB5-4209-4E1F-86C5-27B1CABF0CDD}" type="pres">
      <dgm:prSet presAssocID="{9FC114C4-7B4C-4FC3-8AC5-5CBEC5036581}" presName="parentLeftMargin" presStyleLbl="node1" presStyleIdx="1" presStyleCnt="3"/>
      <dgm:spPr/>
    </dgm:pt>
    <dgm:pt modelId="{3AB23D48-D911-43FE-953D-7D63FC758A3C}" type="pres">
      <dgm:prSet presAssocID="{9FC114C4-7B4C-4FC3-8AC5-5CBEC503658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A43C04B-82A8-4E7C-AEC9-1D12936057CF}" type="pres">
      <dgm:prSet presAssocID="{9FC114C4-7B4C-4FC3-8AC5-5CBEC5036581}" presName="negativeSpace" presStyleCnt="0"/>
      <dgm:spPr/>
    </dgm:pt>
    <dgm:pt modelId="{3B7F194B-4139-4F41-ACD1-E02EA220DAC5}" type="pres">
      <dgm:prSet presAssocID="{9FC114C4-7B4C-4FC3-8AC5-5CBEC503658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9F63F24-3006-4C93-888B-FB780BC9E0F7}" type="presOf" srcId="{38741784-737A-4E56-8641-C33F3B240514}" destId="{06CB4B72-E443-440E-81DE-E581DA0125B2}" srcOrd="0" destOrd="0" presId="urn:microsoft.com/office/officeart/2005/8/layout/list1"/>
    <dgm:cxn modelId="{C27F672C-B304-44DE-91DD-9074D85341DE}" type="presOf" srcId="{38741784-737A-4E56-8641-C33F3B240514}" destId="{15F2D2F1-A87D-418D-8675-C7D55EA4028C}" srcOrd="1" destOrd="0" presId="urn:microsoft.com/office/officeart/2005/8/layout/list1"/>
    <dgm:cxn modelId="{EE80AB38-5EE6-4E9F-9DB7-05B1FA261796}" type="presOf" srcId="{9FC114C4-7B4C-4FC3-8AC5-5CBEC5036581}" destId="{3AB23D48-D911-43FE-953D-7D63FC758A3C}" srcOrd="1" destOrd="0" presId="urn:microsoft.com/office/officeart/2005/8/layout/list1"/>
    <dgm:cxn modelId="{65031186-230D-4DCC-96B9-766E48DBB676}" srcId="{D1669181-82CC-404D-9BBE-5D3D20C01B59}" destId="{38741784-737A-4E56-8641-C33F3B240514}" srcOrd="1" destOrd="0" parTransId="{AC8B913F-0214-4452-A52F-E1109D8D04E5}" sibTransId="{555213AD-3F3A-431C-9472-2DF96C59D8A0}"/>
    <dgm:cxn modelId="{18BA928A-F6DD-418C-877E-0D5F65290517}" type="presOf" srcId="{9FC114C4-7B4C-4FC3-8AC5-5CBEC5036581}" destId="{8BF0EBB5-4209-4E1F-86C5-27B1CABF0CDD}" srcOrd="0" destOrd="0" presId="urn:microsoft.com/office/officeart/2005/8/layout/list1"/>
    <dgm:cxn modelId="{7987F9A0-FF96-4EAE-AC0A-233061BCCC91}" type="presOf" srcId="{D1669181-82CC-404D-9BBE-5D3D20C01B59}" destId="{C5AE856A-5678-4393-A48D-E68CE9D16386}" srcOrd="0" destOrd="0" presId="urn:microsoft.com/office/officeart/2005/8/layout/list1"/>
    <dgm:cxn modelId="{2B0340C1-1E23-4257-9950-F543EF798867}" type="presOf" srcId="{DEEEB51D-CD54-4365-8E71-56189B399A72}" destId="{7162D748-5196-44C3-B43C-09BCFCC96AE5}" srcOrd="1" destOrd="0" presId="urn:microsoft.com/office/officeart/2005/8/layout/list1"/>
    <dgm:cxn modelId="{9F6D22C8-2D57-4654-B746-B22A3B0FF034}" srcId="{D1669181-82CC-404D-9BBE-5D3D20C01B59}" destId="{DEEEB51D-CD54-4365-8E71-56189B399A72}" srcOrd="0" destOrd="0" parTransId="{13A39941-2966-466A-8A0C-E25AA418D1E9}" sibTransId="{3DB04CF0-D838-4C6A-9609-193911BE2C40}"/>
    <dgm:cxn modelId="{AF4785D7-6AC8-4C17-A012-BE21CFFFA8D2}" type="presOf" srcId="{DEEEB51D-CD54-4365-8E71-56189B399A72}" destId="{2A866A65-C93A-402C-82A5-4DBE2FAB7D8A}" srcOrd="0" destOrd="0" presId="urn:microsoft.com/office/officeart/2005/8/layout/list1"/>
    <dgm:cxn modelId="{9E1914E4-BE82-4912-A9C5-A8DD11A3ABD2}" srcId="{D1669181-82CC-404D-9BBE-5D3D20C01B59}" destId="{9FC114C4-7B4C-4FC3-8AC5-5CBEC5036581}" srcOrd="2" destOrd="0" parTransId="{CDE4C207-0D13-4E46-BE96-DFD086F038B2}" sibTransId="{F74004D0-2C04-4EF9-B9E7-1A59634A02B4}"/>
    <dgm:cxn modelId="{67D3B5D0-2D5B-4029-B168-249DDB44E6D6}" type="presParOf" srcId="{C5AE856A-5678-4393-A48D-E68CE9D16386}" destId="{B72C3FFC-6774-4B18-A2D5-AC40EA3DA38C}" srcOrd="0" destOrd="0" presId="urn:microsoft.com/office/officeart/2005/8/layout/list1"/>
    <dgm:cxn modelId="{49C08A9F-9CAB-426A-98E0-5E456854003D}" type="presParOf" srcId="{B72C3FFC-6774-4B18-A2D5-AC40EA3DA38C}" destId="{2A866A65-C93A-402C-82A5-4DBE2FAB7D8A}" srcOrd="0" destOrd="0" presId="urn:microsoft.com/office/officeart/2005/8/layout/list1"/>
    <dgm:cxn modelId="{6A626534-CD60-4678-869D-05526247A771}" type="presParOf" srcId="{B72C3FFC-6774-4B18-A2D5-AC40EA3DA38C}" destId="{7162D748-5196-44C3-B43C-09BCFCC96AE5}" srcOrd="1" destOrd="0" presId="urn:microsoft.com/office/officeart/2005/8/layout/list1"/>
    <dgm:cxn modelId="{74CAE12C-AFF9-45FB-8776-FB705D5F0175}" type="presParOf" srcId="{C5AE856A-5678-4393-A48D-E68CE9D16386}" destId="{D8CD739F-BA1B-4348-8B5D-373544046582}" srcOrd="1" destOrd="0" presId="urn:microsoft.com/office/officeart/2005/8/layout/list1"/>
    <dgm:cxn modelId="{29651282-129A-4C4C-BE13-E604906FA9BD}" type="presParOf" srcId="{C5AE856A-5678-4393-A48D-E68CE9D16386}" destId="{7844C9D9-BA53-49D4-83F3-F85AD8324B14}" srcOrd="2" destOrd="0" presId="urn:microsoft.com/office/officeart/2005/8/layout/list1"/>
    <dgm:cxn modelId="{086C5801-256C-42C0-A0B5-3A18BA0450AB}" type="presParOf" srcId="{C5AE856A-5678-4393-A48D-E68CE9D16386}" destId="{F88ED3B0-6CAB-4811-A7DB-50C0334A6D92}" srcOrd="3" destOrd="0" presId="urn:microsoft.com/office/officeart/2005/8/layout/list1"/>
    <dgm:cxn modelId="{BC2DE96E-9B20-427D-A67D-DCD6097666A9}" type="presParOf" srcId="{C5AE856A-5678-4393-A48D-E68CE9D16386}" destId="{ABB422A8-E2E1-40A2-8799-9CEBB2B49379}" srcOrd="4" destOrd="0" presId="urn:microsoft.com/office/officeart/2005/8/layout/list1"/>
    <dgm:cxn modelId="{BC2A1350-40ED-4694-B617-921BE3834539}" type="presParOf" srcId="{ABB422A8-E2E1-40A2-8799-9CEBB2B49379}" destId="{06CB4B72-E443-440E-81DE-E581DA0125B2}" srcOrd="0" destOrd="0" presId="urn:microsoft.com/office/officeart/2005/8/layout/list1"/>
    <dgm:cxn modelId="{F3378802-A255-4283-B6A7-C628E488820C}" type="presParOf" srcId="{ABB422A8-E2E1-40A2-8799-9CEBB2B49379}" destId="{15F2D2F1-A87D-418D-8675-C7D55EA4028C}" srcOrd="1" destOrd="0" presId="urn:microsoft.com/office/officeart/2005/8/layout/list1"/>
    <dgm:cxn modelId="{C8F3CDD6-2986-4B4B-86C5-64A14D924D2B}" type="presParOf" srcId="{C5AE856A-5678-4393-A48D-E68CE9D16386}" destId="{2403A803-0DBA-446F-8F9B-FF05483A1990}" srcOrd="5" destOrd="0" presId="urn:microsoft.com/office/officeart/2005/8/layout/list1"/>
    <dgm:cxn modelId="{D618505E-5056-4F6F-871D-B82E3F87D554}" type="presParOf" srcId="{C5AE856A-5678-4393-A48D-E68CE9D16386}" destId="{7F071F97-6C84-4D1B-A26F-C92F5EBC0AAC}" srcOrd="6" destOrd="0" presId="urn:microsoft.com/office/officeart/2005/8/layout/list1"/>
    <dgm:cxn modelId="{55ED3855-AF87-41B8-A3B9-93B72C861E91}" type="presParOf" srcId="{C5AE856A-5678-4393-A48D-E68CE9D16386}" destId="{D0B90071-070D-4C45-91FC-93EEFCB07D3D}" srcOrd="7" destOrd="0" presId="urn:microsoft.com/office/officeart/2005/8/layout/list1"/>
    <dgm:cxn modelId="{F2AFF1A7-07B8-45CA-B254-735BB2F2AC9F}" type="presParOf" srcId="{C5AE856A-5678-4393-A48D-E68CE9D16386}" destId="{6D66716C-644E-4EE3-9873-F8738026DF5A}" srcOrd="8" destOrd="0" presId="urn:microsoft.com/office/officeart/2005/8/layout/list1"/>
    <dgm:cxn modelId="{5F4CE755-6349-4292-92DF-19D7433B91F8}" type="presParOf" srcId="{6D66716C-644E-4EE3-9873-F8738026DF5A}" destId="{8BF0EBB5-4209-4E1F-86C5-27B1CABF0CDD}" srcOrd="0" destOrd="0" presId="urn:microsoft.com/office/officeart/2005/8/layout/list1"/>
    <dgm:cxn modelId="{9D073F58-99F9-4FDF-8865-FC9BE7A9DB1F}" type="presParOf" srcId="{6D66716C-644E-4EE3-9873-F8738026DF5A}" destId="{3AB23D48-D911-43FE-953D-7D63FC758A3C}" srcOrd="1" destOrd="0" presId="urn:microsoft.com/office/officeart/2005/8/layout/list1"/>
    <dgm:cxn modelId="{D159EBAB-15EC-4D38-B67E-C7D6774D8291}" type="presParOf" srcId="{C5AE856A-5678-4393-A48D-E68CE9D16386}" destId="{0A43C04B-82A8-4E7C-AEC9-1D12936057CF}" srcOrd="9" destOrd="0" presId="urn:microsoft.com/office/officeart/2005/8/layout/list1"/>
    <dgm:cxn modelId="{EBF993D2-C444-49E4-9E96-8C5473AD06B2}" type="presParOf" srcId="{C5AE856A-5678-4393-A48D-E68CE9D16386}" destId="{3B7F194B-4139-4F41-ACD1-E02EA220DAC5}" srcOrd="10" destOrd="0" presId="urn:microsoft.com/office/officeart/2005/8/layout/list1"/>
  </dgm:cxnLst>
  <dgm:bg>
    <a:solidFill>
      <a:schemeClr val="tx2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EA8C8D0-7BCD-472E-A33A-6F4B03BDC80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431D98-E8D2-406D-91DF-A1BBC93A4CD8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158. (a) Neither of the/ (b) five accused/ (c) could be convicted./ (d) No error</a:t>
          </a:r>
          <a:endParaRPr lang="en-US" sz="3200" dirty="0"/>
        </a:p>
      </dgm:t>
    </dgm:pt>
    <dgm:pt modelId="{13EF8AC9-4BB5-4550-8453-38C7D6574B32}" type="parTrans" cxnId="{9B124A3C-F632-4E69-81FA-84474A006757}">
      <dgm:prSet/>
      <dgm:spPr/>
      <dgm:t>
        <a:bodyPr/>
        <a:lstStyle/>
        <a:p>
          <a:endParaRPr lang="en-US"/>
        </a:p>
      </dgm:t>
    </dgm:pt>
    <dgm:pt modelId="{71EE9CD0-3D4C-4F97-9F2B-1BAC56FB8AD6}" type="sibTrans" cxnId="{9B124A3C-F632-4E69-81FA-84474A006757}">
      <dgm:prSet/>
      <dgm:spPr/>
      <dgm:t>
        <a:bodyPr/>
        <a:lstStyle/>
        <a:p>
          <a:endParaRPr lang="en-US"/>
        </a:p>
      </dgm:t>
    </dgm:pt>
    <dgm:pt modelId="{A878264C-FF1E-41ED-B0C3-64B399362E6D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159. (a) The strain of all/ (b) the difficulties, vexations and anxieties/ (c) were more than he could beat./ (d) No error</a:t>
          </a:r>
        </a:p>
      </dgm:t>
    </dgm:pt>
    <dgm:pt modelId="{83948FB6-FBBA-48C9-9594-2111FE852A71}" type="parTrans" cxnId="{E6029102-D4F9-4B20-B1C7-68A75D460564}">
      <dgm:prSet/>
      <dgm:spPr/>
      <dgm:t>
        <a:bodyPr/>
        <a:lstStyle/>
        <a:p>
          <a:endParaRPr lang="en-US"/>
        </a:p>
      </dgm:t>
    </dgm:pt>
    <dgm:pt modelId="{B9432E4E-AFD9-4FC2-A176-02045828528C}" type="sibTrans" cxnId="{E6029102-D4F9-4B20-B1C7-68A75D460564}">
      <dgm:prSet/>
      <dgm:spPr/>
      <dgm:t>
        <a:bodyPr/>
        <a:lstStyle/>
        <a:p>
          <a:endParaRPr lang="en-US"/>
        </a:p>
      </dgm:t>
    </dgm:pt>
    <dgm:pt modelId="{543B3889-0B64-4376-915B-12AE9480DB50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160. (a) Everybody/ (b) it must be admitted/ (c) has their ups and downs./ (d) No error</a:t>
          </a:r>
        </a:p>
      </dgm:t>
    </dgm:pt>
    <dgm:pt modelId="{82797C59-51DB-4C3D-ABE8-D79E7BF94F38}" type="parTrans" cxnId="{B8DE2766-E641-448D-869D-CD8EE882587B}">
      <dgm:prSet/>
      <dgm:spPr/>
      <dgm:t>
        <a:bodyPr/>
        <a:lstStyle/>
        <a:p>
          <a:endParaRPr lang="en-US"/>
        </a:p>
      </dgm:t>
    </dgm:pt>
    <dgm:pt modelId="{5F28A9A8-8703-4C34-A51B-BD4D8CCFB63F}" type="sibTrans" cxnId="{B8DE2766-E641-448D-869D-CD8EE882587B}">
      <dgm:prSet/>
      <dgm:spPr/>
      <dgm:t>
        <a:bodyPr/>
        <a:lstStyle/>
        <a:p>
          <a:endParaRPr lang="en-US"/>
        </a:p>
      </dgm:t>
    </dgm:pt>
    <dgm:pt modelId="{8C194E1E-E62B-4B74-B3FE-C98CC023E57E}" type="pres">
      <dgm:prSet presAssocID="{1EA8C8D0-7BCD-472E-A33A-6F4B03BDC80F}" presName="linear" presStyleCnt="0">
        <dgm:presLayoutVars>
          <dgm:dir/>
          <dgm:animLvl val="lvl"/>
          <dgm:resizeHandles val="exact"/>
        </dgm:presLayoutVars>
      </dgm:prSet>
      <dgm:spPr/>
    </dgm:pt>
    <dgm:pt modelId="{9FD1E242-16D4-4571-A4DE-3D3E174A9541}" type="pres">
      <dgm:prSet presAssocID="{12431D98-E8D2-406D-91DF-A1BBC93A4CD8}" presName="parentLin" presStyleCnt="0"/>
      <dgm:spPr/>
    </dgm:pt>
    <dgm:pt modelId="{83F868A8-2F9C-4394-82BE-064ABF630345}" type="pres">
      <dgm:prSet presAssocID="{12431D98-E8D2-406D-91DF-A1BBC93A4CD8}" presName="parentLeftMargin" presStyleLbl="node1" presStyleIdx="0" presStyleCnt="3"/>
      <dgm:spPr/>
    </dgm:pt>
    <dgm:pt modelId="{12370F24-7447-408E-8E72-8287C85094C1}" type="pres">
      <dgm:prSet presAssocID="{12431D98-E8D2-406D-91DF-A1BBC93A4CD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F6141A2-A14A-4528-874F-09B984A89BB5}" type="pres">
      <dgm:prSet presAssocID="{12431D98-E8D2-406D-91DF-A1BBC93A4CD8}" presName="negativeSpace" presStyleCnt="0"/>
      <dgm:spPr/>
    </dgm:pt>
    <dgm:pt modelId="{44A1F14F-4238-44E3-BADA-5C90CE982838}" type="pres">
      <dgm:prSet presAssocID="{12431D98-E8D2-406D-91DF-A1BBC93A4CD8}" presName="childText" presStyleLbl="conFgAcc1" presStyleIdx="0" presStyleCnt="3">
        <dgm:presLayoutVars>
          <dgm:bulletEnabled val="1"/>
        </dgm:presLayoutVars>
      </dgm:prSet>
      <dgm:spPr/>
    </dgm:pt>
    <dgm:pt modelId="{10388BB9-E133-4474-B193-A89414D21A6C}" type="pres">
      <dgm:prSet presAssocID="{71EE9CD0-3D4C-4F97-9F2B-1BAC56FB8AD6}" presName="spaceBetweenRectangles" presStyleCnt="0"/>
      <dgm:spPr/>
    </dgm:pt>
    <dgm:pt modelId="{411F1579-023D-4277-9726-1D054263190D}" type="pres">
      <dgm:prSet presAssocID="{A878264C-FF1E-41ED-B0C3-64B399362E6D}" presName="parentLin" presStyleCnt="0"/>
      <dgm:spPr/>
    </dgm:pt>
    <dgm:pt modelId="{C4303DCC-DE3C-4170-8951-5D0FC06316CC}" type="pres">
      <dgm:prSet presAssocID="{A878264C-FF1E-41ED-B0C3-64B399362E6D}" presName="parentLeftMargin" presStyleLbl="node1" presStyleIdx="0" presStyleCnt="3"/>
      <dgm:spPr/>
    </dgm:pt>
    <dgm:pt modelId="{3A978BBA-2543-410A-9BD0-3D6CCD82B84C}" type="pres">
      <dgm:prSet presAssocID="{A878264C-FF1E-41ED-B0C3-64B399362E6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AE8CBD-B61F-439C-A58C-A0B0BC0FBC87}" type="pres">
      <dgm:prSet presAssocID="{A878264C-FF1E-41ED-B0C3-64B399362E6D}" presName="negativeSpace" presStyleCnt="0"/>
      <dgm:spPr/>
    </dgm:pt>
    <dgm:pt modelId="{81E8B7B5-4914-4D09-B463-B2A7EEA0B1E8}" type="pres">
      <dgm:prSet presAssocID="{A878264C-FF1E-41ED-B0C3-64B399362E6D}" presName="childText" presStyleLbl="conFgAcc1" presStyleIdx="1" presStyleCnt="3">
        <dgm:presLayoutVars>
          <dgm:bulletEnabled val="1"/>
        </dgm:presLayoutVars>
      </dgm:prSet>
      <dgm:spPr/>
    </dgm:pt>
    <dgm:pt modelId="{099B0ED3-CAC4-4C4B-A7FA-E0D02B04D335}" type="pres">
      <dgm:prSet presAssocID="{B9432E4E-AFD9-4FC2-A176-02045828528C}" presName="spaceBetweenRectangles" presStyleCnt="0"/>
      <dgm:spPr/>
    </dgm:pt>
    <dgm:pt modelId="{40C36C2D-278B-4FD1-8E2F-627E88561423}" type="pres">
      <dgm:prSet presAssocID="{543B3889-0B64-4376-915B-12AE9480DB50}" presName="parentLin" presStyleCnt="0"/>
      <dgm:spPr/>
    </dgm:pt>
    <dgm:pt modelId="{2818BB0A-3E4F-4688-A0D7-0E2A41B5968F}" type="pres">
      <dgm:prSet presAssocID="{543B3889-0B64-4376-915B-12AE9480DB50}" presName="parentLeftMargin" presStyleLbl="node1" presStyleIdx="1" presStyleCnt="3"/>
      <dgm:spPr/>
    </dgm:pt>
    <dgm:pt modelId="{362214CB-E68B-469B-8F71-5E87C09BA4EC}" type="pres">
      <dgm:prSet presAssocID="{543B3889-0B64-4376-915B-12AE9480DB5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9724B1C-8878-404B-B59C-1B04FE87609B}" type="pres">
      <dgm:prSet presAssocID="{543B3889-0B64-4376-915B-12AE9480DB50}" presName="negativeSpace" presStyleCnt="0"/>
      <dgm:spPr/>
    </dgm:pt>
    <dgm:pt modelId="{0E59DF8D-5AA4-4F27-8BBE-AD34BB8BF88A}" type="pres">
      <dgm:prSet presAssocID="{543B3889-0B64-4376-915B-12AE9480DB5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6029102-D4F9-4B20-B1C7-68A75D460564}" srcId="{1EA8C8D0-7BCD-472E-A33A-6F4B03BDC80F}" destId="{A878264C-FF1E-41ED-B0C3-64B399362E6D}" srcOrd="1" destOrd="0" parTransId="{83948FB6-FBBA-48C9-9594-2111FE852A71}" sibTransId="{B9432E4E-AFD9-4FC2-A176-02045828528C}"/>
    <dgm:cxn modelId="{9B124A3C-F632-4E69-81FA-84474A006757}" srcId="{1EA8C8D0-7BCD-472E-A33A-6F4B03BDC80F}" destId="{12431D98-E8D2-406D-91DF-A1BBC93A4CD8}" srcOrd="0" destOrd="0" parTransId="{13EF8AC9-4BB5-4550-8453-38C7D6574B32}" sibTransId="{71EE9CD0-3D4C-4F97-9F2B-1BAC56FB8AD6}"/>
    <dgm:cxn modelId="{B8DE2766-E641-448D-869D-CD8EE882587B}" srcId="{1EA8C8D0-7BCD-472E-A33A-6F4B03BDC80F}" destId="{543B3889-0B64-4376-915B-12AE9480DB50}" srcOrd="2" destOrd="0" parTransId="{82797C59-51DB-4C3D-ABE8-D79E7BF94F38}" sibTransId="{5F28A9A8-8703-4C34-A51B-BD4D8CCFB63F}"/>
    <dgm:cxn modelId="{D3C2464F-F825-4B0E-98D9-16D778D9B6B8}" type="presOf" srcId="{12431D98-E8D2-406D-91DF-A1BBC93A4CD8}" destId="{12370F24-7447-408E-8E72-8287C85094C1}" srcOrd="1" destOrd="0" presId="urn:microsoft.com/office/officeart/2005/8/layout/list1"/>
    <dgm:cxn modelId="{0817BB58-8509-4B80-A6BC-874E7C4AE8A5}" type="presOf" srcId="{12431D98-E8D2-406D-91DF-A1BBC93A4CD8}" destId="{83F868A8-2F9C-4394-82BE-064ABF630345}" srcOrd="0" destOrd="0" presId="urn:microsoft.com/office/officeart/2005/8/layout/list1"/>
    <dgm:cxn modelId="{61FDAD8E-9113-4745-AEE9-CF672E031889}" type="presOf" srcId="{A878264C-FF1E-41ED-B0C3-64B399362E6D}" destId="{C4303DCC-DE3C-4170-8951-5D0FC06316CC}" srcOrd="0" destOrd="0" presId="urn:microsoft.com/office/officeart/2005/8/layout/list1"/>
    <dgm:cxn modelId="{D37008AA-452B-4415-BAC5-F140D51264B2}" type="presOf" srcId="{1EA8C8D0-7BCD-472E-A33A-6F4B03BDC80F}" destId="{8C194E1E-E62B-4B74-B3FE-C98CC023E57E}" srcOrd="0" destOrd="0" presId="urn:microsoft.com/office/officeart/2005/8/layout/list1"/>
    <dgm:cxn modelId="{915901AD-DB62-4FC0-A621-B46E274EA861}" type="presOf" srcId="{543B3889-0B64-4376-915B-12AE9480DB50}" destId="{2818BB0A-3E4F-4688-A0D7-0E2A41B5968F}" srcOrd="0" destOrd="0" presId="urn:microsoft.com/office/officeart/2005/8/layout/list1"/>
    <dgm:cxn modelId="{931329B7-FF9C-4A15-9D3F-0E40572DC55B}" type="presOf" srcId="{543B3889-0B64-4376-915B-12AE9480DB50}" destId="{362214CB-E68B-469B-8F71-5E87C09BA4EC}" srcOrd="1" destOrd="0" presId="urn:microsoft.com/office/officeart/2005/8/layout/list1"/>
    <dgm:cxn modelId="{7DB939C9-DE5C-424F-AAD1-4C89CD2420A6}" type="presOf" srcId="{A878264C-FF1E-41ED-B0C3-64B399362E6D}" destId="{3A978BBA-2543-410A-9BD0-3D6CCD82B84C}" srcOrd="1" destOrd="0" presId="urn:microsoft.com/office/officeart/2005/8/layout/list1"/>
    <dgm:cxn modelId="{8355E68A-92ED-4572-A034-514FE3F95B74}" type="presParOf" srcId="{8C194E1E-E62B-4B74-B3FE-C98CC023E57E}" destId="{9FD1E242-16D4-4571-A4DE-3D3E174A9541}" srcOrd="0" destOrd="0" presId="urn:microsoft.com/office/officeart/2005/8/layout/list1"/>
    <dgm:cxn modelId="{6FC3902E-40E0-428B-9C36-B033109E7995}" type="presParOf" srcId="{9FD1E242-16D4-4571-A4DE-3D3E174A9541}" destId="{83F868A8-2F9C-4394-82BE-064ABF630345}" srcOrd="0" destOrd="0" presId="urn:microsoft.com/office/officeart/2005/8/layout/list1"/>
    <dgm:cxn modelId="{C4FE9160-6FC2-4F67-AA24-8CC33033F059}" type="presParOf" srcId="{9FD1E242-16D4-4571-A4DE-3D3E174A9541}" destId="{12370F24-7447-408E-8E72-8287C85094C1}" srcOrd="1" destOrd="0" presId="urn:microsoft.com/office/officeart/2005/8/layout/list1"/>
    <dgm:cxn modelId="{80C99CD4-8180-435F-828C-7B8E476B16BD}" type="presParOf" srcId="{8C194E1E-E62B-4B74-B3FE-C98CC023E57E}" destId="{6F6141A2-A14A-4528-874F-09B984A89BB5}" srcOrd="1" destOrd="0" presId="urn:microsoft.com/office/officeart/2005/8/layout/list1"/>
    <dgm:cxn modelId="{DD8754AA-F65F-49C9-BA34-43C1811ACA45}" type="presParOf" srcId="{8C194E1E-E62B-4B74-B3FE-C98CC023E57E}" destId="{44A1F14F-4238-44E3-BADA-5C90CE982838}" srcOrd="2" destOrd="0" presId="urn:microsoft.com/office/officeart/2005/8/layout/list1"/>
    <dgm:cxn modelId="{E2E9D641-092A-4134-B1E2-4A52A0013B88}" type="presParOf" srcId="{8C194E1E-E62B-4B74-B3FE-C98CC023E57E}" destId="{10388BB9-E133-4474-B193-A89414D21A6C}" srcOrd="3" destOrd="0" presId="urn:microsoft.com/office/officeart/2005/8/layout/list1"/>
    <dgm:cxn modelId="{21089199-267E-4207-820F-2B55C1B65955}" type="presParOf" srcId="{8C194E1E-E62B-4B74-B3FE-C98CC023E57E}" destId="{411F1579-023D-4277-9726-1D054263190D}" srcOrd="4" destOrd="0" presId="urn:microsoft.com/office/officeart/2005/8/layout/list1"/>
    <dgm:cxn modelId="{B2BCD2ED-CD84-47E2-B2F3-36F24E1C5568}" type="presParOf" srcId="{411F1579-023D-4277-9726-1D054263190D}" destId="{C4303DCC-DE3C-4170-8951-5D0FC06316CC}" srcOrd="0" destOrd="0" presId="urn:microsoft.com/office/officeart/2005/8/layout/list1"/>
    <dgm:cxn modelId="{A95E1053-EC60-4570-9852-5CDB16DC6994}" type="presParOf" srcId="{411F1579-023D-4277-9726-1D054263190D}" destId="{3A978BBA-2543-410A-9BD0-3D6CCD82B84C}" srcOrd="1" destOrd="0" presId="urn:microsoft.com/office/officeart/2005/8/layout/list1"/>
    <dgm:cxn modelId="{201CA388-079A-4D13-8A3C-04888B479607}" type="presParOf" srcId="{8C194E1E-E62B-4B74-B3FE-C98CC023E57E}" destId="{D1AE8CBD-B61F-439C-A58C-A0B0BC0FBC87}" srcOrd="5" destOrd="0" presId="urn:microsoft.com/office/officeart/2005/8/layout/list1"/>
    <dgm:cxn modelId="{EBA3C9E6-8451-4405-BD75-837C9D6437FC}" type="presParOf" srcId="{8C194E1E-E62B-4B74-B3FE-C98CC023E57E}" destId="{81E8B7B5-4914-4D09-B463-B2A7EEA0B1E8}" srcOrd="6" destOrd="0" presId="urn:microsoft.com/office/officeart/2005/8/layout/list1"/>
    <dgm:cxn modelId="{B3D6ACD7-0980-4408-AFFA-FF4E6614ED0A}" type="presParOf" srcId="{8C194E1E-E62B-4B74-B3FE-C98CC023E57E}" destId="{099B0ED3-CAC4-4C4B-A7FA-E0D02B04D335}" srcOrd="7" destOrd="0" presId="urn:microsoft.com/office/officeart/2005/8/layout/list1"/>
    <dgm:cxn modelId="{E2248012-CA3F-47EA-83DE-4787082B34F8}" type="presParOf" srcId="{8C194E1E-E62B-4B74-B3FE-C98CC023E57E}" destId="{40C36C2D-278B-4FD1-8E2F-627E88561423}" srcOrd="8" destOrd="0" presId="urn:microsoft.com/office/officeart/2005/8/layout/list1"/>
    <dgm:cxn modelId="{C1FD0F30-7D13-48DE-8A51-171CBF35AC69}" type="presParOf" srcId="{40C36C2D-278B-4FD1-8E2F-627E88561423}" destId="{2818BB0A-3E4F-4688-A0D7-0E2A41B5968F}" srcOrd="0" destOrd="0" presId="urn:microsoft.com/office/officeart/2005/8/layout/list1"/>
    <dgm:cxn modelId="{10710A07-0390-47A1-9B9E-75CBB8457770}" type="presParOf" srcId="{40C36C2D-278B-4FD1-8E2F-627E88561423}" destId="{362214CB-E68B-469B-8F71-5E87C09BA4EC}" srcOrd="1" destOrd="0" presId="urn:microsoft.com/office/officeart/2005/8/layout/list1"/>
    <dgm:cxn modelId="{2F54A79F-F917-4A69-A286-35BB149ED09E}" type="presParOf" srcId="{8C194E1E-E62B-4B74-B3FE-C98CC023E57E}" destId="{E9724B1C-8878-404B-B59C-1B04FE87609B}" srcOrd="9" destOrd="0" presId="urn:microsoft.com/office/officeart/2005/8/layout/list1"/>
    <dgm:cxn modelId="{7E3AB71E-3973-42AA-9251-C3D7523B6439}" type="presParOf" srcId="{8C194E1E-E62B-4B74-B3FE-C98CC023E57E}" destId="{0E59DF8D-5AA4-4F27-8BBE-AD34BB8BF88A}" srcOrd="10" destOrd="0" presId="urn:microsoft.com/office/officeart/2005/8/layout/list1"/>
  </dgm:cxnLst>
  <dgm:bg>
    <a:solidFill>
      <a:schemeClr val="accent2">
        <a:lumMod val="40000"/>
        <a:lumOff val="6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EA8C8D0-7BCD-472E-A33A-6F4B03BDC80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431D98-E8D2-406D-91DF-A1BBC93A4CD8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 (a) </a:t>
          </a:r>
          <a:r>
            <a:rPr lang="en-IN" sz="3200" b="1" strike="sngStrike" dirty="0">
              <a:solidFill>
                <a:srgbClr val="C00000"/>
              </a:solidFill>
            </a:rPr>
            <a:t>Neither  </a:t>
          </a:r>
          <a:r>
            <a:rPr lang="en-IN" sz="3200" b="1" strike="noStrike" dirty="0">
              <a:solidFill>
                <a:srgbClr val="C00000"/>
              </a:solidFill>
            </a:rPr>
            <a:t>None </a:t>
          </a:r>
          <a:r>
            <a:rPr lang="en-IN" sz="3200" b="1" dirty="0">
              <a:solidFill>
                <a:schemeClr val="tx1"/>
              </a:solidFill>
            </a:rPr>
            <a:t>of the/ (b) </a:t>
          </a:r>
          <a:r>
            <a:rPr lang="en-IN" sz="3200" b="1" dirty="0">
              <a:solidFill>
                <a:srgbClr val="C00000"/>
              </a:solidFill>
            </a:rPr>
            <a:t>five </a:t>
          </a:r>
          <a:r>
            <a:rPr lang="en-IN" sz="3200" b="1" dirty="0">
              <a:solidFill>
                <a:schemeClr val="tx1"/>
              </a:solidFill>
            </a:rPr>
            <a:t>accused/ (c) could be convicted./ (d) No error</a:t>
          </a:r>
          <a:endParaRPr lang="en-US" sz="3200" dirty="0"/>
        </a:p>
      </dgm:t>
    </dgm:pt>
    <dgm:pt modelId="{13EF8AC9-4BB5-4550-8453-38C7D6574B32}" type="parTrans" cxnId="{9B124A3C-F632-4E69-81FA-84474A006757}">
      <dgm:prSet/>
      <dgm:spPr/>
      <dgm:t>
        <a:bodyPr/>
        <a:lstStyle/>
        <a:p>
          <a:endParaRPr lang="en-US"/>
        </a:p>
      </dgm:t>
    </dgm:pt>
    <dgm:pt modelId="{71EE9CD0-3D4C-4F97-9F2B-1BAC56FB8AD6}" type="sibTrans" cxnId="{9B124A3C-F632-4E69-81FA-84474A006757}">
      <dgm:prSet/>
      <dgm:spPr/>
      <dgm:t>
        <a:bodyPr/>
        <a:lstStyle/>
        <a:p>
          <a:endParaRPr lang="en-US"/>
        </a:p>
      </dgm:t>
    </dgm:pt>
    <dgm:pt modelId="{A878264C-FF1E-41ED-B0C3-64B399362E6D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 (a) </a:t>
          </a:r>
          <a:r>
            <a:rPr lang="en-IN" sz="3200" b="1" dirty="0">
              <a:solidFill>
                <a:srgbClr val="C00000"/>
              </a:solidFill>
            </a:rPr>
            <a:t>The strain </a:t>
          </a:r>
          <a:r>
            <a:rPr lang="en-IN" sz="3200" b="1" dirty="0">
              <a:solidFill>
                <a:schemeClr val="tx1"/>
              </a:solidFill>
            </a:rPr>
            <a:t>of all/ (b) the difficulties, vexations and anxieties/ (c) </a:t>
          </a:r>
          <a:r>
            <a:rPr lang="en-IN" sz="3200" b="1" strike="sngStrike" dirty="0">
              <a:solidFill>
                <a:srgbClr val="C00000"/>
              </a:solidFill>
            </a:rPr>
            <a:t>were</a:t>
          </a:r>
          <a:r>
            <a:rPr lang="en-IN" sz="3200" b="1" dirty="0">
              <a:solidFill>
                <a:schemeClr val="tx1"/>
              </a:solidFill>
            </a:rPr>
            <a:t> </a:t>
          </a:r>
          <a:r>
            <a:rPr lang="en-IN" sz="3200" b="1" dirty="0">
              <a:solidFill>
                <a:srgbClr val="C00000"/>
              </a:solidFill>
            </a:rPr>
            <a:t>was</a:t>
          </a:r>
          <a:r>
            <a:rPr lang="en-IN" sz="3200" b="1" dirty="0">
              <a:solidFill>
                <a:schemeClr val="tx1"/>
              </a:solidFill>
            </a:rPr>
            <a:t> more than he could beat./ (d) No error</a:t>
          </a:r>
        </a:p>
      </dgm:t>
    </dgm:pt>
    <dgm:pt modelId="{83948FB6-FBBA-48C9-9594-2111FE852A71}" type="parTrans" cxnId="{E6029102-D4F9-4B20-B1C7-68A75D460564}">
      <dgm:prSet/>
      <dgm:spPr/>
      <dgm:t>
        <a:bodyPr/>
        <a:lstStyle/>
        <a:p>
          <a:endParaRPr lang="en-US"/>
        </a:p>
      </dgm:t>
    </dgm:pt>
    <dgm:pt modelId="{B9432E4E-AFD9-4FC2-A176-02045828528C}" type="sibTrans" cxnId="{E6029102-D4F9-4B20-B1C7-68A75D460564}">
      <dgm:prSet/>
      <dgm:spPr/>
      <dgm:t>
        <a:bodyPr/>
        <a:lstStyle/>
        <a:p>
          <a:endParaRPr lang="en-US"/>
        </a:p>
      </dgm:t>
    </dgm:pt>
    <dgm:pt modelId="{543B3889-0B64-4376-915B-12AE9480DB50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 (a) </a:t>
          </a:r>
          <a:r>
            <a:rPr lang="en-IN" sz="3200" b="1" dirty="0">
              <a:solidFill>
                <a:srgbClr val="C00000"/>
              </a:solidFill>
            </a:rPr>
            <a:t>Everybody</a:t>
          </a:r>
          <a:r>
            <a:rPr lang="en-IN" sz="3200" b="1" dirty="0">
              <a:solidFill>
                <a:schemeClr val="tx1"/>
              </a:solidFill>
            </a:rPr>
            <a:t>/ (b) it must be admitted/ (c) has </a:t>
          </a:r>
          <a:r>
            <a:rPr lang="en-IN" sz="3200" b="1" strike="sngStrike" dirty="0">
              <a:solidFill>
                <a:srgbClr val="C00000"/>
              </a:solidFill>
            </a:rPr>
            <a:t>their</a:t>
          </a:r>
          <a:r>
            <a:rPr lang="en-IN" sz="3200" b="1" dirty="0">
              <a:solidFill>
                <a:schemeClr val="tx1"/>
              </a:solidFill>
            </a:rPr>
            <a:t> </a:t>
          </a:r>
          <a:r>
            <a:rPr lang="en-IN" sz="3200" b="1" dirty="0">
              <a:solidFill>
                <a:srgbClr val="C00000"/>
              </a:solidFill>
            </a:rPr>
            <a:t>his</a:t>
          </a:r>
          <a:r>
            <a:rPr lang="en-IN" sz="3200" b="1" dirty="0">
              <a:solidFill>
                <a:schemeClr val="tx1"/>
              </a:solidFill>
            </a:rPr>
            <a:t> ups and downs./ (d) No error</a:t>
          </a:r>
        </a:p>
      </dgm:t>
    </dgm:pt>
    <dgm:pt modelId="{82797C59-51DB-4C3D-ABE8-D79E7BF94F38}" type="parTrans" cxnId="{B8DE2766-E641-448D-869D-CD8EE882587B}">
      <dgm:prSet/>
      <dgm:spPr/>
      <dgm:t>
        <a:bodyPr/>
        <a:lstStyle/>
        <a:p>
          <a:endParaRPr lang="en-US"/>
        </a:p>
      </dgm:t>
    </dgm:pt>
    <dgm:pt modelId="{5F28A9A8-8703-4C34-A51B-BD4D8CCFB63F}" type="sibTrans" cxnId="{B8DE2766-E641-448D-869D-CD8EE882587B}">
      <dgm:prSet/>
      <dgm:spPr/>
      <dgm:t>
        <a:bodyPr/>
        <a:lstStyle/>
        <a:p>
          <a:endParaRPr lang="en-US"/>
        </a:p>
      </dgm:t>
    </dgm:pt>
    <dgm:pt modelId="{8C194E1E-E62B-4B74-B3FE-C98CC023E57E}" type="pres">
      <dgm:prSet presAssocID="{1EA8C8D0-7BCD-472E-A33A-6F4B03BDC80F}" presName="linear" presStyleCnt="0">
        <dgm:presLayoutVars>
          <dgm:dir/>
          <dgm:animLvl val="lvl"/>
          <dgm:resizeHandles val="exact"/>
        </dgm:presLayoutVars>
      </dgm:prSet>
      <dgm:spPr/>
    </dgm:pt>
    <dgm:pt modelId="{9FD1E242-16D4-4571-A4DE-3D3E174A9541}" type="pres">
      <dgm:prSet presAssocID="{12431D98-E8D2-406D-91DF-A1BBC93A4CD8}" presName="parentLin" presStyleCnt="0"/>
      <dgm:spPr/>
    </dgm:pt>
    <dgm:pt modelId="{83F868A8-2F9C-4394-82BE-064ABF630345}" type="pres">
      <dgm:prSet presAssocID="{12431D98-E8D2-406D-91DF-A1BBC93A4CD8}" presName="parentLeftMargin" presStyleLbl="node1" presStyleIdx="0" presStyleCnt="3"/>
      <dgm:spPr/>
    </dgm:pt>
    <dgm:pt modelId="{12370F24-7447-408E-8E72-8287C85094C1}" type="pres">
      <dgm:prSet presAssocID="{12431D98-E8D2-406D-91DF-A1BBC93A4CD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F6141A2-A14A-4528-874F-09B984A89BB5}" type="pres">
      <dgm:prSet presAssocID="{12431D98-E8D2-406D-91DF-A1BBC93A4CD8}" presName="negativeSpace" presStyleCnt="0"/>
      <dgm:spPr/>
    </dgm:pt>
    <dgm:pt modelId="{44A1F14F-4238-44E3-BADA-5C90CE982838}" type="pres">
      <dgm:prSet presAssocID="{12431D98-E8D2-406D-91DF-A1BBC93A4CD8}" presName="childText" presStyleLbl="conFgAcc1" presStyleIdx="0" presStyleCnt="3">
        <dgm:presLayoutVars>
          <dgm:bulletEnabled val="1"/>
        </dgm:presLayoutVars>
      </dgm:prSet>
      <dgm:spPr/>
    </dgm:pt>
    <dgm:pt modelId="{10388BB9-E133-4474-B193-A89414D21A6C}" type="pres">
      <dgm:prSet presAssocID="{71EE9CD0-3D4C-4F97-9F2B-1BAC56FB8AD6}" presName="spaceBetweenRectangles" presStyleCnt="0"/>
      <dgm:spPr/>
    </dgm:pt>
    <dgm:pt modelId="{411F1579-023D-4277-9726-1D054263190D}" type="pres">
      <dgm:prSet presAssocID="{A878264C-FF1E-41ED-B0C3-64B399362E6D}" presName="parentLin" presStyleCnt="0"/>
      <dgm:spPr/>
    </dgm:pt>
    <dgm:pt modelId="{C4303DCC-DE3C-4170-8951-5D0FC06316CC}" type="pres">
      <dgm:prSet presAssocID="{A878264C-FF1E-41ED-B0C3-64B399362E6D}" presName="parentLeftMargin" presStyleLbl="node1" presStyleIdx="0" presStyleCnt="3"/>
      <dgm:spPr/>
    </dgm:pt>
    <dgm:pt modelId="{3A978BBA-2543-410A-9BD0-3D6CCD82B84C}" type="pres">
      <dgm:prSet presAssocID="{A878264C-FF1E-41ED-B0C3-64B399362E6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AE8CBD-B61F-439C-A58C-A0B0BC0FBC87}" type="pres">
      <dgm:prSet presAssocID="{A878264C-FF1E-41ED-B0C3-64B399362E6D}" presName="negativeSpace" presStyleCnt="0"/>
      <dgm:spPr/>
    </dgm:pt>
    <dgm:pt modelId="{81E8B7B5-4914-4D09-B463-B2A7EEA0B1E8}" type="pres">
      <dgm:prSet presAssocID="{A878264C-FF1E-41ED-B0C3-64B399362E6D}" presName="childText" presStyleLbl="conFgAcc1" presStyleIdx="1" presStyleCnt="3">
        <dgm:presLayoutVars>
          <dgm:bulletEnabled val="1"/>
        </dgm:presLayoutVars>
      </dgm:prSet>
      <dgm:spPr/>
    </dgm:pt>
    <dgm:pt modelId="{099B0ED3-CAC4-4C4B-A7FA-E0D02B04D335}" type="pres">
      <dgm:prSet presAssocID="{B9432E4E-AFD9-4FC2-A176-02045828528C}" presName="spaceBetweenRectangles" presStyleCnt="0"/>
      <dgm:spPr/>
    </dgm:pt>
    <dgm:pt modelId="{40C36C2D-278B-4FD1-8E2F-627E88561423}" type="pres">
      <dgm:prSet presAssocID="{543B3889-0B64-4376-915B-12AE9480DB50}" presName="parentLin" presStyleCnt="0"/>
      <dgm:spPr/>
    </dgm:pt>
    <dgm:pt modelId="{2818BB0A-3E4F-4688-A0D7-0E2A41B5968F}" type="pres">
      <dgm:prSet presAssocID="{543B3889-0B64-4376-915B-12AE9480DB50}" presName="parentLeftMargin" presStyleLbl="node1" presStyleIdx="1" presStyleCnt="3"/>
      <dgm:spPr/>
    </dgm:pt>
    <dgm:pt modelId="{362214CB-E68B-469B-8F71-5E87C09BA4EC}" type="pres">
      <dgm:prSet presAssocID="{543B3889-0B64-4376-915B-12AE9480DB5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9724B1C-8878-404B-B59C-1B04FE87609B}" type="pres">
      <dgm:prSet presAssocID="{543B3889-0B64-4376-915B-12AE9480DB50}" presName="negativeSpace" presStyleCnt="0"/>
      <dgm:spPr/>
    </dgm:pt>
    <dgm:pt modelId="{0E59DF8D-5AA4-4F27-8BBE-AD34BB8BF88A}" type="pres">
      <dgm:prSet presAssocID="{543B3889-0B64-4376-915B-12AE9480DB5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6029102-D4F9-4B20-B1C7-68A75D460564}" srcId="{1EA8C8D0-7BCD-472E-A33A-6F4B03BDC80F}" destId="{A878264C-FF1E-41ED-B0C3-64B399362E6D}" srcOrd="1" destOrd="0" parTransId="{83948FB6-FBBA-48C9-9594-2111FE852A71}" sibTransId="{B9432E4E-AFD9-4FC2-A176-02045828528C}"/>
    <dgm:cxn modelId="{9B124A3C-F632-4E69-81FA-84474A006757}" srcId="{1EA8C8D0-7BCD-472E-A33A-6F4B03BDC80F}" destId="{12431D98-E8D2-406D-91DF-A1BBC93A4CD8}" srcOrd="0" destOrd="0" parTransId="{13EF8AC9-4BB5-4550-8453-38C7D6574B32}" sibTransId="{71EE9CD0-3D4C-4F97-9F2B-1BAC56FB8AD6}"/>
    <dgm:cxn modelId="{B8DE2766-E641-448D-869D-CD8EE882587B}" srcId="{1EA8C8D0-7BCD-472E-A33A-6F4B03BDC80F}" destId="{543B3889-0B64-4376-915B-12AE9480DB50}" srcOrd="2" destOrd="0" parTransId="{82797C59-51DB-4C3D-ABE8-D79E7BF94F38}" sibTransId="{5F28A9A8-8703-4C34-A51B-BD4D8CCFB63F}"/>
    <dgm:cxn modelId="{D3C2464F-F825-4B0E-98D9-16D778D9B6B8}" type="presOf" srcId="{12431D98-E8D2-406D-91DF-A1BBC93A4CD8}" destId="{12370F24-7447-408E-8E72-8287C85094C1}" srcOrd="1" destOrd="0" presId="urn:microsoft.com/office/officeart/2005/8/layout/list1"/>
    <dgm:cxn modelId="{0817BB58-8509-4B80-A6BC-874E7C4AE8A5}" type="presOf" srcId="{12431D98-E8D2-406D-91DF-A1BBC93A4CD8}" destId="{83F868A8-2F9C-4394-82BE-064ABF630345}" srcOrd="0" destOrd="0" presId="urn:microsoft.com/office/officeart/2005/8/layout/list1"/>
    <dgm:cxn modelId="{61FDAD8E-9113-4745-AEE9-CF672E031889}" type="presOf" srcId="{A878264C-FF1E-41ED-B0C3-64B399362E6D}" destId="{C4303DCC-DE3C-4170-8951-5D0FC06316CC}" srcOrd="0" destOrd="0" presId="urn:microsoft.com/office/officeart/2005/8/layout/list1"/>
    <dgm:cxn modelId="{D37008AA-452B-4415-BAC5-F140D51264B2}" type="presOf" srcId="{1EA8C8D0-7BCD-472E-A33A-6F4B03BDC80F}" destId="{8C194E1E-E62B-4B74-B3FE-C98CC023E57E}" srcOrd="0" destOrd="0" presId="urn:microsoft.com/office/officeart/2005/8/layout/list1"/>
    <dgm:cxn modelId="{915901AD-DB62-4FC0-A621-B46E274EA861}" type="presOf" srcId="{543B3889-0B64-4376-915B-12AE9480DB50}" destId="{2818BB0A-3E4F-4688-A0D7-0E2A41B5968F}" srcOrd="0" destOrd="0" presId="urn:microsoft.com/office/officeart/2005/8/layout/list1"/>
    <dgm:cxn modelId="{931329B7-FF9C-4A15-9D3F-0E40572DC55B}" type="presOf" srcId="{543B3889-0B64-4376-915B-12AE9480DB50}" destId="{362214CB-E68B-469B-8F71-5E87C09BA4EC}" srcOrd="1" destOrd="0" presId="urn:microsoft.com/office/officeart/2005/8/layout/list1"/>
    <dgm:cxn modelId="{7DB939C9-DE5C-424F-AAD1-4C89CD2420A6}" type="presOf" srcId="{A878264C-FF1E-41ED-B0C3-64B399362E6D}" destId="{3A978BBA-2543-410A-9BD0-3D6CCD82B84C}" srcOrd="1" destOrd="0" presId="urn:microsoft.com/office/officeart/2005/8/layout/list1"/>
    <dgm:cxn modelId="{8355E68A-92ED-4572-A034-514FE3F95B74}" type="presParOf" srcId="{8C194E1E-E62B-4B74-B3FE-C98CC023E57E}" destId="{9FD1E242-16D4-4571-A4DE-3D3E174A9541}" srcOrd="0" destOrd="0" presId="urn:microsoft.com/office/officeart/2005/8/layout/list1"/>
    <dgm:cxn modelId="{6FC3902E-40E0-428B-9C36-B033109E7995}" type="presParOf" srcId="{9FD1E242-16D4-4571-A4DE-3D3E174A9541}" destId="{83F868A8-2F9C-4394-82BE-064ABF630345}" srcOrd="0" destOrd="0" presId="urn:microsoft.com/office/officeart/2005/8/layout/list1"/>
    <dgm:cxn modelId="{C4FE9160-6FC2-4F67-AA24-8CC33033F059}" type="presParOf" srcId="{9FD1E242-16D4-4571-A4DE-3D3E174A9541}" destId="{12370F24-7447-408E-8E72-8287C85094C1}" srcOrd="1" destOrd="0" presId="urn:microsoft.com/office/officeart/2005/8/layout/list1"/>
    <dgm:cxn modelId="{80C99CD4-8180-435F-828C-7B8E476B16BD}" type="presParOf" srcId="{8C194E1E-E62B-4B74-B3FE-C98CC023E57E}" destId="{6F6141A2-A14A-4528-874F-09B984A89BB5}" srcOrd="1" destOrd="0" presId="urn:microsoft.com/office/officeart/2005/8/layout/list1"/>
    <dgm:cxn modelId="{DD8754AA-F65F-49C9-BA34-43C1811ACA45}" type="presParOf" srcId="{8C194E1E-E62B-4B74-B3FE-C98CC023E57E}" destId="{44A1F14F-4238-44E3-BADA-5C90CE982838}" srcOrd="2" destOrd="0" presId="urn:microsoft.com/office/officeart/2005/8/layout/list1"/>
    <dgm:cxn modelId="{E2E9D641-092A-4134-B1E2-4A52A0013B88}" type="presParOf" srcId="{8C194E1E-E62B-4B74-B3FE-C98CC023E57E}" destId="{10388BB9-E133-4474-B193-A89414D21A6C}" srcOrd="3" destOrd="0" presId="urn:microsoft.com/office/officeart/2005/8/layout/list1"/>
    <dgm:cxn modelId="{21089199-267E-4207-820F-2B55C1B65955}" type="presParOf" srcId="{8C194E1E-E62B-4B74-B3FE-C98CC023E57E}" destId="{411F1579-023D-4277-9726-1D054263190D}" srcOrd="4" destOrd="0" presId="urn:microsoft.com/office/officeart/2005/8/layout/list1"/>
    <dgm:cxn modelId="{B2BCD2ED-CD84-47E2-B2F3-36F24E1C5568}" type="presParOf" srcId="{411F1579-023D-4277-9726-1D054263190D}" destId="{C4303DCC-DE3C-4170-8951-5D0FC06316CC}" srcOrd="0" destOrd="0" presId="urn:microsoft.com/office/officeart/2005/8/layout/list1"/>
    <dgm:cxn modelId="{A95E1053-EC60-4570-9852-5CDB16DC6994}" type="presParOf" srcId="{411F1579-023D-4277-9726-1D054263190D}" destId="{3A978BBA-2543-410A-9BD0-3D6CCD82B84C}" srcOrd="1" destOrd="0" presId="urn:microsoft.com/office/officeart/2005/8/layout/list1"/>
    <dgm:cxn modelId="{201CA388-079A-4D13-8A3C-04888B479607}" type="presParOf" srcId="{8C194E1E-E62B-4B74-B3FE-C98CC023E57E}" destId="{D1AE8CBD-B61F-439C-A58C-A0B0BC0FBC87}" srcOrd="5" destOrd="0" presId="urn:microsoft.com/office/officeart/2005/8/layout/list1"/>
    <dgm:cxn modelId="{EBA3C9E6-8451-4405-BD75-837C9D6437FC}" type="presParOf" srcId="{8C194E1E-E62B-4B74-B3FE-C98CC023E57E}" destId="{81E8B7B5-4914-4D09-B463-B2A7EEA0B1E8}" srcOrd="6" destOrd="0" presId="urn:microsoft.com/office/officeart/2005/8/layout/list1"/>
    <dgm:cxn modelId="{B3D6ACD7-0980-4408-AFFA-FF4E6614ED0A}" type="presParOf" srcId="{8C194E1E-E62B-4B74-B3FE-C98CC023E57E}" destId="{099B0ED3-CAC4-4C4B-A7FA-E0D02B04D335}" srcOrd="7" destOrd="0" presId="urn:microsoft.com/office/officeart/2005/8/layout/list1"/>
    <dgm:cxn modelId="{E2248012-CA3F-47EA-83DE-4787082B34F8}" type="presParOf" srcId="{8C194E1E-E62B-4B74-B3FE-C98CC023E57E}" destId="{40C36C2D-278B-4FD1-8E2F-627E88561423}" srcOrd="8" destOrd="0" presId="urn:microsoft.com/office/officeart/2005/8/layout/list1"/>
    <dgm:cxn modelId="{C1FD0F30-7D13-48DE-8A51-171CBF35AC69}" type="presParOf" srcId="{40C36C2D-278B-4FD1-8E2F-627E88561423}" destId="{2818BB0A-3E4F-4688-A0D7-0E2A41B5968F}" srcOrd="0" destOrd="0" presId="urn:microsoft.com/office/officeart/2005/8/layout/list1"/>
    <dgm:cxn modelId="{10710A07-0390-47A1-9B9E-75CBB8457770}" type="presParOf" srcId="{40C36C2D-278B-4FD1-8E2F-627E88561423}" destId="{362214CB-E68B-469B-8F71-5E87C09BA4EC}" srcOrd="1" destOrd="0" presId="urn:microsoft.com/office/officeart/2005/8/layout/list1"/>
    <dgm:cxn modelId="{2F54A79F-F917-4A69-A286-35BB149ED09E}" type="presParOf" srcId="{8C194E1E-E62B-4B74-B3FE-C98CC023E57E}" destId="{E9724B1C-8878-404B-B59C-1B04FE87609B}" srcOrd="9" destOrd="0" presId="urn:microsoft.com/office/officeart/2005/8/layout/list1"/>
    <dgm:cxn modelId="{7E3AB71E-3973-42AA-9251-C3D7523B6439}" type="presParOf" srcId="{8C194E1E-E62B-4B74-B3FE-C98CC023E57E}" destId="{0E59DF8D-5AA4-4F27-8BBE-AD34BB8BF88A}" srcOrd="10" destOrd="0" presId="urn:microsoft.com/office/officeart/2005/8/layout/list1"/>
  </dgm:cxnLst>
  <dgm:bg>
    <a:solidFill>
      <a:schemeClr val="accent2">
        <a:lumMod val="40000"/>
        <a:lumOff val="6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B4CC26C-6F2E-489B-964A-4217CBE166A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2DDAF0-B8E4-4BA3-B8F9-7CBAA139790B}">
      <dgm:prSet phldrT="[Text]"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161. (a) Every woman in the world/ (b) fervently hopes that their child/ (c) will be a normal and healthy baby/ (d) No error</a:t>
          </a:r>
          <a:endParaRPr lang="en-US" sz="2800" b="1" dirty="0">
            <a:solidFill>
              <a:schemeClr val="tx1"/>
            </a:solidFill>
          </a:endParaRPr>
        </a:p>
      </dgm:t>
    </dgm:pt>
    <dgm:pt modelId="{C81799F4-DE08-4405-BC78-DC57FF6FF271}" type="parTrans" cxnId="{79073A2E-5E8B-4619-89CB-4C03DFB3F35E}">
      <dgm:prSet/>
      <dgm:spPr/>
      <dgm:t>
        <a:bodyPr/>
        <a:lstStyle/>
        <a:p>
          <a:endParaRPr lang="en-US"/>
        </a:p>
      </dgm:t>
    </dgm:pt>
    <dgm:pt modelId="{0749D5E4-086D-4EDC-85C0-C8A09E1A6AE2}" type="sibTrans" cxnId="{79073A2E-5E8B-4619-89CB-4C03DFB3F35E}">
      <dgm:prSet/>
      <dgm:spPr/>
      <dgm:t>
        <a:bodyPr/>
        <a:lstStyle/>
        <a:p>
          <a:endParaRPr lang="en-US"/>
        </a:p>
      </dgm:t>
    </dgm:pt>
    <dgm:pt modelId="{5B68D5D5-191C-4E61-B252-ACBC6AB87E93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162.(a) Neither of them/ (b) sent their papers/ (c) in time for the last seminar/ (d) No error</a:t>
          </a:r>
        </a:p>
      </dgm:t>
    </dgm:pt>
    <dgm:pt modelId="{E84A280C-2880-46CC-A609-E0F31AD26E04}" type="parTrans" cxnId="{FB56D472-FFF5-4A1B-9789-3C22B3E11C53}">
      <dgm:prSet/>
      <dgm:spPr/>
      <dgm:t>
        <a:bodyPr/>
        <a:lstStyle/>
        <a:p>
          <a:endParaRPr lang="en-US"/>
        </a:p>
      </dgm:t>
    </dgm:pt>
    <dgm:pt modelId="{24CDACB9-0DE2-4F57-81F9-006437FDD67D}" type="sibTrans" cxnId="{FB56D472-FFF5-4A1B-9789-3C22B3E11C53}">
      <dgm:prSet/>
      <dgm:spPr/>
      <dgm:t>
        <a:bodyPr/>
        <a:lstStyle/>
        <a:p>
          <a:endParaRPr lang="en-US"/>
        </a:p>
      </dgm:t>
    </dgm:pt>
    <dgm:pt modelId="{171007D2-3F32-42A0-A44A-1E98BFFB9392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163. (a) This is a strange world/ (b) where each one pursues their own golden bubble/ (c) and laughs at others for doing the same./ (d) No error</a:t>
          </a:r>
        </a:p>
      </dgm:t>
    </dgm:pt>
    <dgm:pt modelId="{AA75E806-84B8-4053-879B-E6AD6AA12338}" type="parTrans" cxnId="{AEDA5053-CE76-4344-B071-454EFF62DA34}">
      <dgm:prSet/>
      <dgm:spPr/>
      <dgm:t>
        <a:bodyPr/>
        <a:lstStyle/>
        <a:p>
          <a:endParaRPr lang="en-US"/>
        </a:p>
      </dgm:t>
    </dgm:pt>
    <dgm:pt modelId="{5C170BBC-C2C5-445F-979C-AE31D0EB0B3B}" type="sibTrans" cxnId="{AEDA5053-CE76-4344-B071-454EFF62DA34}">
      <dgm:prSet/>
      <dgm:spPr/>
      <dgm:t>
        <a:bodyPr/>
        <a:lstStyle/>
        <a:p>
          <a:endParaRPr lang="en-US"/>
        </a:p>
      </dgm:t>
    </dgm:pt>
    <dgm:pt modelId="{C8408F91-2636-497D-9DE4-5B3401923B0A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164. (a) If it were possible to get near when/ (b) one of the volcanic eruptions take place/ (c) we would see a grand sight./ (d) No error</a:t>
          </a:r>
        </a:p>
      </dgm:t>
    </dgm:pt>
    <dgm:pt modelId="{B6533A8D-D962-4728-ABB9-9529AD47990C}" type="parTrans" cxnId="{C1E7A396-A245-4969-BC8A-549C35005A49}">
      <dgm:prSet/>
      <dgm:spPr/>
      <dgm:t>
        <a:bodyPr/>
        <a:lstStyle/>
        <a:p>
          <a:endParaRPr lang="en-US"/>
        </a:p>
      </dgm:t>
    </dgm:pt>
    <dgm:pt modelId="{5E5AC90D-38BE-4B14-89BA-E254C6101270}" type="sibTrans" cxnId="{C1E7A396-A245-4969-BC8A-549C35005A49}">
      <dgm:prSet/>
      <dgm:spPr/>
      <dgm:t>
        <a:bodyPr/>
        <a:lstStyle/>
        <a:p>
          <a:endParaRPr lang="en-US"/>
        </a:p>
      </dgm:t>
    </dgm:pt>
    <dgm:pt modelId="{42EB1443-CC39-4AB1-805E-FA4CF11092E7}" type="pres">
      <dgm:prSet presAssocID="{FB4CC26C-6F2E-489B-964A-4217CBE166A1}" presName="linear" presStyleCnt="0">
        <dgm:presLayoutVars>
          <dgm:dir/>
          <dgm:animLvl val="lvl"/>
          <dgm:resizeHandles val="exact"/>
        </dgm:presLayoutVars>
      </dgm:prSet>
      <dgm:spPr/>
    </dgm:pt>
    <dgm:pt modelId="{605FB971-A90E-42E8-B82E-30AF826A7A10}" type="pres">
      <dgm:prSet presAssocID="{A42DDAF0-B8E4-4BA3-B8F9-7CBAA139790B}" presName="parentLin" presStyleCnt="0"/>
      <dgm:spPr/>
    </dgm:pt>
    <dgm:pt modelId="{959A49AF-72F4-442C-A664-CC0E6B7AB9E0}" type="pres">
      <dgm:prSet presAssocID="{A42DDAF0-B8E4-4BA3-B8F9-7CBAA139790B}" presName="parentLeftMargin" presStyleLbl="node1" presStyleIdx="0" presStyleCnt="4"/>
      <dgm:spPr/>
    </dgm:pt>
    <dgm:pt modelId="{90F3B4AF-B806-41A7-B874-92F8C6DC15EC}" type="pres">
      <dgm:prSet presAssocID="{A42DDAF0-B8E4-4BA3-B8F9-7CBAA139790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0C0F82A-F5E4-49EF-A16C-A7095112F983}" type="pres">
      <dgm:prSet presAssocID="{A42DDAF0-B8E4-4BA3-B8F9-7CBAA139790B}" presName="negativeSpace" presStyleCnt="0"/>
      <dgm:spPr/>
    </dgm:pt>
    <dgm:pt modelId="{5CDB68E2-B5CD-4158-A94B-72ED47C972BF}" type="pres">
      <dgm:prSet presAssocID="{A42DDAF0-B8E4-4BA3-B8F9-7CBAA139790B}" presName="childText" presStyleLbl="conFgAcc1" presStyleIdx="0" presStyleCnt="4">
        <dgm:presLayoutVars>
          <dgm:bulletEnabled val="1"/>
        </dgm:presLayoutVars>
      </dgm:prSet>
      <dgm:spPr/>
    </dgm:pt>
    <dgm:pt modelId="{7441AD21-6DFF-4126-989A-57FD93AD60B6}" type="pres">
      <dgm:prSet presAssocID="{0749D5E4-086D-4EDC-85C0-C8A09E1A6AE2}" presName="spaceBetweenRectangles" presStyleCnt="0"/>
      <dgm:spPr/>
    </dgm:pt>
    <dgm:pt modelId="{716D11DF-F1E3-4C4C-9DF9-8ED9326AE27A}" type="pres">
      <dgm:prSet presAssocID="{5B68D5D5-191C-4E61-B252-ACBC6AB87E93}" presName="parentLin" presStyleCnt="0"/>
      <dgm:spPr/>
    </dgm:pt>
    <dgm:pt modelId="{E17AA1C5-2ECF-467D-B5A6-914446606603}" type="pres">
      <dgm:prSet presAssocID="{5B68D5D5-191C-4E61-B252-ACBC6AB87E93}" presName="parentLeftMargin" presStyleLbl="node1" presStyleIdx="0" presStyleCnt="4"/>
      <dgm:spPr/>
    </dgm:pt>
    <dgm:pt modelId="{6A67B2F7-ACF9-4D1E-93C2-855DB34FD09D}" type="pres">
      <dgm:prSet presAssocID="{5B68D5D5-191C-4E61-B252-ACBC6AB87E9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DDBF8A7-B347-4D51-B435-DB1896E16400}" type="pres">
      <dgm:prSet presAssocID="{5B68D5D5-191C-4E61-B252-ACBC6AB87E93}" presName="negativeSpace" presStyleCnt="0"/>
      <dgm:spPr/>
    </dgm:pt>
    <dgm:pt modelId="{59E6AB23-78DC-4E1D-80DC-A94BC99B9CB5}" type="pres">
      <dgm:prSet presAssocID="{5B68D5D5-191C-4E61-B252-ACBC6AB87E93}" presName="childText" presStyleLbl="conFgAcc1" presStyleIdx="1" presStyleCnt="4">
        <dgm:presLayoutVars>
          <dgm:bulletEnabled val="1"/>
        </dgm:presLayoutVars>
      </dgm:prSet>
      <dgm:spPr/>
    </dgm:pt>
    <dgm:pt modelId="{92867D5A-54AF-4A6B-B929-03E118B0411F}" type="pres">
      <dgm:prSet presAssocID="{24CDACB9-0DE2-4F57-81F9-006437FDD67D}" presName="spaceBetweenRectangles" presStyleCnt="0"/>
      <dgm:spPr/>
    </dgm:pt>
    <dgm:pt modelId="{B393DD05-A9AB-4C00-9BA9-422774E2B9A7}" type="pres">
      <dgm:prSet presAssocID="{171007D2-3F32-42A0-A44A-1E98BFFB9392}" presName="parentLin" presStyleCnt="0"/>
      <dgm:spPr/>
    </dgm:pt>
    <dgm:pt modelId="{0A2E5A7D-82C1-4862-927B-FBEE147A4E0C}" type="pres">
      <dgm:prSet presAssocID="{171007D2-3F32-42A0-A44A-1E98BFFB9392}" presName="parentLeftMargin" presStyleLbl="node1" presStyleIdx="1" presStyleCnt="4"/>
      <dgm:spPr/>
    </dgm:pt>
    <dgm:pt modelId="{72F8AAFE-0D9C-4F71-B50F-2D665635DD7D}" type="pres">
      <dgm:prSet presAssocID="{171007D2-3F32-42A0-A44A-1E98BFFB939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5EC206D-4A45-4555-B4AA-DCD7B256D024}" type="pres">
      <dgm:prSet presAssocID="{171007D2-3F32-42A0-A44A-1E98BFFB9392}" presName="negativeSpace" presStyleCnt="0"/>
      <dgm:spPr/>
    </dgm:pt>
    <dgm:pt modelId="{4AEF4AD8-A4A7-427B-8F67-33BF1B5EF5A6}" type="pres">
      <dgm:prSet presAssocID="{171007D2-3F32-42A0-A44A-1E98BFFB9392}" presName="childText" presStyleLbl="conFgAcc1" presStyleIdx="2" presStyleCnt="4">
        <dgm:presLayoutVars>
          <dgm:bulletEnabled val="1"/>
        </dgm:presLayoutVars>
      </dgm:prSet>
      <dgm:spPr/>
    </dgm:pt>
    <dgm:pt modelId="{3EF5127D-151C-4D7B-9109-2A3C7527D3AC}" type="pres">
      <dgm:prSet presAssocID="{5C170BBC-C2C5-445F-979C-AE31D0EB0B3B}" presName="spaceBetweenRectangles" presStyleCnt="0"/>
      <dgm:spPr/>
    </dgm:pt>
    <dgm:pt modelId="{C1725AC8-BA78-4FE7-B7CB-DA64972A67DC}" type="pres">
      <dgm:prSet presAssocID="{C8408F91-2636-497D-9DE4-5B3401923B0A}" presName="parentLin" presStyleCnt="0"/>
      <dgm:spPr/>
    </dgm:pt>
    <dgm:pt modelId="{72C36F3C-9B55-4C49-AFC1-2564588569F4}" type="pres">
      <dgm:prSet presAssocID="{C8408F91-2636-497D-9DE4-5B3401923B0A}" presName="parentLeftMargin" presStyleLbl="node1" presStyleIdx="2" presStyleCnt="4"/>
      <dgm:spPr/>
    </dgm:pt>
    <dgm:pt modelId="{0650AD90-884C-4DF1-BDF1-4BF6E0678DEA}" type="pres">
      <dgm:prSet presAssocID="{C8408F91-2636-497D-9DE4-5B3401923B0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FCB64F4-DFAA-4FD3-A7B3-1C17A88D5CB3}" type="pres">
      <dgm:prSet presAssocID="{C8408F91-2636-497D-9DE4-5B3401923B0A}" presName="negativeSpace" presStyleCnt="0"/>
      <dgm:spPr/>
    </dgm:pt>
    <dgm:pt modelId="{E47516AB-7FD0-4A9E-B541-030FF7B8B9C0}" type="pres">
      <dgm:prSet presAssocID="{C8408F91-2636-497D-9DE4-5B3401923B0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9073A2E-5E8B-4619-89CB-4C03DFB3F35E}" srcId="{FB4CC26C-6F2E-489B-964A-4217CBE166A1}" destId="{A42DDAF0-B8E4-4BA3-B8F9-7CBAA139790B}" srcOrd="0" destOrd="0" parTransId="{C81799F4-DE08-4405-BC78-DC57FF6FF271}" sibTransId="{0749D5E4-086D-4EDC-85C0-C8A09E1A6AE2}"/>
    <dgm:cxn modelId="{C8995D61-9B47-4C37-B5F2-AEFE77F5D810}" type="presOf" srcId="{5B68D5D5-191C-4E61-B252-ACBC6AB87E93}" destId="{6A67B2F7-ACF9-4D1E-93C2-855DB34FD09D}" srcOrd="1" destOrd="0" presId="urn:microsoft.com/office/officeart/2005/8/layout/list1"/>
    <dgm:cxn modelId="{BEE7144B-9032-4A4F-B8DD-80C442EF7391}" type="presOf" srcId="{A42DDAF0-B8E4-4BA3-B8F9-7CBAA139790B}" destId="{90F3B4AF-B806-41A7-B874-92F8C6DC15EC}" srcOrd="1" destOrd="0" presId="urn:microsoft.com/office/officeart/2005/8/layout/list1"/>
    <dgm:cxn modelId="{FE4D6C70-73F2-4CEE-BB3C-305B8F4CFAA1}" type="presOf" srcId="{C8408F91-2636-497D-9DE4-5B3401923B0A}" destId="{72C36F3C-9B55-4C49-AFC1-2564588569F4}" srcOrd="0" destOrd="0" presId="urn:microsoft.com/office/officeart/2005/8/layout/list1"/>
    <dgm:cxn modelId="{6108FE70-6003-448B-8E11-CB9853FF91E7}" type="presOf" srcId="{C8408F91-2636-497D-9DE4-5B3401923B0A}" destId="{0650AD90-884C-4DF1-BDF1-4BF6E0678DEA}" srcOrd="1" destOrd="0" presId="urn:microsoft.com/office/officeart/2005/8/layout/list1"/>
    <dgm:cxn modelId="{FB56D472-FFF5-4A1B-9789-3C22B3E11C53}" srcId="{FB4CC26C-6F2E-489B-964A-4217CBE166A1}" destId="{5B68D5D5-191C-4E61-B252-ACBC6AB87E93}" srcOrd="1" destOrd="0" parTransId="{E84A280C-2880-46CC-A609-E0F31AD26E04}" sibTransId="{24CDACB9-0DE2-4F57-81F9-006437FDD67D}"/>
    <dgm:cxn modelId="{AEDA5053-CE76-4344-B071-454EFF62DA34}" srcId="{FB4CC26C-6F2E-489B-964A-4217CBE166A1}" destId="{171007D2-3F32-42A0-A44A-1E98BFFB9392}" srcOrd="2" destOrd="0" parTransId="{AA75E806-84B8-4053-879B-E6AD6AA12338}" sibTransId="{5C170BBC-C2C5-445F-979C-AE31D0EB0B3B}"/>
    <dgm:cxn modelId="{23741459-4451-4358-9D4A-E4F8D9A7CF0C}" type="presOf" srcId="{5B68D5D5-191C-4E61-B252-ACBC6AB87E93}" destId="{E17AA1C5-2ECF-467D-B5A6-914446606603}" srcOrd="0" destOrd="0" presId="urn:microsoft.com/office/officeart/2005/8/layout/list1"/>
    <dgm:cxn modelId="{C1E7A396-A245-4969-BC8A-549C35005A49}" srcId="{FB4CC26C-6F2E-489B-964A-4217CBE166A1}" destId="{C8408F91-2636-497D-9DE4-5B3401923B0A}" srcOrd="3" destOrd="0" parTransId="{B6533A8D-D962-4728-ABB9-9529AD47990C}" sibTransId="{5E5AC90D-38BE-4B14-89BA-E254C6101270}"/>
    <dgm:cxn modelId="{F3BA61B0-075A-4A9E-8891-83B7DBC1C224}" type="presOf" srcId="{FB4CC26C-6F2E-489B-964A-4217CBE166A1}" destId="{42EB1443-CC39-4AB1-805E-FA4CF11092E7}" srcOrd="0" destOrd="0" presId="urn:microsoft.com/office/officeart/2005/8/layout/list1"/>
    <dgm:cxn modelId="{6C262EB1-619F-4D56-B63A-1C9CACFB294A}" type="presOf" srcId="{171007D2-3F32-42A0-A44A-1E98BFFB9392}" destId="{72F8AAFE-0D9C-4F71-B50F-2D665635DD7D}" srcOrd="1" destOrd="0" presId="urn:microsoft.com/office/officeart/2005/8/layout/list1"/>
    <dgm:cxn modelId="{51718DBB-9CE1-48B5-B80C-83F36C7ADE88}" type="presOf" srcId="{171007D2-3F32-42A0-A44A-1E98BFFB9392}" destId="{0A2E5A7D-82C1-4862-927B-FBEE147A4E0C}" srcOrd="0" destOrd="0" presId="urn:microsoft.com/office/officeart/2005/8/layout/list1"/>
    <dgm:cxn modelId="{1D6A9BE6-B3A7-45B1-A787-F3B9174CD30E}" type="presOf" srcId="{A42DDAF0-B8E4-4BA3-B8F9-7CBAA139790B}" destId="{959A49AF-72F4-442C-A664-CC0E6B7AB9E0}" srcOrd="0" destOrd="0" presId="urn:microsoft.com/office/officeart/2005/8/layout/list1"/>
    <dgm:cxn modelId="{F55C5F3C-3140-4460-B5DA-36D9452F472C}" type="presParOf" srcId="{42EB1443-CC39-4AB1-805E-FA4CF11092E7}" destId="{605FB971-A90E-42E8-B82E-30AF826A7A10}" srcOrd="0" destOrd="0" presId="urn:microsoft.com/office/officeart/2005/8/layout/list1"/>
    <dgm:cxn modelId="{3E357BCF-C9A1-484E-888A-7991804E92DB}" type="presParOf" srcId="{605FB971-A90E-42E8-B82E-30AF826A7A10}" destId="{959A49AF-72F4-442C-A664-CC0E6B7AB9E0}" srcOrd="0" destOrd="0" presId="urn:microsoft.com/office/officeart/2005/8/layout/list1"/>
    <dgm:cxn modelId="{13A7BDE8-89B6-4E54-A573-7B678117319A}" type="presParOf" srcId="{605FB971-A90E-42E8-B82E-30AF826A7A10}" destId="{90F3B4AF-B806-41A7-B874-92F8C6DC15EC}" srcOrd="1" destOrd="0" presId="urn:microsoft.com/office/officeart/2005/8/layout/list1"/>
    <dgm:cxn modelId="{8B1F426E-E1BE-4293-AED6-12C92B8598B7}" type="presParOf" srcId="{42EB1443-CC39-4AB1-805E-FA4CF11092E7}" destId="{A0C0F82A-F5E4-49EF-A16C-A7095112F983}" srcOrd="1" destOrd="0" presId="urn:microsoft.com/office/officeart/2005/8/layout/list1"/>
    <dgm:cxn modelId="{DB8F2DEA-CC1E-4397-934F-832BC59BBC14}" type="presParOf" srcId="{42EB1443-CC39-4AB1-805E-FA4CF11092E7}" destId="{5CDB68E2-B5CD-4158-A94B-72ED47C972BF}" srcOrd="2" destOrd="0" presId="urn:microsoft.com/office/officeart/2005/8/layout/list1"/>
    <dgm:cxn modelId="{682721C4-D764-45E6-857F-EA07D691D1EA}" type="presParOf" srcId="{42EB1443-CC39-4AB1-805E-FA4CF11092E7}" destId="{7441AD21-6DFF-4126-989A-57FD93AD60B6}" srcOrd="3" destOrd="0" presId="urn:microsoft.com/office/officeart/2005/8/layout/list1"/>
    <dgm:cxn modelId="{A2172A0E-2124-47EF-AD82-6D0962EFB86A}" type="presParOf" srcId="{42EB1443-CC39-4AB1-805E-FA4CF11092E7}" destId="{716D11DF-F1E3-4C4C-9DF9-8ED9326AE27A}" srcOrd="4" destOrd="0" presId="urn:microsoft.com/office/officeart/2005/8/layout/list1"/>
    <dgm:cxn modelId="{8E2398B6-9E39-417D-A679-234C1058B36C}" type="presParOf" srcId="{716D11DF-F1E3-4C4C-9DF9-8ED9326AE27A}" destId="{E17AA1C5-2ECF-467D-B5A6-914446606603}" srcOrd="0" destOrd="0" presId="urn:microsoft.com/office/officeart/2005/8/layout/list1"/>
    <dgm:cxn modelId="{8CE565F9-3F3D-42D9-BDDF-788F9A7AE96B}" type="presParOf" srcId="{716D11DF-F1E3-4C4C-9DF9-8ED9326AE27A}" destId="{6A67B2F7-ACF9-4D1E-93C2-855DB34FD09D}" srcOrd="1" destOrd="0" presId="urn:microsoft.com/office/officeart/2005/8/layout/list1"/>
    <dgm:cxn modelId="{6EA554DE-4F3F-4C2F-84D2-44B8BC12EDC1}" type="presParOf" srcId="{42EB1443-CC39-4AB1-805E-FA4CF11092E7}" destId="{3DDBF8A7-B347-4D51-B435-DB1896E16400}" srcOrd="5" destOrd="0" presId="urn:microsoft.com/office/officeart/2005/8/layout/list1"/>
    <dgm:cxn modelId="{03481235-4C2F-48F6-A3A7-384174DB8797}" type="presParOf" srcId="{42EB1443-CC39-4AB1-805E-FA4CF11092E7}" destId="{59E6AB23-78DC-4E1D-80DC-A94BC99B9CB5}" srcOrd="6" destOrd="0" presId="urn:microsoft.com/office/officeart/2005/8/layout/list1"/>
    <dgm:cxn modelId="{3633F275-7792-41CA-9B76-5CFC150CB5EA}" type="presParOf" srcId="{42EB1443-CC39-4AB1-805E-FA4CF11092E7}" destId="{92867D5A-54AF-4A6B-B929-03E118B0411F}" srcOrd="7" destOrd="0" presId="urn:microsoft.com/office/officeart/2005/8/layout/list1"/>
    <dgm:cxn modelId="{1D6A3CBE-E807-42B6-984A-E0FBA6DF9D70}" type="presParOf" srcId="{42EB1443-CC39-4AB1-805E-FA4CF11092E7}" destId="{B393DD05-A9AB-4C00-9BA9-422774E2B9A7}" srcOrd="8" destOrd="0" presId="urn:microsoft.com/office/officeart/2005/8/layout/list1"/>
    <dgm:cxn modelId="{FAA84CE4-E01F-41A6-8AC4-F54BE0180982}" type="presParOf" srcId="{B393DD05-A9AB-4C00-9BA9-422774E2B9A7}" destId="{0A2E5A7D-82C1-4862-927B-FBEE147A4E0C}" srcOrd="0" destOrd="0" presId="urn:microsoft.com/office/officeart/2005/8/layout/list1"/>
    <dgm:cxn modelId="{E40F2547-09F3-4554-922F-EF573B56BE95}" type="presParOf" srcId="{B393DD05-A9AB-4C00-9BA9-422774E2B9A7}" destId="{72F8AAFE-0D9C-4F71-B50F-2D665635DD7D}" srcOrd="1" destOrd="0" presId="urn:microsoft.com/office/officeart/2005/8/layout/list1"/>
    <dgm:cxn modelId="{3EB61750-3100-49DA-97A4-FAE5CC8F270A}" type="presParOf" srcId="{42EB1443-CC39-4AB1-805E-FA4CF11092E7}" destId="{35EC206D-4A45-4555-B4AA-DCD7B256D024}" srcOrd="9" destOrd="0" presId="urn:microsoft.com/office/officeart/2005/8/layout/list1"/>
    <dgm:cxn modelId="{2B911996-37A8-4CEC-86BC-E6FFBDA8114A}" type="presParOf" srcId="{42EB1443-CC39-4AB1-805E-FA4CF11092E7}" destId="{4AEF4AD8-A4A7-427B-8F67-33BF1B5EF5A6}" srcOrd="10" destOrd="0" presId="urn:microsoft.com/office/officeart/2005/8/layout/list1"/>
    <dgm:cxn modelId="{0FB856F1-D400-4E28-8A3E-C0E0D89050BC}" type="presParOf" srcId="{42EB1443-CC39-4AB1-805E-FA4CF11092E7}" destId="{3EF5127D-151C-4D7B-9109-2A3C7527D3AC}" srcOrd="11" destOrd="0" presId="urn:microsoft.com/office/officeart/2005/8/layout/list1"/>
    <dgm:cxn modelId="{2296BF95-B47E-4350-A785-9945F7130BCF}" type="presParOf" srcId="{42EB1443-CC39-4AB1-805E-FA4CF11092E7}" destId="{C1725AC8-BA78-4FE7-B7CB-DA64972A67DC}" srcOrd="12" destOrd="0" presId="urn:microsoft.com/office/officeart/2005/8/layout/list1"/>
    <dgm:cxn modelId="{BD64E602-60EA-46A2-BBED-7BA219EB4362}" type="presParOf" srcId="{C1725AC8-BA78-4FE7-B7CB-DA64972A67DC}" destId="{72C36F3C-9B55-4C49-AFC1-2564588569F4}" srcOrd="0" destOrd="0" presId="urn:microsoft.com/office/officeart/2005/8/layout/list1"/>
    <dgm:cxn modelId="{D1393950-B24D-4D27-9299-8FFFFB824596}" type="presParOf" srcId="{C1725AC8-BA78-4FE7-B7CB-DA64972A67DC}" destId="{0650AD90-884C-4DF1-BDF1-4BF6E0678DEA}" srcOrd="1" destOrd="0" presId="urn:microsoft.com/office/officeart/2005/8/layout/list1"/>
    <dgm:cxn modelId="{26C8BB92-6D6B-4DD3-BAF6-6D5D2B9D7D45}" type="presParOf" srcId="{42EB1443-CC39-4AB1-805E-FA4CF11092E7}" destId="{3FCB64F4-DFAA-4FD3-A7B3-1C17A88D5CB3}" srcOrd="13" destOrd="0" presId="urn:microsoft.com/office/officeart/2005/8/layout/list1"/>
    <dgm:cxn modelId="{8C86F0D0-0F10-4AD8-A17A-75773981CD91}" type="presParOf" srcId="{42EB1443-CC39-4AB1-805E-FA4CF11092E7}" destId="{E47516AB-7FD0-4A9E-B541-030FF7B8B9C0}" srcOrd="14" destOrd="0" presId="urn:microsoft.com/office/officeart/2005/8/layout/list1"/>
  </dgm:cxnLst>
  <dgm:bg>
    <a:solidFill>
      <a:schemeClr val="accent6">
        <a:lumMod val="60000"/>
        <a:lumOff val="4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B4CC26C-6F2E-489B-964A-4217CBE166A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2DDAF0-B8E4-4BA3-B8F9-7CBAA139790B}">
      <dgm:prSet phldrT="[Text]"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 (a) </a:t>
          </a:r>
          <a:r>
            <a:rPr lang="en-IN" sz="2800" b="1" dirty="0">
              <a:solidFill>
                <a:srgbClr val="C00000"/>
              </a:solidFill>
            </a:rPr>
            <a:t>Every woman </a:t>
          </a:r>
          <a:r>
            <a:rPr lang="en-IN" sz="2800" b="1" dirty="0">
              <a:solidFill>
                <a:schemeClr val="tx1"/>
              </a:solidFill>
            </a:rPr>
            <a:t>in the world/ (b) fervently hopes that </a:t>
          </a:r>
          <a:r>
            <a:rPr lang="en-IN" sz="2800" b="1" strike="sngStrike" dirty="0">
              <a:solidFill>
                <a:srgbClr val="C00000"/>
              </a:solidFill>
            </a:rPr>
            <a:t>their</a:t>
          </a:r>
          <a:r>
            <a:rPr lang="en-IN" sz="2800" b="1" dirty="0">
              <a:solidFill>
                <a:schemeClr val="tx1"/>
              </a:solidFill>
            </a:rPr>
            <a:t> </a:t>
          </a:r>
          <a:r>
            <a:rPr lang="en-IN" sz="2800" b="1" dirty="0">
              <a:solidFill>
                <a:srgbClr val="C00000"/>
              </a:solidFill>
            </a:rPr>
            <a:t>her </a:t>
          </a:r>
          <a:r>
            <a:rPr lang="en-IN" sz="2800" b="1" dirty="0">
              <a:solidFill>
                <a:schemeClr val="tx1"/>
              </a:solidFill>
            </a:rPr>
            <a:t>child/ (c) will be a normal and healthy baby/ (d) No error </a:t>
          </a:r>
          <a:r>
            <a:rPr lang="en-IN" sz="2800" b="1" dirty="0">
              <a:solidFill>
                <a:srgbClr val="C00000"/>
              </a:solidFill>
            </a:rPr>
            <a:t>(Pronoun)</a:t>
          </a:r>
          <a:endParaRPr lang="en-US" sz="2800" b="1" dirty="0">
            <a:solidFill>
              <a:srgbClr val="C00000"/>
            </a:solidFill>
          </a:endParaRPr>
        </a:p>
      </dgm:t>
    </dgm:pt>
    <dgm:pt modelId="{C81799F4-DE08-4405-BC78-DC57FF6FF271}" type="parTrans" cxnId="{79073A2E-5E8B-4619-89CB-4C03DFB3F35E}">
      <dgm:prSet/>
      <dgm:spPr/>
      <dgm:t>
        <a:bodyPr/>
        <a:lstStyle/>
        <a:p>
          <a:endParaRPr lang="en-US"/>
        </a:p>
      </dgm:t>
    </dgm:pt>
    <dgm:pt modelId="{0749D5E4-086D-4EDC-85C0-C8A09E1A6AE2}" type="sibTrans" cxnId="{79073A2E-5E8B-4619-89CB-4C03DFB3F35E}">
      <dgm:prSet/>
      <dgm:spPr/>
      <dgm:t>
        <a:bodyPr/>
        <a:lstStyle/>
        <a:p>
          <a:endParaRPr lang="en-US"/>
        </a:p>
      </dgm:t>
    </dgm:pt>
    <dgm:pt modelId="{5B68D5D5-191C-4E61-B252-ACBC6AB87E93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 (a) </a:t>
          </a:r>
          <a:r>
            <a:rPr lang="en-IN" sz="2800" b="1" dirty="0">
              <a:solidFill>
                <a:srgbClr val="C00000"/>
              </a:solidFill>
            </a:rPr>
            <a:t>Neither </a:t>
          </a:r>
          <a:r>
            <a:rPr lang="en-IN" sz="2800" b="1" dirty="0">
              <a:solidFill>
                <a:schemeClr val="tx1"/>
              </a:solidFill>
            </a:rPr>
            <a:t>of them/ (b) sent </a:t>
          </a:r>
          <a:r>
            <a:rPr lang="en-IN" sz="2800" b="1" dirty="0">
              <a:solidFill>
                <a:srgbClr val="C00000"/>
              </a:solidFill>
            </a:rPr>
            <a:t>his</a:t>
          </a:r>
          <a:r>
            <a:rPr lang="en-IN" sz="2800" b="1" dirty="0">
              <a:solidFill>
                <a:schemeClr val="tx1"/>
              </a:solidFill>
            </a:rPr>
            <a:t>  </a:t>
          </a:r>
          <a:r>
            <a:rPr lang="en-IN" sz="2800" b="1" strike="sngStrike" dirty="0">
              <a:solidFill>
                <a:srgbClr val="C00000"/>
              </a:solidFill>
            </a:rPr>
            <a:t>their </a:t>
          </a:r>
          <a:r>
            <a:rPr lang="en-IN" sz="2800" b="1" dirty="0">
              <a:solidFill>
                <a:schemeClr val="tx1"/>
              </a:solidFill>
            </a:rPr>
            <a:t>papers/ (c) in time for the last seminar/ (d) No error</a:t>
          </a:r>
        </a:p>
      </dgm:t>
    </dgm:pt>
    <dgm:pt modelId="{E84A280C-2880-46CC-A609-E0F31AD26E04}" type="parTrans" cxnId="{FB56D472-FFF5-4A1B-9789-3C22B3E11C53}">
      <dgm:prSet/>
      <dgm:spPr/>
      <dgm:t>
        <a:bodyPr/>
        <a:lstStyle/>
        <a:p>
          <a:endParaRPr lang="en-US"/>
        </a:p>
      </dgm:t>
    </dgm:pt>
    <dgm:pt modelId="{24CDACB9-0DE2-4F57-81F9-006437FDD67D}" type="sibTrans" cxnId="{FB56D472-FFF5-4A1B-9789-3C22B3E11C53}">
      <dgm:prSet/>
      <dgm:spPr/>
      <dgm:t>
        <a:bodyPr/>
        <a:lstStyle/>
        <a:p>
          <a:endParaRPr lang="en-US"/>
        </a:p>
      </dgm:t>
    </dgm:pt>
    <dgm:pt modelId="{171007D2-3F32-42A0-A44A-1E98BFFB9392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 (a) This is a strange world/ (b) where </a:t>
          </a:r>
          <a:r>
            <a:rPr lang="en-IN" sz="2800" b="1" dirty="0">
              <a:solidFill>
                <a:srgbClr val="C00000"/>
              </a:solidFill>
            </a:rPr>
            <a:t>each one </a:t>
          </a:r>
          <a:r>
            <a:rPr lang="en-IN" sz="2800" b="1" dirty="0">
              <a:solidFill>
                <a:schemeClr val="tx1"/>
              </a:solidFill>
            </a:rPr>
            <a:t>pursues </a:t>
          </a:r>
          <a:r>
            <a:rPr lang="en-IN" sz="2800" b="1" strike="sngStrike" dirty="0">
              <a:solidFill>
                <a:srgbClr val="C00000"/>
              </a:solidFill>
            </a:rPr>
            <a:t>their</a:t>
          </a:r>
          <a:r>
            <a:rPr lang="en-IN" sz="2800" b="1" dirty="0">
              <a:solidFill>
                <a:schemeClr val="tx1"/>
              </a:solidFill>
            </a:rPr>
            <a:t> </a:t>
          </a:r>
          <a:r>
            <a:rPr lang="en-IN" sz="2800" b="1" dirty="0">
              <a:solidFill>
                <a:srgbClr val="C00000"/>
              </a:solidFill>
            </a:rPr>
            <a:t>his</a:t>
          </a:r>
          <a:r>
            <a:rPr lang="en-IN" sz="2800" b="1" dirty="0">
              <a:solidFill>
                <a:schemeClr val="tx1"/>
              </a:solidFill>
            </a:rPr>
            <a:t> own golden bubble/ (c) and laughs at others for doing the same./ (d) No error</a:t>
          </a:r>
        </a:p>
      </dgm:t>
    </dgm:pt>
    <dgm:pt modelId="{AA75E806-84B8-4053-879B-E6AD6AA12338}" type="parTrans" cxnId="{AEDA5053-CE76-4344-B071-454EFF62DA34}">
      <dgm:prSet/>
      <dgm:spPr/>
      <dgm:t>
        <a:bodyPr/>
        <a:lstStyle/>
        <a:p>
          <a:endParaRPr lang="en-US"/>
        </a:p>
      </dgm:t>
    </dgm:pt>
    <dgm:pt modelId="{5C170BBC-C2C5-445F-979C-AE31D0EB0B3B}" type="sibTrans" cxnId="{AEDA5053-CE76-4344-B071-454EFF62DA34}">
      <dgm:prSet/>
      <dgm:spPr/>
      <dgm:t>
        <a:bodyPr/>
        <a:lstStyle/>
        <a:p>
          <a:endParaRPr lang="en-US"/>
        </a:p>
      </dgm:t>
    </dgm:pt>
    <dgm:pt modelId="{C8408F91-2636-497D-9DE4-5B3401923B0A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 (a) If it were possible to get near when/ (b) </a:t>
          </a:r>
          <a:r>
            <a:rPr lang="en-IN" sz="2800" b="1" dirty="0">
              <a:solidFill>
                <a:srgbClr val="C00000"/>
              </a:solidFill>
            </a:rPr>
            <a:t>one</a:t>
          </a:r>
          <a:r>
            <a:rPr lang="en-IN" sz="2800" b="1" dirty="0">
              <a:solidFill>
                <a:schemeClr val="tx1"/>
              </a:solidFill>
            </a:rPr>
            <a:t> of the volcanic eruptions</a:t>
          </a:r>
          <a:r>
            <a:rPr lang="en-IN" sz="2800" b="1" strike="sngStrike" dirty="0">
              <a:solidFill>
                <a:srgbClr val="C00000"/>
              </a:solidFill>
            </a:rPr>
            <a:t> take </a:t>
          </a:r>
          <a:r>
            <a:rPr lang="en-IN" sz="2800" b="1" strike="noStrike" dirty="0">
              <a:solidFill>
                <a:srgbClr val="C00000"/>
              </a:solidFill>
            </a:rPr>
            <a:t> takes </a:t>
          </a:r>
          <a:r>
            <a:rPr lang="en-IN" sz="2800" b="1" dirty="0">
              <a:solidFill>
                <a:schemeClr val="tx1"/>
              </a:solidFill>
            </a:rPr>
            <a:t>place/ (c) we would see a grand sight./ (d) No error</a:t>
          </a:r>
        </a:p>
      </dgm:t>
    </dgm:pt>
    <dgm:pt modelId="{B6533A8D-D962-4728-ABB9-9529AD47990C}" type="parTrans" cxnId="{C1E7A396-A245-4969-BC8A-549C35005A49}">
      <dgm:prSet/>
      <dgm:spPr/>
      <dgm:t>
        <a:bodyPr/>
        <a:lstStyle/>
        <a:p>
          <a:endParaRPr lang="en-US"/>
        </a:p>
      </dgm:t>
    </dgm:pt>
    <dgm:pt modelId="{5E5AC90D-38BE-4B14-89BA-E254C6101270}" type="sibTrans" cxnId="{C1E7A396-A245-4969-BC8A-549C35005A49}">
      <dgm:prSet/>
      <dgm:spPr/>
      <dgm:t>
        <a:bodyPr/>
        <a:lstStyle/>
        <a:p>
          <a:endParaRPr lang="en-US"/>
        </a:p>
      </dgm:t>
    </dgm:pt>
    <dgm:pt modelId="{42EB1443-CC39-4AB1-805E-FA4CF11092E7}" type="pres">
      <dgm:prSet presAssocID="{FB4CC26C-6F2E-489B-964A-4217CBE166A1}" presName="linear" presStyleCnt="0">
        <dgm:presLayoutVars>
          <dgm:dir/>
          <dgm:animLvl val="lvl"/>
          <dgm:resizeHandles val="exact"/>
        </dgm:presLayoutVars>
      </dgm:prSet>
      <dgm:spPr/>
    </dgm:pt>
    <dgm:pt modelId="{605FB971-A90E-42E8-B82E-30AF826A7A10}" type="pres">
      <dgm:prSet presAssocID="{A42DDAF0-B8E4-4BA3-B8F9-7CBAA139790B}" presName="parentLin" presStyleCnt="0"/>
      <dgm:spPr/>
    </dgm:pt>
    <dgm:pt modelId="{959A49AF-72F4-442C-A664-CC0E6B7AB9E0}" type="pres">
      <dgm:prSet presAssocID="{A42DDAF0-B8E4-4BA3-B8F9-7CBAA139790B}" presName="parentLeftMargin" presStyleLbl="node1" presStyleIdx="0" presStyleCnt="4"/>
      <dgm:spPr/>
    </dgm:pt>
    <dgm:pt modelId="{90F3B4AF-B806-41A7-B874-92F8C6DC15EC}" type="pres">
      <dgm:prSet presAssocID="{A42DDAF0-B8E4-4BA3-B8F9-7CBAA139790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0C0F82A-F5E4-49EF-A16C-A7095112F983}" type="pres">
      <dgm:prSet presAssocID="{A42DDAF0-B8E4-4BA3-B8F9-7CBAA139790B}" presName="negativeSpace" presStyleCnt="0"/>
      <dgm:spPr/>
    </dgm:pt>
    <dgm:pt modelId="{5CDB68E2-B5CD-4158-A94B-72ED47C972BF}" type="pres">
      <dgm:prSet presAssocID="{A42DDAF0-B8E4-4BA3-B8F9-7CBAA139790B}" presName="childText" presStyleLbl="conFgAcc1" presStyleIdx="0" presStyleCnt="4">
        <dgm:presLayoutVars>
          <dgm:bulletEnabled val="1"/>
        </dgm:presLayoutVars>
      </dgm:prSet>
      <dgm:spPr/>
    </dgm:pt>
    <dgm:pt modelId="{7441AD21-6DFF-4126-989A-57FD93AD60B6}" type="pres">
      <dgm:prSet presAssocID="{0749D5E4-086D-4EDC-85C0-C8A09E1A6AE2}" presName="spaceBetweenRectangles" presStyleCnt="0"/>
      <dgm:spPr/>
    </dgm:pt>
    <dgm:pt modelId="{716D11DF-F1E3-4C4C-9DF9-8ED9326AE27A}" type="pres">
      <dgm:prSet presAssocID="{5B68D5D5-191C-4E61-B252-ACBC6AB87E93}" presName="parentLin" presStyleCnt="0"/>
      <dgm:spPr/>
    </dgm:pt>
    <dgm:pt modelId="{E17AA1C5-2ECF-467D-B5A6-914446606603}" type="pres">
      <dgm:prSet presAssocID="{5B68D5D5-191C-4E61-B252-ACBC6AB87E93}" presName="parentLeftMargin" presStyleLbl="node1" presStyleIdx="0" presStyleCnt="4"/>
      <dgm:spPr/>
    </dgm:pt>
    <dgm:pt modelId="{6A67B2F7-ACF9-4D1E-93C2-855DB34FD09D}" type="pres">
      <dgm:prSet presAssocID="{5B68D5D5-191C-4E61-B252-ACBC6AB87E9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DDBF8A7-B347-4D51-B435-DB1896E16400}" type="pres">
      <dgm:prSet presAssocID="{5B68D5D5-191C-4E61-B252-ACBC6AB87E93}" presName="negativeSpace" presStyleCnt="0"/>
      <dgm:spPr/>
    </dgm:pt>
    <dgm:pt modelId="{59E6AB23-78DC-4E1D-80DC-A94BC99B9CB5}" type="pres">
      <dgm:prSet presAssocID="{5B68D5D5-191C-4E61-B252-ACBC6AB87E93}" presName="childText" presStyleLbl="conFgAcc1" presStyleIdx="1" presStyleCnt="4">
        <dgm:presLayoutVars>
          <dgm:bulletEnabled val="1"/>
        </dgm:presLayoutVars>
      </dgm:prSet>
      <dgm:spPr/>
    </dgm:pt>
    <dgm:pt modelId="{92867D5A-54AF-4A6B-B929-03E118B0411F}" type="pres">
      <dgm:prSet presAssocID="{24CDACB9-0DE2-4F57-81F9-006437FDD67D}" presName="spaceBetweenRectangles" presStyleCnt="0"/>
      <dgm:spPr/>
    </dgm:pt>
    <dgm:pt modelId="{B393DD05-A9AB-4C00-9BA9-422774E2B9A7}" type="pres">
      <dgm:prSet presAssocID="{171007D2-3F32-42A0-A44A-1E98BFFB9392}" presName="parentLin" presStyleCnt="0"/>
      <dgm:spPr/>
    </dgm:pt>
    <dgm:pt modelId="{0A2E5A7D-82C1-4862-927B-FBEE147A4E0C}" type="pres">
      <dgm:prSet presAssocID="{171007D2-3F32-42A0-A44A-1E98BFFB9392}" presName="parentLeftMargin" presStyleLbl="node1" presStyleIdx="1" presStyleCnt="4"/>
      <dgm:spPr/>
    </dgm:pt>
    <dgm:pt modelId="{72F8AAFE-0D9C-4F71-B50F-2D665635DD7D}" type="pres">
      <dgm:prSet presAssocID="{171007D2-3F32-42A0-A44A-1E98BFFB939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5EC206D-4A45-4555-B4AA-DCD7B256D024}" type="pres">
      <dgm:prSet presAssocID="{171007D2-3F32-42A0-A44A-1E98BFFB9392}" presName="negativeSpace" presStyleCnt="0"/>
      <dgm:spPr/>
    </dgm:pt>
    <dgm:pt modelId="{4AEF4AD8-A4A7-427B-8F67-33BF1B5EF5A6}" type="pres">
      <dgm:prSet presAssocID="{171007D2-3F32-42A0-A44A-1E98BFFB9392}" presName="childText" presStyleLbl="conFgAcc1" presStyleIdx="2" presStyleCnt="4">
        <dgm:presLayoutVars>
          <dgm:bulletEnabled val="1"/>
        </dgm:presLayoutVars>
      </dgm:prSet>
      <dgm:spPr/>
    </dgm:pt>
    <dgm:pt modelId="{3EF5127D-151C-4D7B-9109-2A3C7527D3AC}" type="pres">
      <dgm:prSet presAssocID="{5C170BBC-C2C5-445F-979C-AE31D0EB0B3B}" presName="spaceBetweenRectangles" presStyleCnt="0"/>
      <dgm:spPr/>
    </dgm:pt>
    <dgm:pt modelId="{C1725AC8-BA78-4FE7-B7CB-DA64972A67DC}" type="pres">
      <dgm:prSet presAssocID="{C8408F91-2636-497D-9DE4-5B3401923B0A}" presName="parentLin" presStyleCnt="0"/>
      <dgm:spPr/>
    </dgm:pt>
    <dgm:pt modelId="{72C36F3C-9B55-4C49-AFC1-2564588569F4}" type="pres">
      <dgm:prSet presAssocID="{C8408F91-2636-497D-9DE4-5B3401923B0A}" presName="parentLeftMargin" presStyleLbl="node1" presStyleIdx="2" presStyleCnt="4"/>
      <dgm:spPr/>
    </dgm:pt>
    <dgm:pt modelId="{0650AD90-884C-4DF1-BDF1-4BF6E0678DEA}" type="pres">
      <dgm:prSet presAssocID="{C8408F91-2636-497D-9DE4-5B3401923B0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FCB64F4-DFAA-4FD3-A7B3-1C17A88D5CB3}" type="pres">
      <dgm:prSet presAssocID="{C8408F91-2636-497D-9DE4-5B3401923B0A}" presName="negativeSpace" presStyleCnt="0"/>
      <dgm:spPr/>
    </dgm:pt>
    <dgm:pt modelId="{E47516AB-7FD0-4A9E-B541-030FF7B8B9C0}" type="pres">
      <dgm:prSet presAssocID="{C8408F91-2636-497D-9DE4-5B3401923B0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9073A2E-5E8B-4619-89CB-4C03DFB3F35E}" srcId="{FB4CC26C-6F2E-489B-964A-4217CBE166A1}" destId="{A42DDAF0-B8E4-4BA3-B8F9-7CBAA139790B}" srcOrd="0" destOrd="0" parTransId="{C81799F4-DE08-4405-BC78-DC57FF6FF271}" sibTransId="{0749D5E4-086D-4EDC-85C0-C8A09E1A6AE2}"/>
    <dgm:cxn modelId="{C8995D61-9B47-4C37-B5F2-AEFE77F5D810}" type="presOf" srcId="{5B68D5D5-191C-4E61-B252-ACBC6AB87E93}" destId="{6A67B2F7-ACF9-4D1E-93C2-855DB34FD09D}" srcOrd="1" destOrd="0" presId="urn:microsoft.com/office/officeart/2005/8/layout/list1"/>
    <dgm:cxn modelId="{BEE7144B-9032-4A4F-B8DD-80C442EF7391}" type="presOf" srcId="{A42DDAF0-B8E4-4BA3-B8F9-7CBAA139790B}" destId="{90F3B4AF-B806-41A7-B874-92F8C6DC15EC}" srcOrd="1" destOrd="0" presId="urn:microsoft.com/office/officeart/2005/8/layout/list1"/>
    <dgm:cxn modelId="{FE4D6C70-73F2-4CEE-BB3C-305B8F4CFAA1}" type="presOf" srcId="{C8408F91-2636-497D-9DE4-5B3401923B0A}" destId="{72C36F3C-9B55-4C49-AFC1-2564588569F4}" srcOrd="0" destOrd="0" presId="urn:microsoft.com/office/officeart/2005/8/layout/list1"/>
    <dgm:cxn modelId="{6108FE70-6003-448B-8E11-CB9853FF91E7}" type="presOf" srcId="{C8408F91-2636-497D-9DE4-5B3401923B0A}" destId="{0650AD90-884C-4DF1-BDF1-4BF6E0678DEA}" srcOrd="1" destOrd="0" presId="urn:microsoft.com/office/officeart/2005/8/layout/list1"/>
    <dgm:cxn modelId="{FB56D472-FFF5-4A1B-9789-3C22B3E11C53}" srcId="{FB4CC26C-6F2E-489B-964A-4217CBE166A1}" destId="{5B68D5D5-191C-4E61-B252-ACBC6AB87E93}" srcOrd="1" destOrd="0" parTransId="{E84A280C-2880-46CC-A609-E0F31AD26E04}" sibTransId="{24CDACB9-0DE2-4F57-81F9-006437FDD67D}"/>
    <dgm:cxn modelId="{AEDA5053-CE76-4344-B071-454EFF62DA34}" srcId="{FB4CC26C-6F2E-489B-964A-4217CBE166A1}" destId="{171007D2-3F32-42A0-A44A-1E98BFFB9392}" srcOrd="2" destOrd="0" parTransId="{AA75E806-84B8-4053-879B-E6AD6AA12338}" sibTransId="{5C170BBC-C2C5-445F-979C-AE31D0EB0B3B}"/>
    <dgm:cxn modelId="{23741459-4451-4358-9D4A-E4F8D9A7CF0C}" type="presOf" srcId="{5B68D5D5-191C-4E61-B252-ACBC6AB87E93}" destId="{E17AA1C5-2ECF-467D-B5A6-914446606603}" srcOrd="0" destOrd="0" presId="urn:microsoft.com/office/officeart/2005/8/layout/list1"/>
    <dgm:cxn modelId="{C1E7A396-A245-4969-BC8A-549C35005A49}" srcId="{FB4CC26C-6F2E-489B-964A-4217CBE166A1}" destId="{C8408F91-2636-497D-9DE4-5B3401923B0A}" srcOrd="3" destOrd="0" parTransId="{B6533A8D-D962-4728-ABB9-9529AD47990C}" sibTransId="{5E5AC90D-38BE-4B14-89BA-E254C6101270}"/>
    <dgm:cxn modelId="{F3BA61B0-075A-4A9E-8891-83B7DBC1C224}" type="presOf" srcId="{FB4CC26C-6F2E-489B-964A-4217CBE166A1}" destId="{42EB1443-CC39-4AB1-805E-FA4CF11092E7}" srcOrd="0" destOrd="0" presId="urn:microsoft.com/office/officeart/2005/8/layout/list1"/>
    <dgm:cxn modelId="{6C262EB1-619F-4D56-B63A-1C9CACFB294A}" type="presOf" srcId="{171007D2-3F32-42A0-A44A-1E98BFFB9392}" destId="{72F8AAFE-0D9C-4F71-B50F-2D665635DD7D}" srcOrd="1" destOrd="0" presId="urn:microsoft.com/office/officeart/2005/8/layout/list1"/>
    <dgm:cxn modelId="{51718DBB-9CE1-48B5-B80C-83F36C7ADE88}" type="presOf" srcId="{171007D2-3F32-42A0-A44A-1E98BFFB9392}" destId="{0A2E5A7D-82C1-4862-927B-FBEE147A4E0C}" srcOrd="0" destOrd="0" presId="urn:microsoft.com/office/officeart/2005/8/layout/list1"/>
    <dgm:cxn modelId="{1D6A9BE6-B3A7-45B1-A787-F3B9174CD30E}" type="presOf" srcId="{A42DDAF0-B8E4-4BA3-B8F9-7CBAA139790B}" destId="{959A49AF-72F4-442C-A664-CC0E6B7AB9E0}" srcOrd="0" destOrd="0" presId="urn:microsoft.com/office/officeart/2005/8/layout/list1"/>
    <dgm:cxn modelId="{F55C5F3C-3140-4460-B5DA-36D9452F472C}" type="presParOf" srcId="{42EB1443-CC39-4AB1-805E-FA4CF11092E7}" destId="{605FB971-A90E-42E8-B82E-30AF826A7A10}" srcOrd="0" destOrd="0" presId="urn:microsoft.com/office/officeart/2005/8/layout/list1"/>
    <dgm:cxn modelId="{3E357BCF-C9A1-484E-888A-7991804E92DB}" type="presParOf" srcId="{605FB971-A90E-42E8-B82E-30AF826A7A10}" destId="{959A49AF-72F4-442C-A664-CC0E6B7AB9E0}" srcOrd="0" destOrd="0" presId="urn:microsoft.com/office/officeart/2005/8/layout/list1"/>
    <dgm:cxn modelId="{13A7BDE8-89B6-4E54-A573-7B678117319A}" type="presParOf" srcId="{605FB971-A90E-42E8-B82E-30AF826A7A10}" destId="{90F3B4AF-B806-41A7-B874-92F8C6DC15EC}" srcOrd="1" destOrd="0" presId="urn:microsoft.com/office/officeart/2005/8/layout/list1"/>
    <dgm:cxn modelId="{8B1F426E-E1BE-4293-AED6-12C92B8598B7}" type="presParOf" srcId="{42EB1443-CC39-4AB1-805E-FA4CF11092E7}" destId="{A0C0F82A-F5E4-49EF-A16C-A7095112F983}" srcOrd="1" destOrd="0" presId="urn:microsoft.com/office/officeart/2005/8/layout/list1"/>
    <dgm:cxn modelId="{DB8F2DEA-CC1E-4397-934F-832BC59BBC14}" type="presParOf" srcId="{42EB1443-CC39-4AB1-805E-FA4CF11092E7}" destId="{5CDB68E2-B5CD-4158-A94B-72ED47C972BF}" srcOrd="2" destOrd="0" presId="urn:microsoft.com/office/officeart/2005/8/layout/list1"/>
    <dgm:cxn modelId="{682721C4-D764-45E6-857F-EA07D691D1EA}" type="presParOf" srcId="{42EB1443-CC39-4AB1-805E-FA4CF11092E7}" destId="{7441AD21-6DFF-4126-989A-57FD93AD60B6}" srcOrd="3" destOrd="0" presId="urn:microsoft.com/office/officeart/2005/8/layout/list1"/>
    <dgm:cxn modelId="{A2172A0E-2124-47EF-AD82-6D0962EFB86A}" type="presParOf" srcId="{42EB1443-CC39-4AB1-805E-FA4CF11092E7}" destId="{716D11DF-F1E3-4C4C-9DF9-8ED9326AE27A}" srcOrd="4" destOrd="0" presId="urn:microsoft.com/office/officeart/2005/8/layout/list1"/>
    <dgm:cxn modelId="{8E2398B6-9E39-417D-A679-234C1058B36C}" type="presParOf" srcId="{716D11DF-F1E3-4C4C-9DF9-8ED9326AE27A}" destId="{E17AA1C5-2ECF-467D-B5A6-914446606603}" srcOrd="0" destOrd="0" presId="urn:microsoft.com/office/officeart/2005/8/layout/list1"/>
    <dgm:cxn modelId="{8CE565F9-3F3D-42D9-BDDF-788F9A7AE96B}" type="presParOf" srcId="{716D11DF-F1E3-4C4C-9DF9-8ED9326AE27A}" destId="{6A67B2F7-ACF9-4D1E-93C2-855DB34FD09D}" srcOrd="1" destOrd="0" presId="urn:microsoft.com/office/officeart/2005/8/layout/list1"/>
    <dgm:cxn modelId="{6EA554DE-4F3F-4C2F-84D2-44B8BC12EDC1}" type="presParOf" srcId="{42EB1443-CC39-4AB1-805E-FA4CF11092E7}" destId="{3DDBF8A7-B347-4D51-B435-DB1896E16400}" srcOrd="5" destOrd="0" presId="urn:microsoft.com/office/officeart/2005/8/layout/list1"/>
    <dgm:cxn modelId="{03481235-4C2F-48F6-A3A7-384174DB8797}" type="presParOf" srcId="{42EB1443-CC39-4AB1-805E-FA4CF11092E7}" destId="{59E6AB23-78DC-4E1D-80DC-A94BC99B9CB5}" srcOrd="6" destOrd="0" presId="urn:microsoft.com/office/officeart/2005/8/layout/list1"/>
    <dgm:cxn modelId="{3633F275-7792-41CA-9B76-5CFC150CB5EA}" type="presParOf" srcId="{42EB1443-CC39-4AB1-805E-FA4CF11092E7}" destId="{92867D5A-54AF-4A6B-B929-03E118B0411F}" srcOrd="7" destOrd="0" presId="urn:microsoft.com/office/officeart/2005/8/layout/list1"/>
    <dgm:cxn modelId="{1D6A3CBE-E807-42B6-984A-E0FBA6DF9D70}" type="presParOf" srcId="{42EB1443-CC39-4AB1-805E-FA4CF11092E7}" destId="{B393DD05-A9AB-4C00-9BA9-422774E2B9A7}" srcOrd="8" destOrd="0" presId="urn:microsoft.com/office/officeart/2005/8/layout/list1"/>
    <dgm:cxn modelId="{FAA84CE4-E01F-41A6-8AC4-F54BE0180982}" type="presParOf" srcId="{B393DD05-A9AB-4C00-9BA9-422774E2B9A7}" destId="{0A2E5A7D-82C1-4862-927B-FBEE147A4E0C}" srcOrd="0" destOrd="0" presId="urn:microsoft.com/office/officeart/2005/8/layout/list1"/>
    <dgm:cxn modelId="{E40F2547-09F3-4554-922F-EF573B56BE95}" type="presParOf" srcId="{B393DD05-A9AB-4C00-9BA9-422774E2B9A7}" destId="{72F8AAFE-0D9C-4F71-B50F-2D665635DD7D}" srcOrd="1" destOrd="0" presId="urn:microsoft.com/office/officeart/2005/8/layout/list1"/>
    <dgm:cxn modelId="{3EB61750-3100-49DA-97A4-FAE5CC8F270A}" type="presParOf" srcId="{42EB1443-CC39-4AB1-805E-FA4CF11092E7}" destId="{35EC206D-4A45-4555-B4AA-DCD7B256D024}" srcOrd="9" destOrd="0" presId="urn:microsoft.com/office/officeart/2005/8/layout/list1"/>
    <dgm:cxn modelId="{2B911996-37A8-4CEC-86BC-E6FFBDA8114A}" type="presParOf" srcId="{42EB1443-CC39-4AB1-805E-FA4CF11092E7}" destId="{4AEF4AD8-A4A7-427B-8F67-33BF1B5EF5A6}" srcOrd="10" destOrd="0" presId="urn:microsoft.com/office/officeart/2005/8/layout/list1"/>
    <dgm:cxn modelId="{0FB856F1-D400-4E28-8A3E-C0E0D89050BC}" type="presParOf" srcId="{42EB1443-CC39-4AB1-805E-FA4CF11092E7}" destId="{3EF5127D-151C-4D7B-9109-2A3C7527D3AC}" srcOrd="11" destOrd="0" presId="urn:microsoft.com/office/officeart/2005/8/layout/list1"/>
    <dgm:cxn modelId="{2296BF95-B47E-4350-A785-9945F7130BCF}" type="presParOf" srcId="{42EB1443-CC39-4AB1-805E-FA4CF11092E7}" destId="{C1725AC8-BA78-4FE7-B7CB-DA64972A67DC}" srcOrd="12" destOrd="0" presId="urn:microsoft.com/office/officeart/2005/8/layout/list1"/>
    <dgm:cxn modelId="{BD64E602-60EA-46A2-BBED-7BA219EB4362}" type="presParOf" srcId="{C1725AC8-BA78-4FE7-B7CB-DA64972A67DC}" destId="{72C36F3C-9B55-4C49-AFC1-2564588569F4}" srcOrd="0" destOrd="0" presId="urn:microsoft.com/office/officeart/2005/8/layout/list1"/>
    <dgm:cxn modelId="{D1393950-B24D-4D27-9299-8FFFFB824596}" type="presParOf" srcId="{C1725AC8-BA78-4FE7-B7CB-DA64972A67DC}" destId="{0650AD90-884C-4DF1-BDF1-4BF6E0678DEA}" srcOrd="1" destOrd="0" presId="urn:microsoft.com/office/officeart/2005/8/layout/list1"/>
    <dgm:cxn modelId="{26C8BB92-6D6B-4DD3-BAF6-6D5D2B9D7D45}" type="presParOf" srcId="{42EB1443-CC39-4AB1-805E-FA4CF11092E7}" destId="{3FCB64F4-DFAA-4FD3-A7B3-1C17A88D5CB3}" srcOrd="13" destOrd="0" presId="urn:microsoft.com/office/officeart/2005/8/layout/list1"/>
    <dgm:cxn modelId="{8C86F0D0-0F10-4AD8-A17A-75773981CD91}" type="presParOf" srcId="{42EB1443-CC39-4AB1-805E-FA4CF11092E7}" destId="{E47516AB-7FD0-4A9E-B541-030FF7B8B9C0}" srcOrd="14" destOrd="0" presId="urn:microsoft.com/office/officeart/2005/8/layout/list1"/>
  </dgm:cxnLst>
  <dgm:bg>
    <a:solidFill>
      <a:schemeClr val="accent6">
        <a:lumMod val="60000"/>
        <a:lumOff val="4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447D739F-77AD-4065-A57D-BAE35A417D9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9D19A6-8989-499C-8DD0-548FADA8F665}">
      <dgm:prSet phldrT="[Text]" custT="1"/>
      <dgm:spPr>
        <a:solidFill>
          <a:schemeClr val="bg1"/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165. (a) A rise in rents and wages/ (b) have been found/ (c) to go together./ (d) No error</a:t>
          </a:r>
          <a:endParaRPr lang="en-US" sz="2400" b="1" dirty="0">
            <a:solidFill>
              <a:schemeClr val="tx1"/>
            </a:solidFill>
          </a:endParaRPr>
        </a:p>
      </dgm:t>
    </dgm:pt>
    <dgm:pt modelId="{157204A6-3A6F-42C9-91A1-410C9C4DB026}" type="parTrans" cxnId="{6249AF27-D3F5-4244-8A27-E8682E84418B}">
      <dgm:prSet/>
      <dgm:spPr/>
      <dgm:t>
        <a:bodyPr/>
        <a:lstStyle/>
        <a:p>
          <a:endParaRPr lang="en-US"/>
        </a:p>
      </dgm:t>
    </dgm:pt>
    <dgm:pt modelId="{1810318C-022E-44C5-A151-D5B4DBF5ABCF}" type="sibTrans" cxnId="{6249AF27-D3F5-4244-8A27-E8682E84418B}">
      <dgm:prSet/>
      <dgm:spPr/>
      <dgm:t>
        <a:bodyPr/>
        <a:lstStyle/>
        <a:p>
          <a:endParaRPr lang="en-US"/>
        </a:p>
      </dgm:t>
    </dgm:pt>
    <dgm:pt modelId="{F5754F49-8E3B-4382-827C-E5818DC61882}">
      <dgm:prSet custT="1"/>
      <dgm:spPr>
        <a:solidFill>
          <a:schemeClr val="bg1"/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166. (a) He is one of those few post-colonial writers who believes/ (b) that this talk about colonialism has gone too far/ (c) and has turned into a </a:t>
          </a:r>
          <a:r>
            <a:rPr lang="en-IN" sz="2400" b="1" dirty="0" err="1">
              <a:solidFill>
                <a:schemeClr val="tx1"/>
              </a:solidFill>
            </a:rPr>
            <a:t>cliche</a:t>
          </a:r>
          <a:r>
            <a:rPr lang="en-IN" sz="2400" b="1" dirty="0">
              <a:solidFill>
                <a:schemeClr val="tx1"/>
              </a:solidFill>
            </a:rPr>
            <a:t>./ (d) No error</a:t>
          </a:r>
        </a:p>
      </dgm:t>
    </dgm:pt>
    <dgm:pt modelId="{187E0B66-F6F9-45FD-95A1-7B598FB7D1F8}" type="parTrans" cxnId="{78945942-101E-4D4B-AB26-63FF77B7419D}">
      <dgm:prSet/>
      <dgm:spPr/>
      <dgm:t>
        <a:bodyPr/>
        <a:lstStyle/>
        <a:p>
          <a:endParaRPr lang="en-US"/>
        </a:p>
      </dgm:t>
    </dgm:pt>
    <dgm:pt modelId="{1F004692-0DAB-4E3F-AA68-04870749DA6F}" type="sibTrans" cxnId="{78945942-101E-4D4B-AB26-63FF77B7419D}">
      <dgm:prSet/>
      <dgm:spPr/>
      <dgm:t>
        <a:bodyPr/>
        <a:lstStyle/>
        <a:p>
          <a:endParaRPr lang="en-US"/>
        </a:p>
      </dgm:t>
    </dgm:pt>
    <dgm:pt modelId="{35B8BD36-2033-49E1-B6D1-74B92C0B810A}">
      <dgm:prSet custT="1"/>
      <dgm:spPr>
        <a:solidFill>
          <a:schemeClr val="bg1"/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167. (a) One of the peculiarities/ (b) which distinguishes the present age/ (c) is the multiplication of books/ (d) No error</a:t>
          </a:r>
        </a:p>
      </dgm:t>
    </dgm:pt>
    <dgm:pt modelId="{DCF4AB9C-CCF6-48A7-BF62-1391EE384815}" type="parTrans" cxnId="{63726A52-3105-468A-ACCD-BDF06E42E62C}">
      <dgm:prSet/>
      <dgm:spPr/>
      <dgm:t>
        <a:bodyPr/>
        <a:lstStyle/>
        <a:p>
          <a:endParaRPr lang="en-US"/>
        </a:p>
      </dgm:t>
    </dgm:pt>
    <dgm:pt modelId="{7C8E50D6-871A-4CBF-AD97-C2471E6376AA}" type="sibTrans" cxnId="{63726A52-3105-468A-ACCD-BDF06E42E62C}">
      <dgm:prSet/>
      <dgm:spPr/>
      <dgm:t>
        <a:bodyPr/>
        <a:lstStyle/>
        <a:p>
          <a:endParaRPr lang="en-US"/>
        </a:p>
      </dgm:t>
    </dgm:pt>
    <dgm:pt modelId="{38FE140A-FE71-4199-8D82-D7D43E21E94B}" type="pres">
      <dgm:prSet presAssocID="{447D739F-77AD-4065-A57D-BAE35A417D90}" presName="linear" presStyleCnt="0">
        <dgm:presLayoutVars>
          <dgm:dir/>
          <dgm:animLvl val="lvl"/>
          <dgm:resizeHandles val="exact"/>
        </dgm:presLayoutVars>
      </dgm:prSet>
      <dgm:spPr/>
    </dgm:pt>
    <dgm:pt modelId="{5704BB4B-C1BF-4CF9-985B-12F42CAD185F}" type="pres">
      <dgm:prSet presAssocID="{6D9D19A6-8989-499C-8DD0-548FADA8F665}" presName="parentLin" presStyleCnt="0"/>
      <dgm:spPr/>
    </dgm:pt>
    <dgm:pt modelId="{236D6725-D248-4428-BC6F-394BE1E7FD7C}" type="pres">
      <dgm:prSet presAssocID="{6D9D19A6-8989-499C-8DD0-548FADA8F665}" presName="parentLeftMargin" presStyleLbl="node1" presStyleIdx="0" presStyleCnt="3"/>
      <dgm:spPr/>
    </dgm:pt>
    <dgm:pt modelId="{95AC316F-7989-433A-8399-A379CAFF0B2D}" type="pres">
      <dgm:prSet presAssocID="{6D9D19A6-8989-499C-8DD0-548FADA8F66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DF0C472-D228-4771-A245-A73ABAD2FD75}" type="pres">
      <dgm:prSet presAssocID="{6D9D19A6-8989-499C-8DD0-548FADA8F665}" presName="negativeSpace" presStyleCnt="0"/>
      <dgm:spPr/>
    </dgm:pt>
    <dgm:pt modelId="{C498B134-89C5-47B9-A48E-9F3B7BC73EA8}" type="pres">
      <dgm:prSet presAssocID="{6D9D19A6-8989-499C-8DD0-548FADA8F665}" presName="childText" presStyleLbl="conFgAcc1" presStyleIdx="0" presStyleCnt="3">
        <dgm:presLayoutVars>
          <dgm:bulletEnabled val="1"/>
        </dgm:presLayoutVars>
      </dgm:prSet>
      <dgm:spPr/>
    </dgm:pt>
    <dgm:pt modelId="{D7B1338C-A5AB-4879-B672-0A175D88BC92}" type="pres">
      <dgm:prSet presAssocID="{1810318C-022E-44C5-A151-D5B4DBF5ABCF}" presName="spaceBetweenRectangles" presStyleCnt="0"/>
      <dgm:spPr/>
    </dgm:pt>
    <dgm:pt modelId="{E0004922-A148-4850-9559-6E6F3F59C189}" type="pres">
      <dgm:prSet presAssocID="{F5754F49-8E3B-4382-827C-E5818DC61882}" presName="parentLin" presStyleCnt="0"/>
      <dgm:spPr/>
    </dgm:pt>
    <dgm:pt modelId="{462ED328-B86A-4346-B19D-0C704E9746A5}" type="pres">
      <dgm:prSet presAssocID="{F5754F49-8E3B-4382-827C-E5818DC61882}" presName="parentLeftMargin" presStyleLbl="node1" presStyleIdx="0" presStyleCnt="3"/>
      <dgm:spPr/>
    </dgm:pt>
    <dgm:pt modelId="{94BD78DE-35FA-478F-B786-0928753BFD5E}" type="pres">
      <dgm:prSet presAssocID="{F5754F49-8E3B-4382-827C-E5818DC6188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6F77A03-06B9-4B01-A514-A60C705B7A7D}" type="pres">
      <dgm:prSet presAssocID="{F5754F49-8E3B-4382-827C-E5818DC61882}" presName="negativeSpace" presStyleCnt="0"/>
      <dgm:spPr/>
    </dgm:pt>
    <dgm:pt modelId="{52722040-735F-4F0B-A9B4-58C3BDB7046E}" type="pres">
      <dgm:prSet presAssocID="{F5754F49-8E3B-4382-827C-E5818DC61882}" presName="childText" presStyleLbl="conFgAcc1" presStyleIdx="1" presStyleCnt="3">
        <dgm:presLayoutVars>
          <dgm:bulletEnabled val="1"/>
        </dgm:presLayoutVars>
      </dgm:prSet>
      <dgm:spPr/>
    </dgm:pt>
    <dgm:pt modelId="{70B6F04D-2E01-4C6F-992D-A411FBDC4FEE}" type="pres">
      <dgm:prSet presAssocID="{1F004692-0DAB-4E3F-AA68-04870749DA6F}" presName="spaceBetweenRectangles" presStyleCnt="0"/>
      <dgm:spPr/>
    </dgm:pt>
    <dgm:pt modelId="{F71D46B8-4DED-447A-A9CC-A4C1C3434DE0}" type="pres">
      <dgm:prSet presAssocID="{35B8BD36-2033-49E1-B6D1-74B92C0B810A}" presName="parentLin" presStyleCnt="0"/>
      <dgm:spPr/>
    </dgm:pt>
    <dgm:pt modelId="{66B99A42-559D-40EB-93AD-29C62A2B8254}" type="pres">
      <dgm:prSet presAssocID="{35B8BD36-2033-49E1-B6D1-74B92C0B810A}" presName="parentLeftMargin" presStyleLbl="node1" presStyleIdx="1" presStyleCnt="3"/>
      <dgm:spPr/>
    </dgm:pt>
    <dgm:pt modelId="{247BB4E9-DF97-4BCD-981E-904D7E4C1E10}" type="pres">
      <dgm:prSet presAssocID="{35B8BD36-2033-49E1-B6D1-74B92C0B810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E2454E0-EA98-464B-A007-CCD2D6400709}" type="pres">
      <dgm:prSet presAssocID="{35B8BD36-2033-49E1-B6D1-74B92C0B810A}" presName="negativeSpace" presStyleCnt="0"/>
      <dgm:spPr/>
    </dgm:pt>
    <dgm:pt modelId="{4E80E34A-3265-4601-A45E-B722E6427CBC}" type="pres">
      <dgm:prSet presAssocID="{35B8BD36-2033-49E1-B6D1-74B92C0B810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249AF27-D3F5-4244-8A27-E8682E84418B}" srcId="{447D739F-77AD-4065-A57D-BAE35A417D90}" destId="{6D9D19A6-8989-499C-8DD0-548FADA8F665}" srcOrd="0" destOrd="0" parTransId="{157204A6-3A6F-42C9-91A1-410C9C4DB026}" sibTransId="{1810318C-022E-44C5-A151-D5B4DBF5ABCF}"/>
    <dgm:cxn modelId="{78945942-101E-4D4B-AB26-63FF77B7419D}" srcId="{447D739F-77AD-4065-A57D-BAE35A417D90}" destId="{F5754F49-8E3B-4382-827C-E5818DC61882}" srcOrd="1" destOrd="0" parTransId="{187E0B66-F6F9-45FD-95A1-7B598FB7D1F8}" sibTransId="{1F004692-0DAB-4E3F-AA68-04870749DA6F}"/>
    <dgm:cxn modelId="{2B63B266-4B2B-4B03-A821-077E71ABD87D}" type="presOf" srcId="{6D9D19A6-8989-499C-8DD0-548FADA8F665}" destId="{95AC316F-7989-433A-8399-A379CAFF0B2D}" srcOrd="1" destOrd="0" presId="urn:microsoft.com/office/officeart/2005/8/layout/list1"/>
    <dgm:cxn modelId="{3EF9E569-7E0B-4370-8ECC-504106A3948C}" type="presOf" srcId="{35B8BD36-2033-49E1-B6D1-74B92C0B810A}" destId="{66B99A42-559D-40EB-93AD-29C62A2B8254}" srcOrd="0" destOrd="0" presId="urn:microsoft.com/office/officeart/2005/8/layout/list1"/>
    <dgm:cxn modelId="{63726A52-3105-468A-ACCD-BDF06E42E62C}" srcId="{447D739F-77AD-4065-A57D-BAE35A417D90}" destId="{35B8BD36-2033-49E1-B6D1-74B92C0B810A}" srcOrd="2" destOrd="0" parTransId="{DCF4AB9C-CCF6-48A7-BF62-1391EE384815}" sibTransId="{7C8E50D6-871A-4CBF-AD97-C2471E6376AA}"/>
    <dgm:cxn modelId="{576F9A75-7E78-41A8-ADC4-2A3E08A44A0A}" type="presOf" srcId="{F5754F49-8E3B-4382-827C-E5818DC61882}" destId="{94BD78DE-35FA-478F-B786-0928753BFD5E}" srcOrd="1" destOrd="0" presId="urn:microsoft.com/office/officeart/2005/8/layout/list1"/>
    <dgm:cxn modelId="{A1EC5C93-1338-476A-B14D-ECAD9B8773A0}" type="presOf" srcId="{447D739F-77AD-4065-A57D-BAE35A417D90}" destId="{38FE140A-FE71-4199-8D82-D7D43E21E94B}" srcOrd="0" destOrd="0" presId="urn:microsoft.com/office/officeart/2005/8/layout/list1"/>
    <dgm:cxn modelId="{51491AD7-3A9F-4FB4-A831-E5AB5EC7DC08}" type="presOf" srcId="{F5754F49-8E3B-4382-827C-E5818DC61882}" destId="{462ED328-B86A-4346-B19D-0C704E9746A5}" srcOrd="0" destOrd="0" presId="urn:microsoft.com/office/officeart/2005/8/layout/list1"/>
    <dgm:cxn modelId="{990D7AE0-B79D-4E9D-AA4E-6BDF0E833302}" type="presOf" srcId="{35B8BD36-2033-49E1-B6D1-74B92C0B810A}" destId="{247BB4E9-DF97-4BCD-981E-904D7E4C1E10}" srcOrd="1" destOrd="0" presId="urn:microsoft.com/office/officeart/2005/8/layout/list1"/>
    <dgm:cxn modelId="{EE82BFF3-A8A4-46A3-8A7D-F971C61463D7}" type="presOf" srcId="{6D9D19A6-8989-499C-8DD0-548FADA8F665}" destId="{236D6725-D248-4428-BC6F-394BE1E7FD7C}" srcOrd="0" destOrd="0" presId="urn:microsoft.com/office/officeart/2005/8/layout/list1"/>
    <dgm:cxn modelId="{66786002-88C7-4D22-853E-52A5E06FBE52}" type="presParOf" srcId="{38FE140A-FE71-4199-8D82-D7D43E21E94B}" destId="{5704BB4B-C1BF-4CF9-985B-12F42CAD185F}" srcOrd="0" destOrd="0" presId="urn:microsoft.com/office/officeart/2005/8/layout/list1"/>
    <dgm:cxn modelId="{E7C12CF7-C86D-4C24-B719-7349E6C2562F}" type="presParOf" srcId="{5704BB4B-C1BF-4CF9-985B-12F42CAD185F}" destId="{236D6725-D248-4428-BC6F-394BE1E7FD7C}" srcOrd="0" destOrd="0" presId="urn:microsoft.com/office/officeart/2005/8/layout/list1"/>
    <dgm:cxn modelId="{66156D28-96B2-4715-A5BF-008B7DBA6610}" type="presParOf" srcId="{5704BB4B-C1BF-4CF9-985B-12F42CAD185F}" destId="{95AC316F-7989-433A-8399-A379CAFF0B2D}" srcOrd="1" destOrd="0" presId="urn:microsoft.com/office/officeart/2005/8/layout/list1"/>
    <dgm:cxn modelId="{2890D525-35EE-4665-A870-D7BFA391A820}" type="presParOf" srcId="{38FE140A-FE71-4199-8D82-D7D43E21E94B}" destId="{7DF0C472-D228-4771-A245-A73ABAD2FD75}" srcOrd="1" destOrd="0" presId="urn:microsoft.com/office/officeart/2005/8/layout/list1"/>
    <dgm:cxn modelId="{38E27011-62E5-4852-AE2C-832A2BAC42D0}" type="presParOf" srcId="{38FE140A-FE71-4199-8D82-D7D43E21E94B}" destId="{C498B134-89C5-47B9-A48E-9F3B7BC73EA8}" srcOrd="2" destOrd="0" presId="urn:microsoft.com/office/officeart/2005/8/layout/list1"/>
    <dgm:cxn modelId="{9409F88A-7F44-449B-95D4-AE7A26A4E9FA}" type="presParOf" srcId="{38FE140A-FE71-4199-8D82-D7D43E21E94B}" destId="{D7B1338C-A5AB-4879-B672-0A175D88BC92}" srcOrd="3" destOrd="0" presId="urn:microsoft.com/office/officeart/2005/8/layout/list1"/>
    <dgm:cxn modelId="{ABFF10B9-1268-47D3-9B81-551BCD596D0D}" type="presParOf" srcId="{38FE140A-FE71-4199-8D82-D7D43E21E94B}" destId="{E0004922-A148-4850-9559-6E6F3F59C189}" srcOrd="4" destOrd="0" presId="urn:microsoft.com/office/officeart/2005/8/layout/list1"/>
    <dgm:cxn modelId="{25849147-5C28-4A25-A6BF-5865A995F378}" type="presParOf" srcId="{E0004922-A148-4850-9559-6E6F3F59C189}" destId="{462ED328-B86A-4346-B19D-0C704E9746A5}" srcOrd="0" destOrd="0" presId="urn:microsoft.com/office/officeart/2005/8/layout/list1"/>
    <dgm:cxn modelId="{F2A715AE-085A-419D-8A38-5F945C19C2F3}" type="presParOf" srcId="{E0004922-A148-4850-9559-6E6F3F59C189}" destId="{94BD78DE-35FA-478F-B786-0928753BFD5E}" srcOrd="1" destOrd="0" presId="urn:microsoft.com/office/officeart/2005/8/layout/list1"/>
    <dgm:cxn modelId="{1D5EB004-1894-432B-9664-12E64D8E4321}" type="presParOf" srcId="{38FE140A-FE71-4199-8D82-D7D43E21E94B}" destId="{96F77A03-06B9-4B01-A514-A60C705B7A7D}" srcOrd="5" destOrd="0" presId="urn:microsoft.com/office/officeart/2005/8/layout/list1"/>
    <dgm:cxn modelId="{A95FBDE4-A320-4B74-B608-D59BB8ACF64A}" type="presParOf" srcId="{38FE140A-FE71-4199-8D82-D7D43E21E94B}" destId="{52722040-735F-4F0B-A9B4-58C3BDB7046E}" srcOrd="6" destOrd="0" presId="urn:microsoft.com/office/officeart/2005/8/layout/list1"/>
    <dgm:cxn modelId="{9F39EE6D-7CA3-4BF8-B86D-98D156D23807}" type="presParOf" srcId="{38FE140A-FE71-4199-8D82-D7D43E21E94B}" destId="{70B6F04D-2E01-4C6F-992D-A411FBDC4FEE}" srcOrd="7" destOrd="0" presId="urn:microsoft.com/office/officeart/2005/8/layout/list1"/>
    <dgm:cxn modelId="{A065BD06-89EC-43F0-9908-1CEE7E5866F7}" type="presParOf" srcId="{38FE140A-FE71-4199-8D82-D7D43E21E94B}" destId="{F71D46B8-4DED-447A-A9CC-A4C1C3434DE0}" srcOrd="8" destOrd="0" presId="urn:microsoft.com/office/officeart/2005/8/layout/list1"/>
    <dgm:cxn modelId="{1A9CF1C3-C23F-489E-A25C-2B86D45FF1E0}" type="presParOf" srcId="{F71D46B8-4DED-447A-A9CC-A4C1C3434DE0}" destId="{66B99A42-559D-40EB-93AD-29C62A2B8254}" srcOrd="0" destOrd="0" presId="urn:microsoft.com/office/officeart/2005/8/layout/list1"/>
    <dgm:cxn modelId="{A22E6155-E1AE-4AD1-8ACD-24F302B87300}" type="presParOf" srcId="{F71D46B8-4DED-447A-A9CC-A4C1C3434DE0}" destId="{247BB4E9-DF97-4BCD-981E-904D7E4C1E10}" srcOrd="1" destOrd="0" presId="urn:microsoft.com/office/officeart/2005/8/layout/list1"/>
    <dgm:cxn modelId="{71C50ED2-1FCB-4F01-8FF0-BFC8B464CFF6}" type="presParOf" srcId="{38FE140A-FE71-4199-8D82-D7D43E21E94B}" destId="{2E2454E0-EA98-464B-A007-CCD2D6400709}" srcOrd="9" destOrd="0" presId="urn:microsoft.com/office/officeart/2005/8/layout/list1"/>
    <dgm:cxn modelId="{3B84835C-066A-42DB-8A5B-5661F329C235}" type="presParOf" srcId="{38FE140A-FE71-4199-8D82-D7D43E21E94B}" destId="{4E80E34A-3265-4601-A45E-B722E6427CBC}" srcOrd="10" destOrd="0" presId="urn:microsoft.com/office/officeart/2005/8/layout/list1"/>
  </dgm:cxnLst>
  <dgm:bg>
    <a:solidFill>
      <a:schemeClr val="tx2">
        <a:lumMod val="60000"/>
        <a:lumOff val="4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447D739F-77AD-4065-A57D-BAE35A417D9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9D19A6-8989-499C-8DD0-548FADA8F665}">
      <dgm:prSet phldrT="[Text]" custT="1"/>
      <dgm:spPr>
        <a:solidFill>
          <a:schemeClr val="bg1"/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 (a) A </a:t>
          </a:r>
          <a:r>
            <a:rPr lang="en-IN" sz="2400" b="1" dirty="0">
              <a:solidFill>
                <a:srgbClr val="C00000"/>
              </a:solidFill>
            </a:rPr>
            <a:t>rise</a:t>
          </a:r>
          <a:r>
            <a:rPr lang="en-IN" sz="2400" b="1" dirty="0">
              <a:solidFill>
                <a:schemeClr val="tx1"/>
              </a:solidFill>
            </a:rPr>
            <a:t> in rents and wages/ (b)</a:t>
          </a:r>
          <a:r>
            <a:rPr lang="en-IN" sz="2400" b="1" strike="sngStrike" dirty="0">
              <a:solidFill>
                <a:srgbClr val="C00000"/>
              </a:solidFill>
            </a:rPr>
            <a:t> have  </a:t>
          </a:r>
          <a:r>
            <a:rPr lang="en-IN" sz="2400" b="1" strike="noStrike" dirty="0">
              <a:solidFill>
                <a:srgbClr val="C00000"/>
              </a:solidFill>
            </a:rPr>
            <a:t>has </a:t>
          </a:r>
          <a:r>
            <a:rPr lang="en-IN" sz="2400" b="1" dirty="0">
              <a:solidFill>
                <a:schemeClr val="tx1"/>
              </a:solidFill>
            </a:rPr>
            <a:t>been found/ (c) to go together./ (d) No error</a:t>
          </a:r>
          <a:endParaRPr lang="en-US" sz="2400" b="1" dirty="0">
            <a:solidFill>
              <a:schemeClr val="tx1"/>
            </a:solidFill>
          </a:endParaRPr>
        </a:p>
      </dgm:t>
    </dgm:pt>
    <dgm:pt modelId="{157204A6-3A6F-42C9-91A1-410C9C4DB026}" type="parTrans" cxnId="{6249AF27-D3F5-4244-8A27-E8682E84418B}">
      <dgm:prSet/>
      <dgm:spPr/>
      <dgm:t>
        <a:bodyPr/>
        <a:lstStyle/>
        <a:p>
          <a:endParaRPr lang="en-US"/>
        </a:p>
      </dgm:t>
    </dgm:pt>
    <dgm:pt modelId="{1810318C-022E-44C5-A151-D5B4DBF5ABCF}" type="sibTrans" cxnId="{6249AF27-D3F5-4244-8A27-E8682E84418B}">
      <dgm:prSet/>
      <dgm:spPr/>
      <dgm:t>
        <a:bodyPr/>
        <a:lstStyle/>
        <a:p>
          <a:endParaRPr lang="en-US"/>
        </a:p>
      </dgm:t>
    </dgm:pt>
    <dgm:pt modelId="{F5754F49-8E3B-4382-827C-E5818DC61882}">
      <dgm:prSet custT="1"/>
      <dgm:spPr>
        <a:solidFill>
          <a:schemeClr val="bg1"/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 (a) He is </a:t>
          </a:r>
          <a:r>
            <a:rPr lang="en-IN" sz="2400" b="1" dirty="0">
              <a:solidFill>
                <a:srgbClr val="C00000"/>
              </a:solidFill>
            </a:rPr>
            <a:t>one of those few post-colonial writers </a:t>
          </a:r>
          <a:r>
            <a:rPr lang="en-IN" sz="2400" b="1" dirty="0" err="1">
              <a:solidFill>
                <a:srgbClr val="C00000"/>
              </a:solidFill>
            </a:rPr>
            <a:t>whobelieve</a:t>
          </a:r>
          <a:r>
            <a:rPr lang="en-IN" sz="2400" b="1" dirty="0">
              <a:solidFill>
                <a:srgbClr val="C00000"/>
              </a:solidFill>
            </a:rPr>
            <a:t>  </a:t>
          </a:r>
          <a:r>
            <a:rPr lang="en-IN" sz="2400" b="1" strike="sngStrike" dirty="0">
              <a:solidFill>
                <a:srgbClr val="C00000"/>
              </a:solidFill>
            </a:rPr>
            <a:t>believes</a:t>
          </a:r>
          <a:r>
            <a:rPr lang="en-IN" sz="2400" b="1" dirty="0">
              <a:solidFill>
                <a:schemeClr val="tx1"/>
              </a:solidFill>
            </a:rPr>
            <a:t>/ (b) that this talk about colonialism has gone too far/ (c) and has turned into a cliche./ (d) No error</a:t>
          </a:r>
        </a:p>
        <a:p>
          <a:r>
            <a:rPr lang="en-IN" sz="2400" b="1" dirty="0">
              <a:solidFill>
                <a:srgbClr val="C00000"/>
              </a:solidFill>
            </a:rPr>
            <a:t>(verb agreeing with the antecedent)</a:t>
          </a:r>
        </a:p>
      </dgm:t>
    </dgm:pt>
    <dgm:pt modelId="{187E0B66-F6F9-45FD-95A1-7B598FB7D1F8}" type="parTrans" cxnId="{78945942-101E-4D4B-AB26-63FF77B7419D}">
      <dgm:prSet/>
      <dgm:spPr/>
      <dgm:t>
        <a:bodyPr/>
        <a:lstStyle/>
        <a:p>
          <a:endParaRPr lang="en-US"/>
        </a:p>
      </dgm:t>
    </dgm:pt>
    <dgm:pt modelId="{1F004692-0DAB-4E3F-AA68-04870749DA6F}" type="sibTrans" cxnId="{78945942-101E-4D4B-AB26-63FF77B7419D}">
      <dgm:prSet/>
      <dgm:spPr/>
      <dgm:t>
        <a:bodyPr/>
        <a:lstStyle/>
        <a:p>
          <a:endParaRPr lang="en-US"/>
        </a:p>
      </dgm:t>
    </dgm:pt>
    <dgm:pt modelId="{35B8BD36-2033-49E1-B6D1-74B92C0B810A}">
      <dgm:prSet custT="1"/>
      <dgm:spPr>
        <a:solidFill>
          <a:schemeClr val="bg1"/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 (a) One </a:t>
          </a:r>
          <a:r>
            <a:rPr lang="en-IN" sz="2400" b="1" dirty="0">
              <a:solidFill>
                <a:srgbClr val="C00000"/>
              </a:solidFill>
            </a:rPr>
            <a:t>of the peculiarities/ (b) which </a:t>
          </a:r>
          <a:r>
            <a:rPr lang="en-IN" sz="2400" b="1" strike="sngStrike" dirty="0">
              <a:solidFill>
                <a:srgbClr val="C00000"/>
              </a:solidFill>
            </a:rPr>
            <a:t>distinguishes</a:t>
          </a:r>
          <a:r>
            <a:rPr lang="en-IN" sz="2400" b="1" dirty="0">
              <a:solidFill>
                <a:schemeClr val="tx1"/>
              </a:solidFill>
            </a:rPr>
            <a:t> </a:t>
          </a:r>
          <a:r>
            <a:rPr lang="en-IN" sz="2400" b="1" dirty="0">
              <a:solidFill>
                <a:srgbClr val="C00000"/>
              </a:solidFill>
            </a:rPr>
            <a:t>distinguish</a:t>
          </a:r>
          <a:r>
            <a:rPr lang="en-IN" sz="2400" b="1" dirty="0">
              <a:solidFill>
                <a:schemeClr val="tx1"/>
              </a:solidFill>
            </a:rPr>
            <a:t> the present age/ (c) is the multiplication of books/ (d) No error </a:t>
          </a:r>
          <a:r>
            <a:rPr lang="en-IN" sz="2400" b="1" dirty="0">
              <a:solidFill>
                <a:srgbClr val="C00000"/>
              </a:solidFill>
            </a:rPr>
            <a:t>(verb agreeing with the antecedent)</a:t>
          </a:r>
          <a:endParaRPr lang="en-IN" sz="2400" b="1" dirty="0">
            <a:solidFill>
              <a:schemeClr val="tx1"/>
            </a:solidFill>
          </a:endParaRPr>
        </a:p>
      </dgm:t>
    </dgm:pt>
    <dgm:pt modelId="{DCF4AB9C-CCF6-48A7-BF62-1391EE384815}" type="parTrans" cxnId="{63726A52-3105-468A-ACCD-BDF06E42E62C}">
      <dgm:prSet/>
      <dgm:spPr/>
      <dgm:t>
        <a:bodyPr/>
        <a:lstStyle/>
        <a:p>
          <a:endParaRPr lang="en-US"/>
        </a:p>
      </dgm:t>
    </dgm:pt>
    <dgm:pt modelId="{7C8E50D6-871A-4CBF-AD97-C2471E6376AA}" type="sibTrans" cxnId="{63726A52-3105-468A-ACCD-BDF06E42E62C}">
      <dgm:prSet/>
      <dgm:spPr/>
      <dgm:t>
        <a:bodyPr/>
        <a:lstStyle/>
        <a:p>
          <a:endParaRPr lang="en-US"/>
        </a:p>
      </dgm:t>
    </dgm:pt>
    <dgm:pt modelId="{38FE140A-FE71-4199-8D82-D7D43E21E94B}" type="pres">
      <dgm:prSet presAssocID="{447D739F-77AD-4065-A57D-BAE35A417D90}" presName="linear" presStyleCnt="0">
        <dgm:presLayoutVars>
          <dgm:dir/>
          <dgm:animLvl val="lvl"/>
          <dgm:resizeHandles val="exact"/>
        </dgm:presLayoutVars>
      </dgm:prSet>
      <dgm:spPr/>
    </dgm:pt>
    <dgm:pt modelId="{5704BB4B-C1BF-4CF9-985B-12F42CAD185F}" type="pres">
      <dgm:prSet presAssocID="{6D9D19A6-8989-499C-8DD0-548FADA8F665}" presName="parentLin" presStyleCnt="0"/>
      <dgm:spPr/>
    </dgm:pt>
    <dgm:pt modelId="{236D6725-D248-4428-BC6F-394BE1E7FD7C}" type="pres">
      <dgm:prSet presAssocID="{6D9D19A6-8989-499C-8DD0-548FADA8F665}" presName="parentLeftMargin" presStyleLbl="node1" presStyleIdx="0" presStyleCnt="3"/>
      <dgm:spPr/>
    </dgm:pt>
    <dgm:pt modelId="{95AC316F-7989-433A-8399-A379CAFF0B2D}" type="pres">
      <dgm:prSet presAssocID="{6D9D19A6-8989-499C-8DD0-548FADA8F66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DF0C472-D228-4771-A245-A73ABAD2FD75}" type="pres">
      <dgm:prSet presAssocID="{6D9D19A6-8989-499C-8DD0-548FADA8F665}" presName="negativeSpace" presStyleCnt="0"/>
      <dgm:spPr/>
    </dgm:pt>
    <dgm:pt modelId="{C498B134-89C5-47B9-A48E-9F3B7BC73EA8}" type="pres">
      <dgm:prSet presAssocID="{6D9D19A6-8989-499C-8DD0-548FADA8F665}" presName="childText" presStyleLbl="conFgAcc1" presStyleIdx="0" presStyleCnt="3">
        <dgm:presLayoutVars>
          <dgm:bulletEnabled val="1"/>
        </dgm:presLayoutVars>
      </dgm:prSet>
      <dgm:spPr/>
    </dgm:pt>
    <dgm:pt modelId="{D7B1338C-A5AB-4879-B672-0A175D88BC92}" type="pres">
      <dgm:prSet presAssocID="{1810318C-022E-44C5-A151-D5B4DBF5ABCF}" presName="spaceBetweenRectangles" presStyleCnt="0"/>
      <dgm:spPr/>
    </dgm:pt>
    <dgm:pt modelId="{E0004922-A148-4850-9559-6E6F3F59C189}" type="pres">
      <dgm:prSet presAssocID="{F5754F49-8E3B-4382-827C-E5818DC61882}" presName="parentLin" presStyleCnt="0"/>
      <dgm:spPr/>
    </dgm:pt>
    <dgm:pt modelId="{462ED328-B86A-4346-B19D-0C704E9746A5}" type="pres">
      <dgm:prSet presAssocID="{F5754F49-8E3B-4382-827C-E5818DC61882}" presName="parentLeftMargin" presStyleLbl="node1" presStyleIdx="0" presStyleCnt="3"/>
      <dgm:spPr/>
    </dgm:pt>
    <dgm:pt modelId="{94BD78DE-35FA-478F-B786-0928753BFD5E}" type="pres">
      <dgm:prSet presAssocID="{F5754F49-8E3B-4382-827C-E5818DC6188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6F77A03-06B9-4B01-A514-A60C705B7A7D}" type="pres">
      <dgm:prSet presAssocID="{F5754F49-8E3B-4382-827C-E5818DC61882}" presName="negativeSpace" presStyleCnt="0"/>
      <dgm:spPr/>
    </dgm:pt>
    <dgm:pt modelId="{52722040-735F-4F0B-A9B4-58C3BDB7046E}" type="pres">
      <dgm:prSet presAssocID="{F5754F49-8E3B-4382-827C-E5818DC61882}" presName="childText" presStyleLbl="conFgAcc1" presStyleIdx="1" presStyleCnt="3">
        <dgm:presLayoutVars>
          <dgm:bulletEnabled val="1"/>
        </dgm:presLayoutVars>
      </dgm:prSet>
      <dgm:spPr/>
    </dgm:pt>
    <dgm:pt modelId="{70B6F04D-2E01-4C6F-992D-A411FBDC4FEE}" type="pres">
      <dgm:prSet presAssocID="{1F004692-0DAB-4E3F-AA68-04870749DA6F}" presName="spaceBetweenRectangles" presStyleCnt="0"/>
      <dgm:spPr/>
    </dgm:pt>
    <dgm:pt modelId="{F71D46B8-4DED-447A-A9CC-A4C1C3434DE0}" type="pres">
      <dgm:prSet presAssocID="{35B8BD36-2033-49E1-B6D1-74B92C0B810A}" presName="parentLin" presStyleCnt="0"/>
      <dgm:spPr/>
    </dgm:pt>
    <dgm:pt modelId="{66B99A42-559D-40EB-93AD-29C62A2B8254}" type="pres">
      <dgm:prSet presAssocID="{35B8BD36-2033-49E1-B6D1-74B92C0B810A}" presName="parentLeftMargin" presStyleLbl="node1" presStyleIdx="1" presStyleCnt="3"/>
      <dgm:spPr/>
    </dgm:pt>
    <dgm:pt modelId="{247BB4E9-DF97-4BCD-981E-904D7E4C1E10}" type="pres">
      <dgm:prSet presAssocID="{35B8BD36-2033-49E1-B6D1-74B92C0B810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E2454E0-EA98-464B-A007-CCD2D6400709}" type="pres">
      <dgm:prSet presAssocID="{35B8BD36-2033-49E1-B6D1-74B92C0B810A}" presName="negativeSpace" presStyleCnt="0"/>
      <dgm:spPr/>
    </dgm:pt>
    <dgm:pt modelId="{4E80E34A-3265-4601-A45E-B722E6427CBC}" type="pres">
      <dgm:prSet presAssocID="{35B8BD36-2033-49E1-B6D1-74B92C0B810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249AF27-D3F5-4244-8A27-E8682E84418B}" srcId="{447D739F-77AD-4065-A57D-BAE35A417D90}" destId="{6D9D19A6-8989-499C-8DD0-548FADA8F665}" srcOrd="0" destOrd="0" parTransId="{157204A6-3A6F-42C9-91A1-410C9C4DB026}" sibTransId="{1810318C-022E-44C5-A151-D5B4DBF5ABCF}"/>
    <dgm:cxn modelId="{78945942-101E-4D4B-AB26-63FF77B7419D}" srcId="{447D739F-77AD-4065-A57D-BAE35A417D90}" destId="{F5754F49-8E3B-4382-827C-E5818DC61882}" srcOrd="1" destOrd="0" parTransId="{187E0B66-F6F9-45FD-95A1-7B598FB7D1F8}" sibTransId="{1F004692-0DAB-4E3F-AA68-04870749DA6F}"/>
    <dgm:cxn modelId="{2B63B266-4B2B-4B03-A821-077E71ABD87D}" type="presOf" srcId="{6D9D19A6-8989-499C-8DD0-548FADA8F665}" destId="{95AC316F-7989-433A-8399-A379CAFF0B2D}" srcOrd="1" destOrd="0" presId="urn:microsoft.com/office/officeart/2005/8/layout/list1"/>
    <dgm:cxn modelId="{3EF9E569-7E0B-4370-8ECC-504106A3948C}" type="presOf" srcId="{35B8BD36-2033-49E1-B6D1-74B92C0B810A}" destId="{66B99A42-559D-40EB-93AD-29C62A2B8254}" srcOrd="0" destOrd="0" presId="urn:microsoft.com/office/officeart/2005/8/layout/list1"/>
    <dgm:cxn modelId="{63726A52-3105-468A-ACCD-BDF06E42E62C}" srcId="{447D739F-77AD-4065-A57D-BAE35A417D90}" destId="{35B8BD36-2033-49E1-B6D1-74B92C0B810A}" srcOrd="2" destOrd="0" parTransId="{DCF4AB9C-CCF6-48A7-BF62-1391EE384815}" sibTransId="{7C8E50D6-871A-4CBF-AD97-C2471E6376AA}"/>
    <dgm:cxn modelId="{576F9A75-7E78-41A8-ADC4-2A3E08A44A0A}" type="presOf" srcId="{F5754F49-8E3B-4382-827C-E5818DC61882}" destId="{94BD78DE-35FA-478F-B786-0928753BFD5E}" srcOrd="1" destOrd="0" presId="urn:microsoft.com/office/officeart/2005/8/layout/list1"/>
    <dgm:cxn modelId="{A1EC5C93-1338-476A-B14D-ECAD9B8773A0}" type="presOf" srcId="{447D739F-77AD-4065-A57D-BAE35A417D90}" destId="{38FE140A-FE71-4199-8D82-D7D43E21E94B}" srcOrd="0" destOrd="0" presId="urn:microsoft.com/office/officeart/2005/8/layout/list1"/>
    <dgm:cxn modelId="{51491AD7-3A9F-4FB4-A831-E5AB5EC7DC08}" type="presOf" srcId="{F5754F49-8E3B-4382-827C-E5818DC61882}" destId="{462ED328-B86A-4346-B19D-0C704E9746A5}" srcOrd="0" destOrd="0" presId="urn:microsoft.com/office/officeart/2005/8/layout/list1"/>
    <dgm:cxn modelId="{990D7AE0-B79D-4E9D-AA4E-6BDF0E833302}" type="presOf" srcId="{35B8BD36-2033-49E1-B6D1-74B92C0B810A}" destId="{247BB4E9-DF97-4BCD-981E-904D7E4C1E10}" srcOrd="1" destOrd="0" presId="urn:microsoft.com/office/officeart/2005/8/layout/list1"/>
    <dgm:cxn modelId="{EE82BFF3-A8A4-46A3-8A7D-F971C61463D7}" type="presOf" srcId="{6D9D19A6-8989-499C-8DD0-548FADA8F665}" destId="{236D6725-D248-4428-BC6F-394BE1E7FD7C}" srcOrd="0" destOrd="0" presId="urn:microsoft.com/office/officeart/2005/8/layout/list1"/>
    <dgm:cxn modelId="{66786002-88C7-4D22-853E-52A5E06FBE52}" type="presParOf" srcId="{38FE140A-FE71-4199-8D82-D7D43E21E94B}" destId="{5704BB4B-C1BF-4CF9-985B-12F42CAD185F}" srcOrd="0" destOrd="0" presId="urn:microsoft.com/office/officeart/2005/8/layout/list1"/>
    <dgm:cxn modelId="{E7C12CF7-C86D-4C24-B719-7349E6C2562F}" type="presParOf" srcId="{5704BB4B-C1BF-4CF9-985B-12F42CAD185F}" destId="{236D6725-D248-4428-BC6F-394BE1E7FD7C}" srcOrd="0" destOrd="0" presId="urn:microsoft.com/office/officeart/2005/8/layout/list1"/>
    <dgm:cxn modelId="{66156D28-96B2-4715-A5BF-008B7DBA6610}" type="presParOf" srcId="{5704BB4B-C1BF-4CF9-985B-12F42CAD185F}" destId="{95AC316F-7989-433A-8399-A379CAFF0B2D}" srcOrd="1" destOrd="0" presId="urn:microsoft.com/office/officeart/2005/8/layout/list1"/>
    <dgm:cxn modelId="{2890D525-35EE-4665-A870-D7BFA391A820}" type="presParOf" srcId="{38FE140A-FE71-4199-8D82-D7D43E21E94B}" destId="{7DF0C472-D228-4771-A245-A73ABAD2FD75}" srcOrd="1" destOrd="0" presId="urn:microsoft.com/office/officeart/2005/8/layout/list1"/>
    <dgm:cxn modelId="{38E27011-62E5-4852-AE2C-832A2BAC42D0}" type="presParOf" srcId="{38FE140A-FE71-4199-8D82-D7D43E21E94B}" destId="{C498B134-89C5-47B9-A48E-9F3B7BC73EA8}" srcOrd="2" destOrd="0" presId="urn:microsoft.com/office/officeart/2005/8/layout/list1"/>
    <dgm:cxn modelId="{9409F88A-7F44-449B-95D4-AE7A26A4E9FA}" type="presParOf" srcId="{38FE140A-FE71-4199-8D82-D7D43E21E94B}" destId="{D7B1338C-A5AB-4879-B672-0A175D88BC92}" srcOrd="3" destOrd="0" presId="urn:microsoft.com/office/officeart/2005/8/layout/list1"/>
    <dgm:cxn modelId="{ABFF10B9-1268-47D3-9B81-551BCD596D0D}" type="presParOf" srcId="{38FE140A-FE71-4199-8D82-D7D43E21E94B}" destId="{E0004922-A148-4850-9559-6E6F3F59C189}" srcOrd="4" destOrd="0" presId="urn:microsoft.com/office/officeart/2005/8/layout/list1"/>
    <dgm:cxn modelId="{25849147-5C28-4A25-A6BF-5865A995F378}" type="presParOf" srcId="{E0004922-A148-4850-9559-6E6F3F59C189}" destId="{462ED328-B86A-4346-B19D-0C704E9746A5}" srcOrd="0" destOrd="0" presId="urn:microsoft.com/office/officeart/2005/8/layout/list1"/>
    <dgm:cxn modelId="{F2A715AE-085A-419D-8A38-5F945C19C2F3}" type="presParOf" srcId="{E0004922-A148-4850-9559-6E6F3F59C189}" destId="{94BD78DE-35FA-478F-B786-0928753BFD5E}" srcOrd="1" destOrd="0" presId="urn:microsoft.com/office/officeart/2005/8/layout/list1"/>
    <dgm:cxn modelId="{1D5EB004-1894-432B-9664-12E64D8E4321}" type="presParOf" srcId="{38FE140A-FE71-4199-8D82-D7D43E21E94B}" destId="{96F77A03-06B9-4B01-A514-A60C705B7A7D}" srcOrd="5" destOrd="0" presId="urn:microsoft.com/office/officeart/2005/8/layout/list1"/>
    <dgm:cxn modelId="{A95FBDE4-A320-4B74-B608-D59BB8ACF64A}" type="presParOf" srcId="{38FE140A-FE71-4199-8D82-D7D43E21E94B}" destId="{52722040-735F-4F0B-A9B4-58C3BDB7046E}" srcOrd="6" destOrd="0" presId="urn:microsoft.com/office/officeart/2005/8/layout/list1"/>
    <dgm:cxn modelId="{9F39EE6D-7CA3-4BF8-B86D-98D156D23807}" type="presParOf" srcId="{38FE140A-FE71-4199-8D82-D7D43E21E94B}" destId="{70B6F04D-2E01-4C6F-992D-A411FBDC4FEE}" srcOrd="7" destOrd="0" presId="urn:microsoft.com/office/officeart/2005/8/layout/list1"/>
    <dgm:cxn modelId="{A065BD06-89EC-43F0-9908-1CEE7E5866F7}" type="presParOf" srcId="{38FE140A-FE71-4199-8D82-D7D43E21E94B}" destId="{F71D46B8-4DED-447A-A9CC-A4C1C3434DE0}" srcOrd="8" destOrd="0" presId="urn:microsoft.com/office/officeart/2005/8/layout/list1"/>
    <dgm:cxn modelId="{1A9CF1C3-C23F-489E-A25C-2B86D45FF1E0}" type="presParOf" srcId="{F71D46B8-4DED-447A-A9CC-A4C1C3434DE0}" destId="{66B99A42-559D-40EB-93AD-29C62A2B8254}" srcOrd="0" destOrd="0" presId="urn:microsoft.com/office/officeart/2005/8/layout/list1"/>
    <dgm:cxn modelId="{A22E6155-E1AE-4AD1-8ACD-24F302B87300}" type="presParOf" srcId="{F71D46B8-4DED-447A-A9CC-A4C1C3434DE0}" destId="{247BB4E9-DF97-4BCD-981E-904D7E4C1E10}" srcOrd="1" destOrd="0" presId="urn:microsoft.com/office/officeart/2005/8/layout/list1"/>
    <dgm:cxn modelId="{71C50ED2-1FCB-4F01-8FF0-BFC8B464CFF6}" type="presParOf" srcId="{38FE140A-FE71-4199-8D82-D7D43E21E94B}" destId="{2E2454E0-EA98-464B-A007-CCD2D6400709}" srcOrd="9" destOrd="0" presId="urn:microsoft.com/office/officeart/2005/8/layout/list1"/>
    <dgm:cxn modelId="{3B84835C-066A-42DB-8A5B-5661F329C235}" type="presParOf" srcId="{38FE140A-FE71-4199-8D82-D7D43E21E94B}" destId="{4E80E34A-3265-4601-A45E-B722E6427CBC}" srcOrd="10" destOrd="0" presId="urn:microsoft.com/office/officeart/2005/8/layout/list1"/>
  </dgm:cxnLst>
  <dgm:bg>
    <a:solidFill>
      <a:schemeClr val="tx2">
        <a:lumMod val="60000"/>
        <a:lumOff val="4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AC4C6BA-857C-480C-BFFA-4053845CC47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732608-4AC8-465C-BB48-08D6C4839793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168. (a) Neither of them/ (b) are going to attend/ (c) the party on 10th October/ (d) No error</a:t>
          </a:r>
          <a:endParaRPr lang="en-US" sz="3200" dirty="0"/>
        </a:p>
      </dgm:t>
    </dgm:pt>
    <dgm:pt modelId="{E68F0C49-76E7-4C35-AC9E-5472B68590D6}" type="parTrans" cxnId="{530221DD-8828-4097-8007-095782BEAAD1}">
      <dgm:prSet/>
      <dgm:spPr/>
      <dgm:t>
        <a:bodyPr/>
        <a:lstStyle/>
        <a:p>
          <a:endParaRPr lang="en-US"/>
        </a:p>
      </dgm:t>
    </dgm:pt>
    <dgm:pt modelId="{95496820-80AC-4CCF-8F44-2F9477B86029}" type="sibTrans" cxnId="{530221DD-8828-4097-8007-095782BEAAD1}">
      <dgm:prSet/>
      <dgm:spPr/>
      <dgm:t>
        <a:bodyPr/>
        <a:lstStyle/>
        <a:p>
          <a:endParaRPr lang="en-US"/>
        </a:p>
      </dgm:t>
    </dgm:pt>
    <dgm:pt modelId="{E1A11951-8772-44CD-A119-64D9621D49A1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169. (a) Ten miles are/ (b) a long distance / (c) to cover on foot./ (d) No error</a:t>
          </a:r>
        </a:p>
      </dgm:t>
    </dgm:pt>
    <dgm:pt modelId="{24F17F86-75AF-4526-9C8D-48FFFE8FD35C}" type="parTrans" cxnId="{4514EF4F-996F-433E-B13F-C7C316779D24}">
      <dgm:prSet/>
      <dgm:spPr/>
      <dgm:t>
        <a:bodyPr/>
        <a:lstStyle/>
        <a:p>
          <a:endParaRPr lang="en-US"/>
        </a:p>
      </dgm:t>
    </dgm:pt>
    <dgm:pt modelId="{601B602B-3018-4235-972A-E958655EB217}" type="sibTrans" cxnId="{4514EF4F-996F-433E-B13F-C7C316779D24}">
      <dgm:prSet/>
      <dgm:spPr/>
      <dgm:t>
        <a:bodyPr/>
        <a:lstStyle/>
        <a:p>
          <a:endParaRPr lang="en-US"/>
        </a:p>
      </dgm:t>
    </dgm:pt>
    <dgm:pt modelId="{C27F8857-3FE0-497C-B436-1669C6CB5CB6}">
      <dgm:prSet custT="1"/>
      <dgm:spPr>
        <a:solidFill>
          <a:schemeClr val="bg1"/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170. (a) If Mahatma Gandhi/ (b) was alive, he would feel sorry for the poor and downtrodden who/(c) still struggle everyday to make both ends meet. / (d) No Error</a:t>
          </a:r>
        </a:p>
      </dgm:t>
    </dgm:pt>
    <dgm:pt modelId="{E0F17211-C3B5-4FFB-8E52-C82014E53884}" type="parTrans" cxnId="{E24EE32E-F9A2-4755-8BFA-960FFB39564E}">
      <dgm:prSet/>
      <dgm:spPr/>
      <dgm:t>
        <a:bodyPr/>
        <a:lstStyle/>
        <a:p>
          <a:endParaRPr lang="en-US"/>
        </a:p>
      </dgm:t>
    </dgm:pt>
    <dgm:pt modelId="{D13D4919-99D8-4B7B-8B5E-B8E032A99E5F}" type="sibTrans" cxnId="{E24EE32E-F9A2-4755-8BFA-960FFB39564E}">
      <dgm:prSet/>
      <dgm:spPr/>
      <dgm:t>
        <a:bodyPr/>
        <a:lstStyle/>
        <a:p>
          <a:endParaRPr lang="en-US"/>
        </a:p>
      </dgm:t>
    </dgm:pt>
    <dgm:pt modelId="{DF81B0E3-B806-418D-B1A6-B0F2CF773963}" type="pres">
      <dgm:prSet presAssocID="{FAC4C6BA-857C-480C-BFFA-4053845CC471}" presName="linear" presStyleCnt="0">
        <dgm:presLayoutVars>
          <dgm:dir/>
          <dgm:animLvl val="lvl"/>
          <dgm:resizeHandles val="exact"/>
        </dgm:presLayoutVars>
      </dgm:prSet>
      <dgm:spPr/>
    </dgm:pt>
    <dgm:pt modelId="{E1D6AAEB-0B12-42B9-8294-C804FC9AA99F}" type="pres">
      <dgm:prSet presAssocID="{7F732608-4AC8-465C-BB48-08D6C4839793}" presName="parentLin" presStyleCnt="0"/>
      <dgm:spPr/>
    </dgm:pt>
    <dgm:pt modelId="{8079C21E-C573-4751-93BC-61F12B8C7578}" type="pres">
      <dgm:prSet presAssocID="{7F732608-4AC8-465C-BB48-08D6C4839793}" presName="parentLeftMargin" presStyleLbl="node1" presStyleIdx="0" presStyleCnt="3"/>
      <dgm:spPr/>
    </dgm:pt>
    <dgm:pt modelId="{6D6D625E-BC01-401A-A0A6-2BBA70BDD90B}" type="pres">
      <dgm:prSet presAssocID="{7F732608-4AC8-465C-BB48-08D6C483979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57D363E-667F-4379-99E2-866C63920B9E}" type="pres">
      <dgm:prSet presAssocID="{7F732608-4AC8-465C-BB48-08D6C4839793}" presName="negativeSpace" presStyleCnt="0"/>
      <dgm:spPr/>
    </dgm:pt>
    <dgm:pt modelId="{9C3E4B24-AA3F-4D2C-98BA-816BBAB033AA}" type="pres">
      <dgm:prSet presAssocID="{7F732608-4AC8-465C-BB48-08D6C4839793}" presName="childText" presStyleLbl="conFgAcc1" presStyleIdx="0" presStyleCnt="3">
        <dgm:presLayoutVars>
          <dgm:bulletEnabled val="1"/>
        </dgm:presLayoutVars>
      </dgm:prSet>
      <dgm:spPr/>
    </dgm:pt>
    <dgm:pt modelId="{437FC38A-6D7D-4BE5-9F82-1B157C0CCAAD}" type="pres">
      <dgm:prSet presAssocID="{95496820-80AC-4CCF-8F44-2F9477B86029}" presName="spaceBetweenRectangles" presStyleCnt="0"/>
      <dgm:spPr/>
    </dgm:pt>
    <dgm:pt modelId="{2735C1C0-6F46-4260-A1A3-EE64C1FA1F84}" type="pres">
      <dgm:prSet presAssocID="{E1A11951-8772-44CD-A119-64D9621D49A1}" presName="parentLin" presStyleCnt="0"/>
      <dgm:spPr/>
    </dgm:pt>
    <dgm:pt modelId="{034BB202-B778-42B1-944F-BFD64623CFF0}" type="pres">
      <dgm:prSet presAssocID="{E1A11951-8772-44CD-A119-64D9621D49A1}" presName="parentLeftMargin" presStyleLbl="node1" presStyleIdx="0" presStyleCnt="3"/>
      <dgm:spPr/>
    </dgm:pt>
    <dgm:pt modelId="{CB9DCC67-D6AF-4E10-9CEB-EDF1EF5DCFF4}" type="pres">
      <dgm:prSet presAssocID="{E1A11951-8772-44CD-A119-64D9621D49A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2CA824-F340-4319-AB7A-7F84E646CFBE}" type="pres">
      <dgm:prSet presAssocID="{E1A11951-8772-44CD-A119-64D9621D49A1}" presName="negativeSpace" presStyleCnt="0"/>
      <dgm:spPr/>
    </dgm:pt>
    <dgm:pt modelId="{16C82AC5-01DC-4CA1-8DEA-6B2D8AAD8E21}" type="pres">
      <dgm:prSet presAssocID="{E1A11951-8772-44CD-A119-64D9621D49A1}" presName="childText" presStyleLbl="conFgAcc1" presStyleIdx="1" presStyleCnt="3">
        <dgm:presLayoutVars>
          <dgm:bulletEnabled val="1"/>
        </dgm:presLayoutVars>
      </dgm:prSet>
      <dgm:spPr/>
    </dgm:pt>
    <dgm:pt modelId="{146113AE-567A-4798-B6F4-BEC11B313233}" type="pres">
      <dgm:prSet presAssocID="{601B602B-3018-4235-972A-E958655EB217}" presName="spaceBetweenRectangles" presStyleCnt="0"/>
      <dgm:spPr/>
    </dgm:pt>
    <dgm:pt modelId="{D3A68B27-B565-4B29-8768-295AD7E821B0}" type="pres">
      <dgm:prSet presAssocID="{C27F8857-3FE0-497C-B436-1669C6CB5CB6}" presName="parentLin" presStyleCnt="0"/>
      <dgm:spPr/>
    </dgm:pt>
    <dgm:pt modelId="{55B0765E-CE7B-4A92-A0CC-7E2BA0B1F02B}" type="pres">
      <dgm:prSet presAssocID="{C27F8857-3FE0-497C-B436-1669C6CB5CB6}" presName="parentLeftMargin" presStyleLbl="node1" presStyleIdx="1" presStyleCnt="3"/>
      <dgm:spPr/>
    </dgm:pt>
    <dgm:pt modelId="{910172D4-D015-448A-8A96-1A13C574288F}" type="pres">
      <dgm:prSet presAssocID="{C27F8857-3FE0-497C-B436-1669C6CB5CB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B2D75D6-EC91-416F-80B5-66EE3458C2E9}" type="pres">
      <dgm:prSet presAssocID="{C27F8857-3FE0-497C-B436-1669C6CB5CB6}" presName="negativeSpace" presStyleCnt="0"/>
      <dgm:spPr/>
    </dgm:pt>
    <dgm:pt modelId="{B0F76828-3A4F-4F1A-A4C5-F8050EED103C}" type="pres">
      <dgm:prSet presAssocID="{C27F8857-3FE0-497C-B436-1669C6CB5CB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2CFE205-389A-403E-8588-A19A22435BFA}" type="presOf" srcId="{C27F8857-3FE0-497C-B436-1669C6CB5CB6}" destId="{910172D4-D015-448A-8A96-1A13C574288F}" srcOrd="1" destOrd="0" presId="urn:microsoft.com/office/officeart/2005/8/layout/list1"/>
    <dgm:cxn modelId="{3489631D-9634-4C8E-A29E-97FE48809C54}" type="presOf" srcId="{E1A11951-8772-44CD-A119-64D9621D49A1}" destId="{CB9DCC67-D6AF-4E10-9CEB-EDF1EF5DCFF4}" srcOrd="1" destOrd="0" presId="urn:microsoft.com/office/officeart/2005/8/layout/list1"/>
    <dgm:cxn modelId="{41F3A821-8D8B-4CAB-BB89-AE05C3C8B665}" type="presOf" srcId="{FAC4C6BA-857C-480C-BFFA-4053845CC471}" destId="{DF81B0E3-B806-418D-B1A6-B0F2CF773963}" srcOrd="0" destOrd="0" presId="urn:microsoft.com/office/officeart/2005/8/layout/list1"/>
    <dgm:cxn modelId="{E24EE32E-F9A2-4755-8BFA-960FFB39564E}" srcId="{FAC4C6BA-857C-480C-BFFA-4053845CC471}" destId="{C27F8857-3FE0-497C-B436-1669C6CB5CB6}" srcOrd="2" destOrd="0" parTransId="{E0F17211-C3B5-4FFB-8E52-C82014E53884}" sibTransId="{D13D4919-99D8-4B7B-8B5E-B8E032A99E5F}"/>
    <dgm:cxn modelId="{4514EF4F-996F-433E-B13F-C7C316779D24}" srcId="{FAC4C6BA-857C-480C-BFFA-4053845CC471}" destId="{E1A11951-8772-44CD-A119-64D9621D49A1}" srcOrd="1" destOrd="0" parTransId="{24F17F86-75AF-4526-9C8D-48FFFE8FD35C}" sibTransId="{601B602B-3018-4235-972A-E958655EB217}"/>
    <dgm:cxn modelId="{DBEC0989-9711-4F9B-BF3D-4467473BE2B5}" type="presOf" srcId="{C27F8857-3FE0-497C-B436-1669C6CB5CB6}" destId="{55B0765E-CE7B-4A92-A0CC-7E2BA0B1F02B}" srcOrd="0" destOrd="0" presId="urn:microsoft.com/office/officeart/2005/8/layout/list1"/>
    <dgm:cxn modelId="{A22504A3-D6AE-44BF-A37E-FB9C99EE1898}" type="presOf" srcId="{7F732608-4AC8-465C-BB48-08D6C4839793}" destId="{8079C21E-C573-4751-93BC-61F12B8C7578}" srcOrd="0" destOrd="0" presId="urn:microsoft.com/office/officeart/2005/8/layout/list1"/>
    <dgm:cxn modelId="{BB8F80A6-8995-4AB5-8FD4-507D2F42DDE6}" type="presOf" srcId="{E1A11951-8772-44CD-A119-64D9621D49A1}" destId="{034BB202-B778-42B1-944F-BFD64623CFF0}" srcOrd="0" destOrd="0" presId="urn:microsoft.com/office/officeart/2005/8/layout/list1"/>
    <dgm:cxn modelId="{3926CFC3-56FE-484D-BAE0-CFC157567254}" type="presOf" srcId="{7F732608-4AC8-465C-BB48-08D6C4839793}" destId="{6D6D625E-BC01-401A-A0A6-2BBA70BDD90B}" srcOrd="1" destOrd="0" presId="urn:microsoft.com/office/officeart/2005/8/layout/list1"/>
    <dgm:cxn modelId="{530221DD-8828-4097-8007-095782BEAAD1}" srcId="{FAC4C6BA-857C-480C-BFFA-4053845CC471}" destId="{7F732608-4AC8-465C-BB48-08D6C4839793}" srcOrd="0" destOrd="0" parTransId="{E68F0C49-76E7-4C35-AC9E-5472B68590D6}" sibTransId="{95496820-80AC-4CCF-8F44-2F9477B86029}"/>
    <dgm:cxn modelId="{BAB720DB-89E2-4E6B-B5C4-D0FA240A1B04}" type="presParOf" srcId="{DF81B0E3-B806-418D-B1A6-B0F2CF773963}" destId="{E1D6AAEB-0B12-42B9-8294-C804FC9AA99F}" srcOrd="0" destOrd="0" presId="urn:microsoft.com/office/officeart/2005/8/layout/list1"/>
    <dgm:cxn modelId="{5ABD9111-15B8-4F72-BC20-DBDC057BF33A}" type="presParOf" srcId="{E1D6AAEB-0B12-42B9-8294-C804FC9AA99F}" destId="{8079C21E-C573-4751-93BC-61F12B8C7578}" srcOrd="0" destOrd="0" presId="urn:microsoft.com/office/officeart/2005/8/layout/list1"/>
    <dgm:cxn modelId="{EE3C9D3D-D892-4699-85F3-8EFEC4E8E344}" type="presParOf" srcId="{E1D6AAEB-0B12-42B9-8294-C804FC9AA99F}" destId="{6D6D625E-BC01-401A-A0A6-2BBA70BDD90B}" srcOrd="1" destOrd="0" presId="urn:microsoft.com/office/officeart/2005/8/layout/list1"/>
    <dgm:cxn modelId="{F6E4B6E1-980B-418E-9D7C-B2C5810B0D97}" type="presParOf" srcId="{DF81B0E3-B806-418D-B1A6-B0F2CF773963}" destId="{A57D363E-667F-4379-99E2-866C63920B9E}" srcOrd="1" destOrd="0" presId="urn:microsoft.com/office/officeart/2005/8/layout/list1"/>
    <dgm:cxn modelId="{8C898422-D33E-48D8-8259-26491952EC8F}" type="presParOf" srcId="{DF81B0E3-B806-418D-B1A6-B0F2CF773963}" destId="{9C3E4B24-AA3F-4D2C-98BA-816BBAB033AA}" srcOrd="2" destOrd="0" presId="urn:microsoft.com/office/officeart/2005/8/layout/list1"/>
    <dgm:cxn modelId="{3A2A945F-D673-40B6-A13E-1D6707B2D06C}" type="presParOf" srcId="{DF81B0E3-B806-418D-B1A6-B0F2CF773963}" destId="{437FC38A-6D7D-4BE5-9F82-1B157C0CCAAD}" srcOrd="3" destOrd="0" presId="urn:microsoft.com/office/officeart/2005/8/layout/list1"/>
    <dgm:cxn modelId="{84B857B8-6905-4762-8B84-9E2817A462D8}" type="presParOf" srcId="{DF81B0E3-B806-418D-B1A6-B0F2CF773963}" destId="{2735C1C0-6F46-4260-A1A3-EE64C1FA1F84}" srcOrd="4" destOrd="0" presId="urn:microsoft.com/office/officeart/2005/8/layout/list1"/>
    <dgm:cxn modelId="{82232F74-A989-4AB6-BF61-20970782432B}" type="presParOf" srcId="{2735C1C0-6F46-4260-A1A3-EE64C1FA1F84}" destId="{034BB202-B778-42B1-944F-BFD64623CFF0}" srcOrd="0" destOrd="0" presId="urn:microsoft.com/office/officeart/2005/8/layout/list1"/>
    <dgm:cxn modelId="{5FD23E8E-1B2B-4F25-9CC7-03AC84298969}" type="presParOf" srcId="{2735C1C0-6F46-4260-A1A3-EE64C1FA1F84}" destId="{CB9DCC67-D6AF-4E10-9CEB-EDF1EF5DCFF4}" srcOrd="1" destOrd="0" presId="urn:microsoft.com/office/officeart/2005/8/layout/list1"/>
    <dgm:cxn modelId="{B5474965-0DBD-43FF-823D-E3EC9B2F8893}" type="presParOf" srcId="{DF81B0E3-B806-418D-B1A6-B0F2CF773963}" destId="{D12CA824-F340-4319-AB7A-7F84E646CFBE}" srcOrd="5" destOrd="0" presId="urn:microsoft.com/office/officeart/2005/8/layout/list1"/>
    <dgm:cxn modelId="{D2E70B80-4207-422A-8639-6D1F35E3F94F}" type="presParOf" srcId="{DF81B0E3-B806-418D-B1A6-B0F2CF773963}" destId="{16C82AC5-01DC-4CA1-8DEA-6B2D8AAD8E21}" srcOrd="6" destOrd="0" presId="urn:microsoft.com/office/officeart/2005/8/layout/list1"/>
    <dgm:cxn modelId="{57CF8997-DAAE-489F-B4BD-4049A2F1384C}" type="presParOf" srcId="{DF81B0E3-B806-418D-B1A6-B0F2CF773963}" destId="{146113AE-567A-4798-B6F4-BEC11B313233}" srcOrd="7" destOrd="0" presId="urn:microsoft.com/office/officeart/2005/8/layout/list1"/>
    <dgm:cxn modelId="{753151E0-390E-4A17-A540-4AD0A9EC20B2}" type="presParOf" srcId="{DF81B0E3-B806-418D-B1A6-B0F2CF773963}" destId="{D3A68B27-B565-4B29-8768-295AD7E821B0}" srcOrd="8" destOrd="0" presId="urn:microsoft.com/office/officeart/2005/8/layout/list1"/>
    <dgm:cxn modelId="{EAF0F425-EF83-4EC8-BA87-E004A9463DB0}" type="presParOf" srcId="{D3A68B27-B565-4B29-8768-295AD7E821B0}" destId="{55B0765E-CE7B-4A92-A0CC-7E2BA0B1F02B}" srcOrd="0" destOrd="0" presId="urn:microsoft.com/office/officeart/2005/8/layout/list1"/>
    <dgm:cxn modelId="{38491794-C0FC-48FB-8C44-5E9589A3B5E3}" type="presParOf" srcId="{D3A68B27-B565-4B29-8768-295AD7E821B0}" destId="{910172D4-D015-448A-8A96-1A13C574288F}" srcOrd="1" destOrd="0" presId="urn:microsoft.com/office/officeart/2005/8/layout/list1"/>
    <dgm:cxn modelId="{52D523D9-61F4-4E3D-8752-465F1910E379}" type="presParOf" srcId="{DF81B0E3-B806-418D-B1A6-B0F2CF773963}" destId="{2B2D75D6-EC91-416F-80B5-66EE3458C2E9}" srcOrd="9" destOrd="0" presId="urn:microsoft.com/office/officeart/2005/8/layout/list1"/>
    <dgm:cxn modelId="{323B7C96-4C5F-421F-9C8D-5C050FEAA8E3}" type="presParOf" srcId="{DF81B0E3-B806-418D-B1A6-B0F2CF773963}" destId="{B0F76828-3A4F-4F1A-A4C5-F8050EED103C}" srcOrd="10" destOrd="0" presId="urn:microsoft.com/office/officeart/2005/8/layout/list1"/>
  </dgm:cxnLst>
  <dgm:bg>
    <a:solidFill>
      <a:schemeClr val="accent4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FAC4C6BA-857C-480C-BFFA-4053845CC47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732608-4AC8-465C-BB48-08D6C4839793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(a)</a:t>
          </a:r>
          <a:r>
            <a:rPr lang="en-IN" sz="3200" b="1" dirty="0">
              <a:solidFill>
                <a:srgbClr val="C00000"/>
              </a:solidFill>
            </a:rPr>
            <a:t> Neither </a:t>
          </a:r>
          <a:r>
            <a:rPr lang="en-IN" sz="3200" b="1" dirty="0">
              <a:solidFill>
                <a:schemeClr val="tx1"/>
              </a:solidFill>
            </a:rPr>
            <a:t>of them/ (b) </a:t>
          </a:r>
          <a:r>
            <a:rPr lang="en-IN" sz="3200" b="1" dirty="0">
              <a:solidFill>
                <a:srgbClr val="C00000"/>
              </a:solidFill>
            </a:rPr>
            <a:t>is</a:t>
          </a:r>
          <a:r>
            <a:rPr lang="en-IN" sz="3200" b="1" dirty="0">
              <a:solidFill>
                <a:schemeClr val="tx1"/>
              </a:solidFill>
            </a:rPr>
            <a:t>  </a:t>
          </a:r>
          <a:r>
            <a:rPr lang="en-IN" sz="3200" b="1" strike="sngStrike" dirty="0">
              <a:solidFill>
                <a:srgbClr val="C00000"/>
              </a:solidFill>
            </a:rPr>
            <a:t>are</a:t>
          </a:r>
          <a:r>
            <a:rPr lang="en-IN" sz="3200" b="1" dirty="0">
              <a:solidFill>
                <a:schemeClr val="tx1"/>
              </a:solidFill>
            </a:rPr>
            <a:t> going to attend/ (c) the party on 10th October/ (d) No error</a:t>
          </a:r>
          <a:endParaRPr lang="en-US" sz="3200" dirty="0"/>
        </a:p>
      </dgm:t>
    </dgm:pt>
    <dgm:pt modelId="{E68F0C49-76E7-4C35-AC9E-5472B68590D6}" type="parTrans" cxnId="{530221DD-8828-4097-8007-095782BEAAD1}">
      <dgm:prSet/>
      <dgm:spPr/>
      <dgm:t>
        <a:bodyPr/>
        <a:lstStyle/>
        <a:p>
          <a:endParaRPr lang="en-US"/>
        </a:p>
      </dgm:t>
    </dgm:pt>
    <dgm:pt modelId="{95496820-80AC-4CCF-8F44-2F9477B86029}" type="sibTrans" cxnId="{530221DD-8828-4097-8007-095782BEAAD1}">
      <dgm:prSet/>
      <dgm:spPr/>
      <dgm:t>
        <a:bodyPr/>
        <a:lstStyle/>
        <a:p>
          <a:endParaRPr lang="en-US"/>
        </a:p>
      </dgm:t>
    </dgm:pt>
    <dgm:pt modelId="{E1A11951-8772-44CD-A119-64D9621D49A1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(a) </a:t>
          </a:r>
          <a:r>
            <a:rPr lang="en-IN" sz="3200" b="1" dirty="0">
              <a:solidFill>
                <a:srgbClr val="C00000"/>
              </a:solidFill>
            </a:rPr>
            <a:t>Ten miles is </a:t>
          </a:r>
          <a:r>
            <a:rPr lang="en-IN" sz="3200" b="1" strike="sngStrike" dirty="0">
              <a:solidFill>
                <a:srgbClr val="C00000"/>
              </a:solidFill>
            </a:rPr>
            <a:t>are</a:t>
          </a:r>
          <a:r>
            <a:rPr lang="en-IN" sz="3200" b="1" dirty="0">
              <a:solidFill>
                <a:schemeClr val="tx1"/>
              </a:solidFill>
            </a:rPr>
            <a:t>/ (b) a long distance / (c) to cover on foot./ (d) No error </a:t>
          </a:r>
          <a:r>
            <a:rPr lang="en-IN" sz="3200" b="1" dirty="0">
              <a:solidFill>
                <a:srgbClr val="C00000"/>
              </a:solidFill>
            </a:rPr>
            <a:t>(unit of measurement)</a:t>
          </a:r>
        </a:p>
      </dgm:t>
    </dgm:pt>
    <dgm:pt modelId="{24F17F86-75AF-4526-9C8D-48FFFE8FD35C}" type="parTrans" cxnId="{4514EF4F-996F-433E-B13F-C7C316779D24}">
      <dgm:prSet/>
      <dgm:spPr/>
      <dgm:t>
        <a:bodyPr/>
        <a:lstStyle/>
        <a:p>
          <a:endParaRPr lang="en-US"/>
        </a:p>
      </dgm:t>
    </dgm:pt>
    <dgm:pt modelId="{601B602B-3018-4235-972A-E958655EB217}" type="sibTrans" cxnId="{4514EF4F-996F-433E-B13F-C7C316779D24}">
      <dgm:prSet/>
      <dgm:spPr/>
      <dgm:t>
        <a:bodyPr/>
        <a:lstStyle/>
        <a:p>
          <a:endParaRPr lang="en-US"/>
        </a:p>
      </dgm:t>
    </dgm:pt>
    <dgm:pt modelId="{C27F8857-3FE0-497C-B436-1669C6CB5CB6}">
      <dgm:prSet custT="1"/>
      <dgm:spPr>
        <a:solidFill>
          <a:schemeClr val="bg1"/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(a) </a:t>
          </a:r>
          <a:r>
            <a:rPr lang="en-IN" sz="2400" b="1" dirty="0">
              <a:solidFill>
                <a:srgbClr val="C00000"/>
              </a:solidFill>
            </a:rPr>
            <a:t>If</a:t>
          </a:r>
          <a:r>
            <a:rPr lang="en-IN" sz="2400" b="1" dirty="0">
              <a:solidFill>
                <a:schemeClr val="tx1"/>
              </a:solidFill>
            </a:rPr>
            <a:t> Mahatma Gandhi/ (b) </a:t>
          </a:r>
          <a:r>
            <a:rPr lang="en-IN" sz="2400" b="1" dirty="0">
              <a:solidFill>
                <a:srgbClr val="C00000"/>
              </a:solidFill>
            </a:rPr>
            <a:t>were </a:t>
          </a:r>
          <a:r>
            <a:rPr lang="en-IN" sz="2400" b="1" strike="sngStrike" dirty="0">
              <a:solidFill>
                <a:srgbClr val="C00000"/>
              </a:solidFill>
            </a:rPr>
            <a:t> was </a:t>
          </a:r>
          <a:r>
            <a:rPr lang="en-IN" sz="2400" b="1" dirty="0">
              <a:solidFill>
                <a:schemeClr val="tx1"/>
              </a:solidFill>
            </a:rPr>
            <a:t>alive, he would feel sorry for the poor and downtrodden who/(c) still struggle everyday to make both ends meet. / (d) No Error</a:t>
          </a:r>
        </a:p>
        <a:p>
          <a:r>
            <a:rPr lang="en-IN" sz="2400" b="1" dirty="0">
              <a:solidFill>
                <a:srgbClr val="C00000"/>
              </a:solidFill>
            </a:rPr>
            <a:t>(Second conditional)</a:t>
          </a:r>
        </a:p>
      </dgm:t>
    </dgm:pt>
    <dgm:pt modelId="{E0F17211-C3B5-4FFB-8E52-C82014E53884}" type="parTrans" cxnId="{E24EE32E-F9A2-4755-8BFA-960FFB39564E}">
      <dgm:prSet/>
      <dgm:spPr/>
      <dgm:t>
        <a:bodyPr/>
        <a:lstStyle/>
        <a:p>
          <a:endParaRPr lang="en-US"/>
        </a:p>
      </dgm:t>
    </dgm:pt>
    <dgm:pt modelId="{D13D4919-99D8-4B7B-8B5E-B8E032A99E5F}" type="sibTrans" cxnId="{E24EE32E-F9A2-4755-8BFA-960FFB39564E}">
      <dgm:prSet/>
      <dgm:spPr/>
      <dgm:t>
        <a:bodyPr/>
        <a:lstStyle/>
        <a:p>
          <a:endParaRPr lang="en-US"/>
        </a:p>
      </dgm:t>
    </dgm:pt>
    <dgm:pt modelId="{DF81B0E3-B806-418D-B1A6-B0F2CF773963}" type="pres">
      <dgm:prSet presAssocID="{FAC4C6BA-857C-480C-BFFA-4053845CC471}" presName="linear" presStyleCnt="0">
        <dgm:presLayoutVars>
          <dgm:dir/>
          <dgm:animLvl val="lvl"/>
          <dgm:resizeHandles val="exact"/>
        </dgm:presLayoutVars>
      </dgm:prSet>
      <dgm:spPr/>
    </dgm:pt>
    <dgm:pt modelId="{E1D6AAEB-0B12-42B9-8294-C804FC9AA99F}" type="pres">
      <dgm:prSet presAssocID="{7F732608-4AC8-465C-BB48-08D6C4839793}" presName="parentLin" presStyleCnt="0"/>
      <dgm:spPr/>
    </dgm:pt>
    <dgm:pt modelId="{8079C21E-C573-4751-93BC-61F12B8C7578}" type="pres">
      <dgm:prSet presAssocID="{7F732608-4AC8-465C-BB48-08D6C4839793}" presName="parentLeftMargin" presStyleLbl="node1" presStyleIdx="0" presStyleCnt="3"/>
      <dgm:spPr/>
    </dgm:pt>
    <dgm:pt modelId="{6D6D625E-BC01-401A-A0A6-2BBA70BDD90B}" type="pres">
      <dgm:prSet presAssocID="{7F732608-4AC8-465C-BB48-08D6C483979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57D363E-667F-4379-99E2-866C63920B9E}" type="pres">
      <dgm:prSet presAssocID="{7F732608-4AC8-465C-BB48-08D6C4839793}" presName="negativeSpace" presStyleCnt="0"/>
      <dgm:spPr/>
    </dgm:pt>
    <dgm:pt modelId="{9C3E4B24-AA3F-4D2C-98BA-816BBAB033AA}" type="pres">
      <dgm:prSet presAssocID="{7F732608-4AC8-465C-BB48-08D6C4839793}" presName="childText" presStyleLbl="conFgAcc1" presStyleIdx="0" presStyleCnt="3">
        <dgm:presLayoutVars>
          <dgm:bulletEnabled val="1"/>
        </dgm:presLayoutVars>
      </dgm:prSet>
      <dgm:spPr/>
    </dgm:pt>
    <dgm:pt modelId="{437FC38A-6D7D-4BE5-9F82-1B157C0CCAAD}" type="pres">
      <dgm:prSet presAssocID="{95496820-80AC-4CCF-8F44-2F9477B86029}" presName="spaceBetweenRectangles" presStyleCnt="0"/>
      <dgm:spPr/>
    </dgm:pt>
    <dgm:pt modelId="{2735C1C0-6F46-4260-A1A3-EE64C1FA1F84}" type="pres">
      <dgm:prSet presAssocID="{E1A11951-8772-44CD-A119-64D9621D49A1}" presName="parentLin" presStyleCnt="0"/>
      <dgm:spPr/>
    </dgm:pt>
    <dgm:pt modelId="{034BB202-B778-42B1-944F-BFD64623CFF0}" type="pres">
      <dgm:prSet presAssocID="{E1A11951-8772-44CD-A119-64D9621D49A1}" presName="parentLeftMargin" presStyleLbl="node1" presStyleIdx="0" presStyleCnt="3"/>
      <dgm:spPr/>
    </dgm:pt>
    <dgm:pt modelId="{CB9DCC67-D6AF-4E10-9CEB-EDF1EF5DCFF4}" type="pres">
      <dgm:prSet presAssocID="{E1A11951-8772-44CD-A119-64D9621D49A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2CA824-F340-4319-AB7A-7F84E646CFBE}" type="pres">
      <dgm:prSet presAssocID="{E1A11951-8772-44CD-A119-64D9621D49A1}" presName="negativeSpace" presStyleCnt="0"/>
      <dgm:spPr/>
    </dgm:pt>
    <dgm:pt modelId="{16C82AC5-01DC-4CA1-8DEA-6B2D8AAD8E21}" type="pres">
      <dgm:prSet presAssocID="{E1A11951-8772-44CD-A119-64D9621D49A1}" presName="childText" presStyleLbl="conFgAcc1" presStyleIdx="1" presStyleCnt="3">
        <dgm:presLayoutVars>
          <dgm:bulletEnabled val="1"/>
        </dgm:presLayoutVars>
      </dgm:prSet>
      <dgm:spPr/>
    </dgm:pt>
    <dgm:pt modelId="{146113AE-567A-4798-B6F4-BEC11B313233}" type="pres">
      <dgm:prSet presAssocID="{601B602B-3018-4235-972A-E958655EB217}" presName="spaceBetweenRectangles" presStyleCnt="0"/>
      <dgm:spPr/>
    </dgm:pt>
    <dgm:pt modelId="{D3A68B27-B565-4B29-8768-295AD7E821B0}" type="pres">
      <dgm:prSet presAssocID="{C27F8857-3FE0-497C-B436-1669C6CB5CB6}" presName="parentLin" presStyleCnt="0"/>
      <dgm:spPr/>
    </dgm:pt>
    <dgm:pt modelId="{55B0765E-CE7B-4A92-A0CC-7E2BA0B1F02B}" type="pres">
      <dgm:prSet presAssocID="{C27F8857-3FE0-497C-B436-1669C6CB5CB6}" presName="parentLeftMargin" presStyleLbl="node1" presStyleIdx="1" presStyleCnt="3"/>
      <dgm:spPr/>
    </dgm:pt>
    <dgm:pt modelId="{910172D4-D015-448A-8A96-1A13C574288F}" type="pres">
      <dgm:prSet presAssocID="{C27F8857-3FE0-497C-B436-1669C6CB5CB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B2D75D6-EC91-416F-80B5-66EE3458C2E9}" type="pres">
      <dgm:prSet presAssocID="{C27F8857-3FE0-497C-B436-1669C6CB5CB6}" presName="negativeSpace" presStyleCnt="0"/>
      <dgm:spPr/>
    </dgm:pt>
    <dgm:pt modelId="{B0F76828-3A4F-4F1A-A4C5-F8050EED103C}" type="pres">
      <dgm:prSet presAssocID="{C27F8857-3FE0-497C-B436-1669C6CB5CB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2CFE205-389A-403E-8588-A19A22435BFA}" type="presOf" srcId="{C27F8857-3FE0-497C-B436-1669C6CB5CB6}" destId="{910172D4-D015-448A-8A96-1A13C574288F}" srcOrd="1" destOrd="0" presId="urn:microsoft.com/office/officeart/2005/8/layout/list1"/>
    <dgm:cxn modelId="{3489631D-9634-4C8E-A29E-97FE48809C54}" type="presOf" srcId="{E1A11951-8772-44CD-A119-64D9621D49A1}" destId="{CB9DCC67-D6AF-4E10-9CEB-EDF1EF5DCFF4}" srcOrd="1" destOrd="0" presId="urn:microsoft.com/office/officeart/2005/8/layout/list1"/>
    <dgm:cxn modelId="{41F3A821-8D8B-4CAB-BB89-AE05C3C8B665}" type="presOf" srcId="{FAC4C6BA-857C-480C-BFFA-4053845CC471}" destId="{DF81B0E3-B806-418D-B1A6-B0F2CF773963}" srcOrd="0" destOrd="0" presId="urn:microsoft.com/office/officeart/2005/8/layout/list1"/>
    <dgm:cxn modelId="{E24EE32E-F9A2-4755-8BFA-960FFB39564E}" srcId="{FAC4C6BA-857C-480C-BFFA-4053845CC471}" destId="{C27F8857-3FE0-497C-B436-1669C6CB5CB6}" srcOrd="2" destOrd="0" parTransId="{E0F17211-C3B5-4FFB-8E52-C82014E53884}" sibTransId="{D13D4919-99D8-4B7B-8B5E-B8E032A99E5F}"/>
    <dgm:cxn modelId="{4514EF4F-996F-433E-B13F-C7C316779D24}" srcId="{FAC4C6BA-857C-480C-BFFA-4053845CC471}" destId="{E1A11951-8772-44CD-A119-64D9621D49A1}" srcOrd="1" destOrd="0" parTransId="{24F17F86-75AF-4526-9C8D-48FFFE8FD35C}" sibTransId="{601B602B-3018-4235-972A-E958655EB217}"/>
    <dgm:cxn modelId="{DBEC0989-9711-4F9B-BF3D-4467473BE2B5}" type="presOf" srcId="{C27F8857-3FE0-497C-B436-1669C6CB5CB6}" destId="{55B0765E-CE7B-4A92-A0CC-7E2BA0B1F02B}" srcOrd="0" destOrd="0" presId="urn:microsoft.com/office/officeart/2005/8/layout/list1"/>
    <dgm:cxn modelId="{A22504A3-D6AE-44BF-A37E-FB9C99EE1898}" type="presOf" srcId="{7F732608-4AC8-465C-BB48-08D6C4839793}" destId="{8079C21E-C573-4751-93BC-61F12B8C7578}" srcOrd="0" destOrd="0" presId="urn:microsoft.com/office/officeart/2005/8/layout/list1"/>
    <dgm:cxn modelId="{BB8F80A6-8995-4AB5-8FD4-507D2F42DDE6}" type="presOf" srcId="{E1A11951-8772-44CD-A119-64D9621D49A1}" destId="{034BB202-B778-42B1-944F-BFD64623CFF0}" srcOrd="0" destOrd="0" presId="urn:microsoft.com/office/officeart/2005/8/layout/list1"/>
    <dgm:cxn modelId="{3926CFC3-56FE-484D-BAE0-CFC157567254}" type="presOf" srcId="{7F732608-4AC8-465C-BB48-08D6C4839793}" destId="{6D6D625E-BC01-401A-A0A6-2BBA70BDD90B}" srcOrd="1" destOrd="0" presId="urn:microsoft.com/office/officeart/2005/8/layout/list1"/>
    <dgm:cxn modelId="{530221DD-8828-4097-8007-095782BEAAD1}" srcId="{FAC4C6BA-857C-480C-BFFA-4053845CC471}" destId="{7F732608-4AC8-465C-BB48-08D6C4839793}" srcOrd="0" destOrd="0" parTransId="{E68F0C49-76E7-4C35-AC9E-5472B68590D6}" sibTransId="{95496820-80AC-4CCF-8F44-2F9477B86029}"/>
    <dgm:cxn modelId="{BAB720DB-89E2-4E6B-B5C4-D0FA240A1B04}" type="presParOf" srcId="{DF81B0E3-B806-418D-B1A6-B0F2CF773963}" destId="{E1D6AAEB-0B12-42B9-8294-C804FC9AA99F}" srcOrd="0" destOrd="0" presId="urn:microsoft.com/office/officeart/2005/8/layout/list1"/>
    <dgm:cxn modelId="{5ABD9111-15B8-4F72-BC20-DBDC057BF33A}" type="presParOf" srcId="{E1D6AAEB-0B12-42B9-8294-C804FC9AA99F}" destId="{8079C21E-C573-4751-93BC-61F12B8C7578}" srcOrd="0" destOrd="0" presId="urn:microsoft.com/office/officeart/2005/8/layout/list1"/>
    <dgm:cxn modelId="{EE3C9D3D-D892-4699-85F3-8EFEC4E8E344}" type="presParOf" srcId="{E1D6AAEB-0B12-42B9-8294-C804FC9AA99F}" destId="{6D6D625E-BC01-401A-A0A6-2BBA70BDD90B}" srcOrd="1" destOrd="0" presId="urn:microsoft.com/office/officeart/2005/8/layout/list1"/>
    <dgm:cxn modelId="{F6E4B6E1-980B-418E-9D7C-B2C5810B0D97}" type="presParOf" srcId="{DF81B0E3-B806-418D-B1A6-B0F2CF773963}" destId="{A57D363E-667F-4379-99E2-866C63920B9E}" srcOrd="1" destOrd="0" presId="urn:microsoft.com/office/officeart/2005/8/layout/list1"/>
    <dgm:cxn modelId="{8C898422-D33E-48D8-8259-26491952EC8F}" type="presParOf" srcId="{DF81B0E3-B806-418D-B1A6-B0F2CF773963}" destId="{9C3E4B24-AA3F-4D2C-98BA-816BBAB033AA}" srcOrd="2" destOrd="0" presId="urn:microsoft.com/office/officeart/2005/8/layout/list1"/>
    <dgm:cxn modelId="{3A2A945F-D673-40B6-A13E-1D6707B2D06C}" type="presParOf" srcId="{DF81B0E3-B806-418D-B1A6-B0F2CF773963}" destId="{437FC38A-6D7D-4BE5-9F82-1B157C0CCAAD}" srcOrd="3" destOrd="0" presId="urn:microsoft.com/office/officeart/2005/8/layout/list1"/>
    <dgm:cxn modelId="{84B857B8-6905-4762-8B84-9E2817A462D8}" type="presParOf" srcId="{DF81B0E3-B806-418D-B1A6-B0F2CF773963}" destId="{2735C1C0-6F46-4260-A1A3-EE64C1FA1F84}" srcOrd="4" destOrd="0" presId="urn:microsoft.com/office/officeart/2005/8/layout/list1"/>
    <dgm:cxn modelId="{82232F74-A989-4AB6-BF61-20970782432B}" type="presParOf" srcId="{2735C1C0-6F46-4260-A1A3-EE64C1FA1F84}" destId="{034BB202-B778-42B1-944F-BFD64623CFF0}" srcOrd="0" destOrd="0" presId="urn:microsoft.com/office/officeart/2005/8/layout/list1"/>
    <dgm:cxn modelId="{5FD23E8E-1B2B-4F25-9CC7-03AC84298969}" type="presParOf" srcId="{2735C1C0-6F46-4260-A1A3-EE64C1FA1F84}" destId="{CB9DCC67-D6AF-4E10-9CEB-EDF1EF5DCFF4}" srcOrd="1" destOrd="0" presId="urn:microsoft.com/office/officeart/2005/8/layout/list1"/>
    <dgm:cxn modelId="{B5474965-0DBD-43FF-823D-E3EC9B2F8893}" type="presParOf" srcId="{DF81B0E3-B806-418D-B1A6-B0F2CF773963}" destId="{D12CA824-F340-4319-AB7A-7F84E646CFBE}" srcOrd="5" destOrd="0" presId="urn:microsoft.com/office/officeart/2005/8/layout/list1"/>
    <dgm:cxn modelId="{D2E70B80-4207-422A-8639-6D1F35E3F94F}" type="presParOf" srcId="{DF81B0E3-B806-418D-B1A6-B0F2CF773963}" destId="{16C82AC5-01DC-4CA1-8DEA-6B2D8AAD8E21}" srcOrd="6" destOrd="0" presId="urn:microsoft.com/office/officeart/2005/8/layout/list1"/>
    <dgm:cxn modelId="{57CF8997-DAAE-489F-B4BD-4049A2F1384C}" type="presParOf" srcId="{DF81B0E3-B806-418D-B1A6-B0F2CF773963}" destId="{146113AE-567A-4798-B6F4-BEC11B313233}" srcOrd="7" destOrd="0" presId="urn:microsoft.com/office/officeart/2005/8/layout/list1"/>
    <dgm:cxn modelId="{753151E0-390E-4A17-A540-4AD0A9EC20B2}" type="presParOf" srcId="{DF81B0E3-B806-418D-B1A6-B0F2CF773963}" destId="{D3A68B27-B565-4B29-8768-295AD7E821B0}" srcOrd="8" destOrd="0" presId="urn:microsoft.com/office/officeart/2005/8/layout/list1"/>
    <dgm:cxn modelId="{EAF0F425-EF83-4EC8-BA87-E004A9463DB0}" type="presParOf" srcId="{D3A68B27-B565-4B29-8768-295AD7E821B0}" destId="{55B0765E-CE7B-4A92-A0CC-7E2BA0B1F02B}" srcOrd="0" destOrd="0" presId="urn:microsoft.com/office/officeart/2005/8/layout/list1"/>
    <dgm:cxn modelId="{38491794-C0FC-48FB-8C44-5E9589A3B5E3}" type="presParOf" srcId="{D3A68B27-B565-4B29-8768-295AD7E821B0}" destId="{910172D4-D015-448A-8A96-1A13C574288F}" srcOrd="1" destOrd="0" presId="urn:microsoft.com/office/officeart/2005/8/layout/list1"/>
    <dgm:cxn modelId="{52D523D9-61F4-4E3D-8752-465F1910E379}" type="presParOf" srcId="{DF81B0E3-B806-418D-B1A6-B0F2CF773963}" destId="{2B2D75D6-EC91-416F-80B5-66EE3458C2E9}" srcOrd="9" destOrd="0" presId="urn:microsoft.com/office/officeart/2005/8/layout/list1"/>
    <dgm:cxn modelId="{323B7C96-4C5F-421F-9C8D-5C050FEAA8E3}" type="presParOf" srcId="{DF81B0E3-B806-418D-B1A6-B0F2CF773963}" destId="{B0F76828-3A4F-4F1A-A4C5-F8050EED103C}" srcOrd="10" destOrd="0" presId="urn:microsoft.com/office/officeart/2005/8/layout/list1"/>
  </dgm:cxnLst>
  <dgm:bg>
    <a:solidFill>
      <a:schemeClr val="accent4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DDB033BF-E241-471D-94B4-D34F255EE58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BA3CFCE-6F25-4632-A6FE-ABDC2AE3C575}">
      <dgm:prSet phldrT="[Text]" custT="1"/>
      <dgm:spPr>
        <a:solidFill>
          <a:schemeClr val="bg1"/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171. (a) Having acquired some experience/ (b) she is no longer one of those who believes/ (c) every explanation they are given./ (d) No error</a:t>
          </a:r>
          <a:endParaRPr lang="en-US" sz="2400" b="1" dirty="0">
            <a:solidFill>
              <a:schemeClr val="tx1"/>
            </a:solidFill>
          </a:endParaRPr>
        </a:p>
      </dgm:t>
    </dgm:pt>
    <dgm:pt modelId="{48373D17-A8CF-4555-825A-45C08FA6AA21}" type="parTrans" cxnId="{9F89D304-4C63-4772-BB93-98872F78E2DB}">
      <dgm:prSet/>
      <dgm:spPr/>
      <dgm:t>
        <a:bodyPr/>
        <a:lstStyle/>
        <a:p>
          <a:endParaRPr lang="en-US"/>
        </a:p>
      </dgm:t>
    </dgm:pt>
    <dgm:pt modelId="{F4BDA5F5-5516-46F8-86DD-384314A3F075}" type="sibTrans" cxnId="{9F89D304-4C63-4772-BB93-98872F78E2DB}">
      <dgm:prSet/>
      <dgm:spPr/>
      <dgm:t>
        <a:bodyPr/>
        <a:lstStyle/>
        <a:p>
          <a:endParaRPr lang="en-US"/>
        </a:p>
      </dgm:t>
    </dgm:pt>
    <dgm:pt modelId="{5AFBA601-ADEE-4DDD-9B73-E9DEA3006AC7}">
      <dgm:prSet custT="1"/>
      <dgm:spPr>
        <a:solidFill>
          <a:schemeClr val="bg1"/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172. (a) With regard to implementation of the/ (b) details of the proposal, the committee was divided/ (c) in their opinion./ (d) No error</a:t>
          </a:r>
        </a:p>
      </dgm:t>
    </dgm:pt>
    <dgm:pt modelId="{272DA03C-E7EB-448B-A75F-2F0749924CC1}" type="parTrans" cxnId="{909D59AB-693F-4875-9258-E9813E38C3F2}">
      <dgm:prSet/>
      <dgm:spPr/>
      <dgm:t>
        <a:bodyPr/>
        <a:lstStyle/>
        <a:p>
          <a:endParaRPr lang="en-US"/>
        </a:p>
      </dgm:t>
    </dgm:pt>
    <dgm:pt modelId="{D2830F6E-A522-4B4D-9F08-B9707CFDFC16}" type="sibTrans" cxnId="{909D59AB-693F-4875-9258-E9813E38C3F2}">
      <dgm:prSet/>
      <dgm:spPr/>
      <dgm:t>
        <a:bodyPr/>
        <a:lstStyle/>
        <a:p>
          <a:endParaRPr lang="en-US"/>
        </a:p>
      </dgm:t>
    </dgm:pt>
    <dgm:pt modelId="{1FB553C0-6662-429F-BCF9-73B336B9DA8F}">
      <dgm:prSet custT="1"/>
      <dgm:spPr>
        <a:solidFill>
          <a:schemeClr val="bg1"/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173. (a) Most of the funds/ (b) we get from/ (c) America is used to build roads and bridges./ (d) No error</a:t>
          </a:r>
        </a:p>
      </dgm:t>
    </dgm:pt>
    <dgm:pt modelId="{21E8135E-6CF4-46FE-8033-AC1898CD7988}" type="parTrans" cxnId="{DD902502-EE50-4677-ADB1-F55889D222BE}">
      <dgm:prSet/>
      <dgm:spPr/>
      <dgm:t>
        <a:bodyPr/>
        <a:lstStyle/>
        <a:p>
          <a:endParaRPr lang="en-US"/>
        </a:p>
      </dgm:t>
    </dgm:pt>
    <dgm:pt modelId="{4E8DFC17-B029-4FE0-A564-FEA9C362EF3C}" type="sibTrans" cxnId="{DD902502-EE50-4677-ADB1-F55889D222BE}">
      <dgm:prSet/>
      <dgm:spPr/>
      <dgm:t>
        <a:bodyPr/>
        <a:lstStyle/>
        <a:p>
          <a:endParaRPr lang="en-US"/>
        </a:p>
      </dgm:t>
    </dgm:pt>
    <dgm:pt modelId="{239792F1-C315-4147-A792-BDFE71D493CA}" type="pres">
      <dgm:prSet presAssocID="{DDB033BF-E241-471D-94B4-D34F255EE58E}" presName="linear" presStyleCnt="0">
        <dgm:presLayoutVars>
          <dgm:dir/>
          <dgm:animLvl val="lvl"/>
          <dgm:resizeHandles val="exact"/>
        </dgm:presLayoutVars>
      </dgm:prSet>
      <dgm:spPr/>
    </dgm:pt>
    <dgm:pt modelId="{9F223260-D8C3-487F-98CD-86C720BCC38F}" type="pres">
      <dgm:prSet presAssocID="{2BA3CFCE-6F25-4632-A6FE-ABDC2AE3C575}" presName="parentLin" presStyleCnt="0"/>
      <dgm:spPr/>
    </dgm:pt>
    <dgm:pt modelId="{E3AED0AD-B55F-458B-8ED1-FC6133D53672}" type="pres">
      <dgm:prSet presAssocID="{2BA3CFCE-6F25-4632-A6FE-ABDC2AE3C575}" presName="parentLeftMargin" presStyleLbl="node1" presStyleIdx="0" presStyleCnt="3"/>
      <dgm:spPr/>
    </dgm:pt>
    <dgm:pt modelId="{050408B2-5A38-45DB-8658-849EA7499199}" type="pres">
      <dgm:prSet presAssocID="{2BA3CFCE-6F25-4632-A6FE-ABDC2AE3C57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4669CC3-5971-41D6-B25D-839C476956AD}" type="pres">
      <dgm:prSet presAssocID="{2BA3CFCE-6F25-4632-A6FE-ABDC2AE3C575}" presName="negativeSpace" presStyleCnt="0"/>
      <dgm:spPr/>
    </dgm:pt>
    <dgm:pt modelId="{CBCA8BC7-B170-4AFA-9D65-3E71A1FBA8A0}" type="pres">
      <dgm:prSet presAssocID="{2BA3CFCE-6F25-4632-A6FE-ABDC2AE3C575}" presName="childText" presStyleLbl="conFgAcc1" presStyleIdx="0" presStyleCnt="3">
        <dgm:presLayoutVars>
          <dgm:bulletEnabled val="1"/>
        </dgm:presLayoutVars>
      </dgm:prSet>
      <dgm:spPr/>
    </dgm:pt>
    <dgm:pt modelId="{9091F464-9555-4518-8780-B4607A4EE560}" type="pres">
      <dgm:prSet presAssocID="{F4BDA5F5-5516-46F8-86DD-384314A3F075}" presName="spaceBetweenRectangles" presStyleCnt="0"/>
      <dgm:spPr/>
    </dgm:pt>
    <dgm:pt modelId="{A1ED4B92-F2DF-4D2C-9F7A-32BB7311A155}" type="pres">
      <dgm:prSet presAssocID="{5AFBA601-ADEE-4DDD-9B73-E9DEA3006AC7}" presName="parentLin" presStyleCnt="0"/>
      <dgm:spPr/>
    </dgm:pt>
    <dgm:pt modelId="{72E2D6B3-B396-436E-977F-44D280BA361C}" type="pres">
      <dgm:prSet presAssocID="{5AFBA601-ADEE-4DDD-9B73-E9DEA3006AC7}" presName="parentLeftMargin" presStyleLbl="node1" presStyleIdx="0" presStyleCnt="3"/>
      <dgm:spPr/>
    </dgm:pt>
    <dgm:pt modelId="{85C9BE6E-02F0-43DB-85C0-634487FBB245}" type="pres">
      <dgm:prSet presAssocID="{5AFBA601-ADEE-4DDD-9B73-E9DEA3006AC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C2F8ABD-7E8B-4F58-B2DA-5A1427376FF9}" type="pres">
      <dgm:prSet presAssocID="{5AFBA601-ADEE-4DDD-9B73-E9DEA3006AC7}" presName="negativeSpace" presStyleCnt="0"/>
      <dgm:spPr/>
    </dgm:pt>
    <dgm:pt modelId="{B3C2E6BF-23DA-40C1-A104-6A7369E275BC}" type="pres">
      <dgm:prSet presAssocID="{5AFBA601-ADEE-4DDD-9B73-E9DEA3006AC7}" presName="childText" presStyleLbl="conFgAcc1" presStyleIdx="1" presStyleCnt="3">
        <dgm:presLayoutVars>
          <dgm:bulletEnabled val="1"/>
        </dgm:presLayoutVars>
      </dgm:prSet>
      <dgm:spPr/>
    </dgm:pt>
    <dgm:pt modelId="{1F456559-51C9-418B-9F74-519D06BC95B3}" type="pres">
      <dgm:prSet presAssocID="{D2830F6E-A522-4B4D-9F08-B9707CFDFC16}" presName="spaceBetweenRectangles" presStyleCnt="0"/>
      <dgm:spPr/>
    </dgm:pt>
    <dgm:pt modelId="{9EAB339A-D2E2-4E13-96D2-0D3EFF0F54FF}" type="pres">
      <dgm:prSet presAssocID="{1FB553C0-6662-429F-BCF9-73B336B9DA8F}" presName="parentLin" presStyleCnt="0"/>
      <dgm:spPr/>
    </dgm:pt>
    <dgm:pt modelId="{78CD7791-1635-4F16-BC1A-BE1054957E7D}" type="pres">
      <dgm:prSet presAssocID="{1FB553C0-6662-429F-BCF9-73B336B9DA8F}" presName="parentLeftMargin" presStyleLbl="node1" presStyleIdx="1" presStyleCnt="3"/>
      <dgm:spPr/>
    </dgm:pt>
    <dgm:pt modelId="{DFDC66B1-2816-41D3-A459-CF75583054FF}" type="pres">
      <dgm:prSet presAssocID="{1FB553C0-6662-429F-BCF9-73B336B9DA8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1F56A8F-ECD7-4BFD-B2C9-A1DF15CB292E}" type="pres">
      <dgm:prSet presAssocID="{1FB553C0-6662-429F-BCF9-73B336B9DA8F}" presName="negativeSpace" presStyleCnt="0"/>
      <dgm:spPr/>
    </dgm:pt>
    <dgm:pt modelId="{6BCBD2AB-71F3-4B8C-AD05-A830F01B754D}" type="pres">
      <dgm:prSet presAssocID="{1FB553C0-6662-429F-BCF9-73B336B9DA8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D902502-EE50-4677-ADB1-F55889D222BE}" srcId="{DDB033BF-E241-471D-94B4-D34F255EE58E}" destId="{1FB553C0-6662-429F-BCF9-73B336B9DA8F}" srcOrd="2" destOrd="0" parTransId="{21E8135E-6CF4-46FE-8033-AC1898CD7988}" sibTransId="{4E8DFC17-B029-4FE0-A564-FEA9C362EF3C}"/>
    <dgm:cxn modelId="{9F89D304-4C63-4772-BB93-98872F78E2DB}" srcId="{DDB033BF-E241-471D-94B4-D34F255EE58E}" destId="{2BA3CFCE-6F25-4632-A6FE-ABDC2AE3C575}" srcOrd="0" destOrd="0" parTransId="{48373D17-A8CF-4555-825A-45C08FA6AA21}" sibTransId="{F4BDA5F5-5516-46F8-86DD-384314A3F075}"/>
    <dgm:cxn modelId="{4F069F9A-6F1E-4720-9A5B-3BDC9F8FAA1F}" type="presOf" srcId="{2BA3CFCE-6F25-4632-A6FE-ABDC2AE3C575}" destId="{E3AED0AD-B55F-458B-8ED1-FC6133D53672}" srcOrd="0" destOrd="0" presId="urn:microsoft.com/office/officeart/2005/8/layout/list1"/>
    <dgm:cxn modelId="{2B6D52A7-8CCB-4E6A-BD56-FEDDE5701E08}" type="presOf" srcId="{1FB553C0-6662-429F-BCF9-73B336B9DA8F}" destId="{DFDC66B1-2816-41D3-A459-CF75583054FF}" srcOrd="1" destOrd="0" presId="urn:microsoft.com/office/officeart/2005/8/layout/list1"/>
    <dgm:cxn modelId="{909D59AB-693F-4875-9258-E9813E38C3F2}" srcId="{DDB033BF-E241-471D-94B4-D34F255EE58E}" destId="{5AFBA601-ADEE-4DDD-9B73-E9DEA3006AC7}" srcOrd="1" destOrd="0" parTransId="{272DA03C-E7EB-448B-A75F-2F0749924CC1}" sibTransId="{D2830F6E-A522-4B4D-9F08-B9707CFDFC16}"/>
    <dgm:cxn modelId="{D63264AE-A40A-4C69-B256-4B42EC13AF16}" type="presOf" srcId="{DDB033BF-E241-471D-94B4-D34F255EE58E}" destId="{239792F1-C315-4147-A792-BDFE71D493CA}" srcOrd="0" destOrd="0" presId="urn:microsoft.com/office/officeart/2005/8/layout/list1"/>
    <dgm:cxn modelId="{21B301B0-F240-4A95-B774-4B6087ECB4A5}" type="presOf" srcId="{5AFBA601-ADEE-4DDD-9B73-E9DEA3006AC7}" destId="{85C9BE6E-02F0-43DB-85C0-634487FBB245}" srcOrd="1" destOrd="0" presId="urn:microsoft.com/office/officeart/2005/8/layout/list1"/>
    <dgm:cxn modelId="{A66672C6-63DC-4D65-87BA-B7819C4935D1}" type="presOf" srcId="{1FB553C0-6662-429F-BCF9-73B336B9DA8F}" destId="{78CD7791-1635-4F16-BC1A-BE1054957E7D}" srcOrd="0" destOrd="0" presId="urn:microsoft.com/office/officeart/2005/8/layout/list1"/>
    <dgm:cxn modelId="{328198E1-E1C6-43BC-B306-4D25B16D5104}" type="presOf" srcId="{2BA3CFCE-6F25-4632-A6FE-ABDC2AE3C575}" destId="{050408B2-5A38-45DB-8658-849EA7499199}" srcOrd="1" destOrd="0" presId="urn:microsoft.com/office/officeart/2005/8/layout/list1"/>
    <dgm:cxn modelId="{B8A6BDF7-4553-4408-8CE4-7AE6272104BA}" type="presOf" srcId="{5AFBA601-ADEE-4DDD-9B73-E9DEA3006AC7}" destId="{72E2D6B3-B396-436E-977F-44D280BA361C}" srcOrd="0" destOrd="0" presId="urn:microsoft.com/office/officeart/2005/8/layout/list1"/>
    <dgm:cxn modelId="{4FFF1460-93EB-4FB9-824B-015594E4F446}" type="presParOf" srcId="{239792F1-C315-4147-A792-BDFE71D493CA}" destId="{9F223260-D8C3-487F-98CD-86C720BCC38F}" srcOrd="0" destOrd="0" presId="urn:microsoft.com/office/officeart/2005/8/layout/list1"/>
    <dgm:cxn modelId="{46019021-F2FB-4683-AECF-BB2A2329148A}" type="presParOf" srcId="{9F223260-D8C3-487F-98CD-86C720BCC38F}" destId="{E3AED0AD-B55F-458B-8ED1-FC6133D53672}" srcOrd="0" destOrd="0" presId="urn:microsoft.com/office/officeart/2005/8/layout/list1"/>
    <dgm:cxn modelId="{7B14978A-A357-4739-AD16-776A7A977F73}" type="presParOf" srcId="{9F223260-D8C3-487F-98CD-86C720BCC38F}" destId="{050408B2-5A38-45DB-8658-849EA7499199}" srcOrd="1" destOrd="0" presId="urn:microsoft.com/office/officeart/2005/8/layout/list1"/>
    <dgm:cxn modelId="{71E6E523-F5AD-44B1-BE92-02F41FD8E7D9}" type="presParOf" srcId="{239792F1-C315-4147-A792-BDFE71D493CA}" destId="{34669CC3-5971-41D6-B25D-839C476956AD}" srcOrd="1" destOrd="0" presId="urn:microsoft.com/office/officeart/2005/8/layout/list1"/>
    <dgm:cxn modelId="{41646D25-3349-4E3C-B23E-FB0835B2E2EF}" type="presParOf" srcId="{239792F1-C315-4147-A792-BDFE71D493CA}" destId="{CBCA8BC7-B170-4AFA-9D65-3E71A1FBA8A0}" srcOrd="2" destOrd="0" presId="urn:microsoft.com/office/officeart/2005/8/layout/list1"/>
    <dgm:cxn modelId="{A5CF2DA3-D5A2-4176-B4D4-F75AB0C5A692}" type="presParOf" srcId="{239792F1-C315-4147-A792-BDFE71D493CA}" destId="{9091F464-9555-4518-8780-B4607A4EE560}" srcOrd="3" destOrd="0" presId="urn:microsoft.com/office/officeart/2005/8/layout/list1"/>
    <dgm:cxn modelId="{5DCE8F1C-59BD-4180-8B1E-F842489A8032}" type="presParOf" srcId="{239792F1-C315-4147-A792-BDFE71D493CA}" destId="{A1ED4B92-F2DF-4D2C-9F7A-32BB7311A155}" srcOrd="4" destOrd="0" presId="urn:microsoft.com/office/officeart/2005/8/layout/list1"/>
    <dgm:cxn modelId="{1100C55E-BCA1-4128-9A33-28CF799C1D2B}" type="presParOf" srcId="{A1ED4B92-F2DF-4D2C-9F7A-32BB7311A155}" destId="{72E2D6B3-B396-436E-977F-44D280BA361C}" srcOrd="0" destOrd="0" presId="urn:microsoft.com/office/officeart/2005/8/layout/list1"/>
    <dgm:cxn modelId="{88AE870D-F93C-44AA-867D-17CCEB5F25D4}" type="presParOf" srcId="{A1ED4B92-F2DF-4D2C-9F7A-32BB7311A155}" destId="{85C9BE6E-02F0-43DB-85C0-634487FBB245}" srcOrd="1" destOrd="0" presId="urn:microsoft.com/office/officeart/2005/8/layout/list1"/>
    <dgm:cxn modelId="{476C7E02-D42E-4B5D-8343-DCD7D1BC79CB}" type="presParOf" srcId="{239792F1-C315-4147-A792-BDFE71D493CA}" destId="{EC2F8ABD-7E8B-4F58-B2DA-5A1427376FF9}" srcOrd="5" destOrd="0" presId="urn:microsoft.com/office/officeart/2005/8/layout/list1"/>
    <dgm:cxn modelId="{D57BF563-745F-493A-A7BC-F488122DA72A}" type="presParOf" srcId="{239792F1-C315-4147-A792-BDFE71D493CA}" destId="{B3C2E6BF-23DA-40C1-A104-6A7369E275BC}" srcOrd="6" destOrd="0" presId="urn:microsoft.com/office/officeart/2005/8/layout/list1"/>
    <dgm:cxn modelId="{3F988218-8CF2-48BF-A77B-29B05B0F0962}" type="presParOf" srcId="{239792F1-C315-4147-A792-BDFE71D493CA}" destId="{1F456559-51C9-418B-9F74-519D06BC95B3}" srcOrd="7" destOrd="0" presId="urn:microsoft.com/office/officeart/2005/8/layout/list1"/>
    <dgm:cxn modelId="{E3618F21-A409-4309-A4DB-88A31E80C773}" type="presParOf" srcId="{239792F1-C315-4147-A792-BDFE71D493CA}" destId="{9EAB339A-D2E2-4E13-96D2-0D3EFF0F54FF}" srcOrd="8" destOrd="0" presId="urn:microsoft.com/office/officeart/2005/8/layout/list1"/>
    <dgm:cxn modelId="{A5DEC53B-FD29-4603-9E45-11A5B4BD71FB}" type="presParOf" srcId="{9EAB339A-D2E2-4E13-96D2-0D3EFF0F54FF}" destId="{78CD7791-1635-4F16-BC1A-BE1054957E7D}" srcOrd="0" destOrd="0" presId="urn:microsoft.com/office/officeart/2005/8/layout/list1"/>
    <dgm:cxn modelId="{9DE2F4B0-D3F9-44FF-B38A-10108D6445BB}" type="presParOf" srcId="{9EAB339A-D2E2-4E13-96D2-0D3EFF0F54FF}" destId="{DFDC66B1-2816-41D3-A459-CF75583054FF}" srcOrd="1" destOrd="0" presId="urn:microsoft.com/office/officeart/2005/8/layout/list1"/>
    <dgm:cxn modelId="{AA2C855C-6651-4B1A-8C4C-BC8BA4055ECC}" type="presParOf" srcId="{239792F1-C315-4147-A792-BDFE71D493CA}" destId="{A1F56A8F-ECD7-4BFD-B2C9-A1DF15CB292E}" srcOrd="9" destOrd="0" presId="urn:microsoft.com/office/officeart/2005/8/layout/list1"/>
    <dgm:cxn modelId="{B91342A6-6EEC-438D-9E07-04E3A648D372}" type="presParOf" srcId="{239792F1-C315-4147-A792-BDFE71D493CA}" destId="{6BCBD2AB-71F3-4B8C-AD05-A830F01B754D}" srcOrd="10" destOrd="0" presId="urn:microsoft.com/office/officeart/2005/8/layout/list1"/>
  </dgm:cxnLst>
  <dgm:bg>
    <a:solidFill>
      <a:schemeClr val="accent5">
        <a:lumMod val="75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DDB033BF-E241-471D-94B4-D34F255EE58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BA3CFCE-6F25-4632-A6FE-ABDC2AE3C575}">
      <dgm:prSet phldrT="[Text]" custT="1"/>
      <dgm:spPr>
        <a:solidFill>
          <a:schemeClr val="bg1"/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(a) Having acquired some experience/ (b) she is no longer </a:t>
          </a:r>
          <a:r>
            <a:rPr lang="en-IN" sz="2400" b="1" dirty="0">
              <a:solidFill>
                <a:srgbClr val="C00000"/>
              </a:solidFill>
            </a:rPr>
            <a:t>one of those who believe  </a:t>
          </a:r>
          <a:r>
            <a:rPr lang="en-IN" sz="2400" b="1" strike="sngStrike" dirty="0">
              <a:solidFill>
                <a:srgbClr val="C00000"/>
              </a:solidFill>
            </a:rPr>
            <a:t>believes</a:t>
          </a:r>
          <a:r>
            <a:rPr lang="en-IN" sz="2400" b="1" dirty="0">
              <a:solidFill>
                <a:schemeClr val="tx1"/>
              </a:solidFill>
            </a:rPr>
            <a:t>/ (c) every explanation they are given./ (d) No error </a:t>
          </a:r>
          <a:r>
            <a:rPr lang="en-IN" sz="2400" b="1" dirty="0">
              <a:solidFill>
                <a:srgbClr val="C00000"/>
              </a:solidFill>
            </a:rPr>
            <a:t>(rule of antecedence)</a:t>
          </a:r>
          <a:endParaRPr lang="en-US" sz="2400" b="1" dirty="0">
            <a:solidFill>
              <a:srgbClr val="C00000"/>
            </a:solidFill>
          </a:endParaRPr>
        </a:p>
      </dgm:t>
    </dgm:pt>
    <dgm:pt modelId="{48373D17-A8CF-4555-825A-45C08FA6AA21}" type="parTrans" cxnId="{9F89D304-4C63-4772-BB93-98872F78E2DB}">
      <dgm:prSet/>
      <dgm:spPr/>
      <dgm:t>
        <a:bodyPr/>
        <a:lstStyle/>
        <a:p>
          <a:endParaRPr lang="en-US"/>
        </a:p>
      </dgm:t>
    </dgm:pt>
    <dgm:pt modelId="{F4BDA5F5-5516-46F8-86DD-384314A3F075}" type="sibTrans" cxnId="{9F89D304-4C63-4772-BB93-98872F78E2DB}">
      <dgm:prSet/>
      <dgm:spPr/>
      <dgm:t>
        <a:bodyPr/>
        <a:lstStyle/>
        <a:p>
          <a:endParaRPr lang="en-US"/>
        </a:p>
      </dgm:t>
    </dgm:pt>
    <dgm:pt modelId="{5AFBA601-ADEE-4DDD-9B73-E9DEA3006AC7}">
      <dgm:prSet custT="1"/>
      <dgm:spPr>
        <a:solidFill>
          <a:schemeClr val="bg1"/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(a) With regard to implementation of the/ (b) details of the proposal, the </a:t>
          </a:r>
          <a:r>
            <a:rPr lang="en-IN" sz="2400" b="1" dirty="0">
              <a:solidFill>
                <a:srgbClr val="C00000"/>
              </a:solidFill>
            </a:rPr>
            <a:t>committee were divided </a:t>
          </a:r>
          <a:r>
            <a:rPr lang="en-IN" sz="2400" b="1" strike="sngStrike" dirty="0">
              <a:solidFill>
                <a:srgbClr val="C00000"/>
              </a:solidFill>
            </a:rPr>
            <a:t>was divided</a:t>
          </a:r>
          <a:r>
            <a:rPr lang="en-IN" sz="2400" b="1" dirty="0">
              <a:solidFill>
                <a:schemeClr val="tx1"/>
              </a:solidFill>
            </a:rPr>
            <a:t>/ (c) in their opinion./ (d) No error </a:t>
          </a:r>
          <a:r>
            <a:rPr lang="en-IN" sz="2400" b="1" dirty="0">
              <a:solidFill>
                <a:srgbClr val="C00000"/>
              </a:solidFill>
            </a:rPr>
            <a:t>( when the sense of collection is lost)</a:t>
          </a:r>
        </a:p>
      </dgm:t>
    </dgm:pt>
    <dgm:pt modelId="{272DA03C-E7EB-448B-A75F-2F0749924CC1}" type="parTrans" cxnId="{909D59AB-693F-4875-9258-E9813E38C3F2}">
      <dgm:prSet/>
      <dgm:spPr/>
      <dgm:t>
        <a:bodyPr/>
        <a:lstStyle/>
        <a:p>
          <a:endParaRPr lang="en-US"/>
        </a:p>
      </dgm:t>
    </dgm:pt>
    <dgm:pt modelId="{D2830F6E-A522-4B4D-9F08-B9707CFDFC16}" type="sibTrans" cxnId="{909D59AB-693F-4875-9258-E9813E38C3F2}">
      <dgm:prSet/>
      <dgm:spPr/>
      <dgm:t>
        <a:bodyPr/>
        <a:lstStyle/>
        <a:p>
          <a:endParaRPr lang="en-US"/>
        </a:p>
      </dgm:t>
    </dgm:pt>
    <dgm:pt modelId="{1FB553C0-6662-429F-BCF9-73B336B9DA8F}">
      <dgm:prSet custT="1"/>
      <dgm:spPr>
        <a:solidFill>
          <a:schemeClr val="bg1"/>
        </a:solidFill>
      </dgm:spPr>
      <dgm:t>
        <a:bodyPr/>
        <a:lstStyle/>
        <a:p>
          <a:r>
            <a:rPr lang="en-IN" sz="2400" b="1" dirty="0">
              <a:solidFill>
                <a:schemeClr val="tx1"/>
              </a:solidFill>
            </a:rPr>
            <a:t> (a)</a:t>
          </a:r>
          <a:r>
            <a:rPr lang="en-IN" sz="2400" b="1" dirty="0">
              <a:solidFill>
                <a:srgbClr val="002060"/>
              </a:solidFill>
            </a:rPr>
            <a:t> Most </a:t>
          </a:r>
          <a:r>
            <a:rPr lang="en-IN" sz="2400" b="1" dirty="0">
              <a:solidFill>
                <a:srgbClr val="C00000"/>
              </a:solidFill>
            </a:rPr>
            <a:t>of the funds</a:t>
          </a:r>
          <a:r>
            <a:rPr lang="en-IN" sz="2400" b="1" dirty="0">
              <a:solidFill>
                <a:schemeClr val="tx1"/>
              </a:solidFill>
            </a:rPr>
            <a:t>/ (b) we get from/ (c) America </a:t>
          </a:r>
          <a:r>
            <a:rPr lang="en-IN" sz="2400" b="1" strike="sngStrike" dirty="0">
              <a:solidFill>
                <a:srgbClr val="C00000"/>
              </a:solidFill>
            </a:rPr>
            <a:t>is </a:t>
          </a:r>
          <a:r>
            <a:rPr lang="en-IN" sz="2400" b="1" strike="noStrike" dirty="0">
              <a:solidFill>
                <a:srgbClr val="C00000"/>
              </a:solidFill>
            </a:rPr>
            <a:t>are</a:t>
          </a:r>
          <a:r>
            <a:rPr lang="en-IN" sz="2400" b="1" strike="sngStrike" dirty="0">
              <a:solidFill>
                <a:srgbClr val="C00000"/>
              </a:solidFill>
            </a:rPr>
            <a:t> </a:t>
          </a:r>
          <a:r>
            <a:rPr lang="en-IN" sz="2400" b="1" dirty="0">
              <a:solidFill>
                <a:schemeClr val="tx1"/>
              </a:solidFill>
            </a:rPr>
            <a:t>used to build roads and bridges./ (d) No error </a:t>
          </a:r>
          <a:r>
            <a:rPr lang="en-IN" sz="2400" b="1" dirty="0">
              <a:solidFill>
                <a:srgbClr val="C00000"/>
              </a:solidFill>
            </a:rPr>
            <a:t>( , most, all, some ,none, any followed by the of phrase the of phrase will contain the subject)</a:t>
          </a:r>
        </a:p>
      </dgm:t>
    </dgm:pt>
    <dgm:pt modelId="{21E8135E-6CF4-46FE-8033-AC1898CD7988}" type="parTrans" cxnId="{DD902502-EE50-4677-ADB1-F55889D222BE}">
      <dgm:prSet/>
      <dgm:spPr/>
      <dgm:t>
        <a:bodyPr/>
        <a:lstStyle/>
        <a:p>
          <a:endParaRPr lang="en-US"/>
        </a:p>
      </dgm:t>
    </dgm:pt>
    <dgm:pt modelId="{4E8DFC17-B029-4FE0-A564-FEA9C362EF3C}" type="sibTrans" cxnId="{DD902502-EE50-4677-ADB1-F55889D222BE}">
      <dgm:prSet/>
      <dgm:spPr/>
      <dgm:t>
        <a:bodyPr/>
        <a:lstStyle/>
        <a:p>
          <a:endParaRPr lang="en-US"/>
        </a:p>
      </dgm:t>
    </dgm:pt>
    <dgm:pt modelId="{239792F1-C315-4147-A792-BDFE71D493CA}" type="pres">
      <dgm:prSet presAssocID="{DDB033BF-E241-471D-94B4-D34F255EE58E}" presName="linear" presStyleCnt="0">
        <dgm:presLayoutVars>
          <dgm:dir/>
          <dgm:animLvl val="lvl"/>
          <dgm:resizeHandles val="exact"/>
        </dgm:presLayoutVars>
      </dgm:prSet>
      <dgm:spPr/>
    </dgm:pt>
    <dgm:pt modelId="{9F223260-D8C3-487F-98CD-86C720BCC38F}" type="pres">
      <dgm:prSet presAssocID="{2BA3CFCE-6F25-4632-A6FE-ABDC2AE3C575}" presName="parentLin" presStyleCnt="0"/>
      <dgm:spPr/>
    </dgm:pt>
    <dgm:pt modelId="{E3AED0AD-B55F-458B-8ED1-FC6133D53672}" type="pres">
      <dgm:prSet presAssocID="{2BA3CFCE-6F25-4632-A6FE-ABDC2AE3C575}" presName="parentLeftMargin" presStyleLbl="node1" presStyleIdx="0" presStyleCnt="3"/>
      <dgm:spPr/>
    </dgm:pt>
    <dgm:pt modelId="{050408B2-5A38-45DB-8658-849EA7499199}" type="pres">
      <dgm:prSet presAssocID="{2BA3CFCE-6F25-4632-A6FE-ABDC2AE3C57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4669CC3-5971-41D6-B25D-839C476956AD}" type="pres">
      <dgm:prSet presAssocID="{2BA3CFCE-6F25-4632-A6FE-ABDC2AE3C575}" presName="negativeSpace" presStyleCnt="0"/>
      <dgm:spPr/>
    </dgm:pt>
    <dgm:pt modelId="{CBCA8BC7-B170-4AFA-9D65-3E71A1FBA8A0}" type="pres">
      <dgm:prSet presAssocID="{2BA3CFCE-6F25-4632-A6FE-ABDC2AE3C575}" presName="childText" presStyleLbl="conFgAcc1" presStyleIdx="0" presStyleCnt="3">
        <dgm:presLayoutVars>
          <dgm:bulletEnabled val="1"/>
        </dgm:presLayoutVars>
      </dgm:prSet>
      <dgm:spPr/>
    </dgm:pt>
    <dgm:pt modelId="{9091F464-9555-4518-8780-B4607A4EE560}" type="pres">
      <dgm:prSet presAssocID="{F4BDA5F5-5516-46F8-86DD-384314A3F075}" presName="spaceBetweenRectangles" presStyleCnt="0"/>
      <dgm:spPr/>
    </dgm:pt>
    <dgm:pt modelId="{A1ED4B92-F2DF-4D2C-9F7A-32BB7311A155}" type="pres">
      <dgm:prSet presAssocID="{5AFBA601-ADEE-4DDD-9B73-E9DEA3006AC7}" presName="parentLin" presStyleCnt="0"/>
      <dgm:spPr/>
    </dgm:pt>
    <dgm:pt modelId="{72E2D6B3-B396-436E-977F-44D280BA361C}" type="pres">
      <dgm:prSet presAssocID="{5AFBA601-ADEE-4DDD-9B73-E9DEA3006AC7}" presName="parentLeftMargin" presStyleLbl="node1" presStyleIdx="0" presStyleCnt="3"/>
      <dgm:spPr/>
    </dgm:pt>
    <dgm:pt modelId="{85C9BE6E-02F0-43DB-85C0-634487FBB245}" type="pres">
      <dgm:prSet presAssocID="{5AFBA601-ADEE-4DDD-9B73-E9DEA3006AC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C2F8ABD-7E8B-4F58-B2DA-5A1427376FF9}" type="pres">
      <dgm:prSet presAssocID="{5AFBA601-ADEE-4DDD-9B73-E9DEA3006AC7}" presName="negativeSpace" presStyleCnt="0"/>
      <dgm:spPr/>
    </dgm:pt>
    <dgm:pt modelId="{B3C2E6BF-23DA-40C1-A104-6A7369E275BC}" type="pres">
      <dgm:prSet presAssocID="{5AFBA601-ADEE-4DDD-9B73-E9DEA3006AC7}" presName="childText" presStyleLbl="conFgAcc1" presStyleIdx="1" presStyleCnt="3">
        <dgm:presLayoutVars>
          <dgm:bulletEnabled val="1"/>
        </dgm:presLayoutVars>
      </dgm:prSet>
      <dgm:spPr/>
    </dgm:pt>
    <dgm:pt modelId="{1F456559-51C9-418B-9F74-519D06BC95B3}" type="pres">
      <dgm:prSet presAssocID="{D2830F6E-A522-4B4D-9F08-B9707CFDFC16}" presName="spaceBetweenRectangles" presStyleCnt="0"/>
      <dgm:spPr/>
    </dgm:pt>
    <dgm:pt modelId="{9EAB339A-D2E2-4E13-96D2-0D3EFF0F54FF}" type="pres">
      <dgm:prSet presAssocID="{1FB553C0-6662-429F-BCF9-73B336B9DA8F}" presName="parentLin" presStyleCnt="0"/>
      <dgm:spPr/>
    </dgm:pt>
    <dgm:pt modelId="{78CD7791-1635-4F16-BC1A-BE1054957E7D}" type="pres">
      <dgm:prSet presAssocID="{1FB553C0-6662-429F-BCF9-73B336B9DA8F}" presName="parentLeftMargin" presStyleLbl="node1" presStyleIdx="1" presStyleCnt="3"/>
      <dgm:spPr/>
    </dgm:pt>
    <dgm:pt modelId="{DFDC66B1-2816-41D3-A459-CF75583054FF}" type="pres">
      <dgm:prSet presAssocID="{1FB553C0-6662-429F-BCF9-73B336B9DA8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1F56A8F-ECD7-4BFD-B2C9-A1DF15CB292E}" type="pres">
      <dgm:prSet presAssocID="{1FB553C0-6662-429F-BCF9-73B336B9DA8F}" presName="negativeSpace" presStyleCnt="0"/>
      <dgm:spPr/>
    </dgm:pt>
    <dgm:pt modelId="{6BCBD2AB-71F3-4B8C-AD05-A830F01B754D}" type="pres">
      <dgm:prSet presAssocID="{1FB553C0-6662-429F-BCF9-73B336B9DA8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D902502-EE50-4677-ADB1-F55889D222BE}" srcId="{DDB033BF-E241-471D-94B4-D34F255EE58E}" destId="{1FB553C0-6662-429F-BCF9-73B336B9DA8F}" srcOrd="2" destOrd="0" parTransId="{21E8135E-6CF4-46FE-8033-AC1898CD7988}" sibTransId="{4E8DFC17-B029-4FE0-A564-FEA9C362EF3C}"/>
    <dgm:cxn modelId="{9F89D304-4C63-4772-BB93-98872F78E2DB}" srcId="{DDB033BF-E241-471D-94B4-D34F255EE58E}" destId="{2BA3CFCE-6F25-4632-A6FE-ABDC2AE3C575}" srcOrd="0" destOrd="0" parTransId="{48373D17-A8CF-4555-825A-45C08FA6AA21}" sibTransId="{F4BDA5F5-5516-46F8-86DD-384314A3F075}"/>
    <dgm:cxn modelId="{4F069F9A-6F1E-4720-9A5B-3BDC9F8FAA1F}" type="presOf" srcId="{2BA3CFCE-6F25-4632-A6FE-ABDC2AE3C575}" destId="{E3AED0AD-B55F-458B-8ED1-FC6133D53672}" srcOrd="0" destOrd="0" presId="urn:microsoft.com/office/officeart/2005/8/layout/list1"/>
    <dgm:cxn modelId="{2B6D52A7-8CCB-4E6A-BD56-FEDDE5701E08}" type="presOf" srcId="{1FB553C0-6662-429F-BCF9-73B336B9DA8F}" destId="{DFDC66B1-2816-41D3-A459-CF75583054FF}" srcOrd="1" destOrd="0" presId="urn:microsoft.com/office/officeart/2005/8/layout/list1"/>
    <dgm:cxn modelId="{909D59AB-693F-4875-9258-E9813E38C3F2}" srcId="{DDB033BF-E241-471D-94B4-D34F255EE58E}" destId="{5AFBA601-ADEE-4DDD-9B73-E9DEA3006AC7}" srcOrd="1" destOrd="0" parTransId="{272DA03C-E7EB-448B-A75F-2F0749924CC1}" sibTransId="{D2830F6E-A522-4B4D-9F08-B9707CFDFC16}"/>
    <dgm:cxn modelId="{D63264AE-A40A-4C69-B256-4B42EC13AF16}" type="presOf" srcId="{DDB033BF-E241-471D-94B4-D34F255EE58E}" destId="{239792F1-C315-4147-A792-BDFE71D493CA}" srcOrd="0" destOrd="0" presId="urn:microsoft.com/office/officeart/2005/8/layout/list1"/>
    <dgm:cxn modelId="{21B301B0-F240-4A95-B774-4B6087ECB4A5}" type="presOf" srcId="{5AFBA601-ADEE-4DDD-9B73-E9DEA3006AC7}" destId="{85C9BE6E-02F0-43DB-85C0-634487FBB245}" srcOrd="1" destOrd="0" presId="urn:microsoft.com/office/officeart/2005/8/layout/list1"/>
    <dgm:cxn modelId="{A66672C6-63DC-4D65-87BA-B7819C4935D1}" type="presOf" srcId="{1FB553C0-6662-429F-BCF9-73B336B9DA8F}" destId="{78CD7791-1635-4F16-BC1A-BE1054957E7D}" srcOrd="0" destOrd="0" presId="urn:microsoft.com/office/officeart/2005/8/layout/list1"/>
    <dgm:cxn modelId="{328198E1-E1C6-43BC-B306-4D25B16D5104}" type="presOf" srcId="{2BA3CFCE-6F25-4632-A6FE-ABDC2AE3C575}" destId="{050408B2-5A38-45DB-8658-849EA7499199}" srcOrd="1" destOrd="0" presId="urn:microsoft.com/office/officeart/2005/8/layout/list1"/>
    <dgm:cxn modelId="{B8A6BDF7-4553-4408-8CE4-7AE6272104BA}" type="presOf" srcId="{5AFBA601-ADEE-4DDD-9B73-E9DEA3006AC7}" destId="{72E2D6B3-B396-436E-977F-44D280BA361C}" srcOrd="0" destOrd="0" presId="urn:microsoft.com/office/officeart/2005/8/layout/list1"/>
    <dgm:cxn modelId="{4FFF1460-93EB-4FB9-824B-015594E4F446}" type="presParOf" srcId="{239792F1-C315-4147-A792-BDFE71D493CA}" destId="{9F223260-D8C3-487F-98CD-86C720BCC38F}" srcOrd="0" destOrd="0" presId="urn:microsoft.com/office/officeart/2005/8/layout/list1"/>
    <dgm:cxn modelId="{46019021-F2FB-4683-AECF-BB2A2329148A}" type="presParOf" srcId="{9F223260-D8C3-487F-98CD-86C720BCC38F}" destId="{E3AED0AD-B55F-458B-8ED1-FC6133D53672}" srcOrd="0" destOrd="0" presId="urn:microsoft.com/office/officeart/2005/8/layout/list1"/>
    <dgm:cxn modelId="{7B14978A-A357-4739-AD16-776A7A977F73}" type="presParOf" srcId="{9F223260-D8C3-487F-98CD-86C720BCC38F}" destId="{050408B2-5A38-45DB-8658-849EA7499199}" srcOrd="1" destOrd="0" presId="urn:microsoft.com/office/officeart/2005/8/layout/list1"/>
    <dgm:cxn modelId="{71E6E523-F5AD-44B1-BE92-02F41FD8E7D9}" type="presParOf" srcId="{239792F1-C315-4147-A792-BDFE71D493CA}" destId="{34669CC3-5971-41D6-B25D-839C476956AD}" srcOrd="1" destOrd="0" presId="urn:microsoft.com/office/officeart/2005/8/layout/list1"/>
    <dgm:cxn modelId="{41646D25-3349-4E3C-B23E-FB0835B2E2EF}" type="presParOf" srcId="{239792F1-C315-4147-A792-BDFE71D493CA}" destId="{CBCA8BC7-B170-4AFA-9D65-3E71A1FBA8A0}" srcOrd="2" destOrd="0" presId="urn:microsoft.com/office/officeart/2005/8/layout/list1"/>
    <dgm:cxn modelId="{A5CF2DA3-D5A2-4176-B4D4-F75AB0C5A692}" type="presParOf" srcId="{239792F1-C315-4147-A792-BDFE71D493CA}" destId="{9091F464-9555-4518-8780-B4607A4EE560}" srcOrd="3" destOrd="0" presId="urn:microsoft.com/office/officeart/2005/8/layout/list1"/>
    <dgm:cxn modelId="{5DCE8F1C-59BD-4180-8B1E-F842489A8032}" type="presParOf" srcId="{239792F1-C315-4147-A792-BDFE71D493CA}" destId="{A1ED4B92-F2DF-4D2C-9F7A-32BB7311A155}" srcOrd="4" destOrd="0" presId="urn:microsoft.com/office/officeart/2005/8/layout/list1"/>
    <dgm:cxn modelId="{1100C55E-BCA1-4128-9A33-28CF799C1D2B}" type="presParOf" srcId="{A1ED4B92-F2DF-4D2C-9F7A-32BB7311A155}" destId="{72E2D6B3-B396-436E-977F-44D280BA361C}" srcOrd="0" destOrd="0" presId="urn:microsoft.com/office/officeart/2005/8/layout/list1"/>
    <dgm:cxn modelId="{88AE870D-F93C-44AA-867D-17CCEB5F25D4}" type="presParOf" srcId="{A1ED4B92-F2DF-4D2C-9F7A-32BB7311A155}" destId="{85C9BE6E-02F0-43DB-85C0-634487FBB245}" srcOrd="1" destOrd="0" presId="urn:microsoft.com/office/officeart/2005/8/layout/list1"/>
    <dgm:cxn modelId="{476C7E02-D42E-4B5D-8343-DCD7D1BC79CB}" type="presParOf" srcId="{239792F1-C315-4147-A792-BDFE71D493CA}" destId="{EC2F8ABD-7E8B-4F58-B2DA-5A1427376FF9}" srcOrd="5" destOrd="0" presId="urn:microsoft.com/office/officeart/2005/8/layout/list1"/>
    <dgm:cxn modelId="{D57BF563-745F-493A-A7BC-F488122DA72A}" type="presParOf" srcId="{239792F1-C315-4147-A792-BDFE71D493CA}" destId="{B3C2E6BF-23DA-40C1-A104-6A7369E275BC}" srcOrd="6" destOrd="0" presId="urn:microsoft.com/office/officeart/2005/8/layout/list1"/>
    <dgm:cxn modelId="{3F988218-8CF2-48BF-A77B-29B05B0F0962}" type="presParOf" srcId="{239792F1-C315-4147-A792-BDFE71D493CA}" destId="{1F456559-51C9-418B-9F74-519D06BC95B3}" srcOrd="7" destOrd="0" presId="urn:microsoft.com/office/officeart/2005/8/layout/list1"/>
    <dgm:cxn modelId="{E3618F21-A409-4309-A4DB-88A31E80C773}" type="presParOf" srcId="{239792F1-C315-4147-A792-BDFE71D493CA}" destId="{9EAB339A-D2E2-4E13-96D2-0D3EFF0F54FF}" srcOrd="8" destOrd="0" presId="urn:microsoft.com/office/officeart/2005/8/layout/list1"/>
    <dgm:cxn modelId="{A5DEC53B-FD29-4603-9E45-11A5B4BD71FB}" type="presParOf" srcId="{9EAB339A-D2E2-4E13-96D2-0D3EFF0F54FF}" destId="{78CD7791-1635-4F16-BC1A-BE1054957E7D}" srcOrd="0" destOrd="0" presId="urn:microsoft.com/office/officeart/2005/8/layout/list1"/>
    <dgm:cxn modelId="{9DE2F4B0-D3F9-44FF-B38A-10108D6445BB}" type="presParOf" srcId="{9EAB339A-D2E2-4E13-96D2-0D3EFF0F54FF}" destId="{DFDC66B1-2816-41D3-A459-CF75583054FF}" srcOrd="1" destOrd="0" presId="urn:microsoft.com/office/officeart/2005/8/layout/list1"/>
    <dgm:cxn modelId="{AA2C855C-6651-4B1A-8C4C-BC8BA4055ECC}" type="presParOf" srcId="{239792F1-C315-4147-A792-BDFE71D493CA}" destId="{A1F56A8F-ECD7-4BFD-B2C9-A1DF15CB292E}" srcOrd="9" destOrd="0" presId="urn:microsoft.com/office/officeart/2005/8/layout/list1"/>
    <dgm:cxn modelId="{B91342A6-6EEC-438D-9E07-04E3A648D372}" type="presParOf" srcId="{239792F1-C315-4147-A792-BDFE71D493CA}" destId="{6BCBD2AB-71F3-4B8C-AD05-A830F01B754D}" srcOrd="10" destOrd="0" presId="urn:microsoft.com/office/officeart/2005/8/layout/list1"/>
  </dgm:cxnLst>
  <dgm:bg>
    <a:solidFill>
      <a:schemeClr val="accent5">
        <a:lumMod val="75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A89EA8DF-8283-4A7B-80EC-EF0404C20F4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5AC55F-177A-45A4-BD12-D0EBB29A84A3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174. (a) The tiger was not/ (b) the only dangerous animal/ (c) in the forest there was </a:t>
          </a:r>
          <a:r>
            <a:rPr lang="es-ES" sz="2800" b="1" dirty="0" err="1">
              <a:solidFill>
                <a:schemeClr val="tx1"/>
              </a:solidFill>
            </a:rPr>
            <a:t>hyenas</a:t>
          </a:r>
          <a:r>
            <a:rPr lang="es-ES" sz="2800" b="1" dirty="0">
              <a:solidFill>
                <a:schemeClr val="tx1"/>
              </a:solidFill>
            </a:rPr>
            <a:t> </a:t>
          </a:r>
          <a:r>
            <a:rPr lang="es-ES" sz="2800" b="1" dirty="0" err="1">
              <a:solidFill>
                <a:schemeClr val="tx1"/>
              </a:solidFill>
            </a:rPr>
            <a:t>too</a:t>
          </a:r>
          <a:r>
            <a:rPr lang="es-ES" sz="2800" b="1" dirty="0">
              <a:solidFill>
                <a:schemeClr val="tx1"/>
              </a:solidFill>
            </a:rPr>
            <a:t>./ (d) No error</a:t>
          </a:r>
          <a:endParaRPr lang="en-US" sz="2800" dirty="0"/>
        </a:p>
      </dgm:t>
    </dgm:pt>
    <dgm:pt modelId="{C69B5F52-296B-40AA-A6A0-8A946B3D4836}" type="parTrans" cxnId="{7BE11F47-126B-4083-A431-8721BBD437D0}">
      <dgm:prSet/>
      <dgm:spPr/>
      <dgm:t>
        <a:bodyPr/>
        <a:lstStyle/>
        <a:p>
          <a:endParaRPr lang="en-US"/>
        </a:p>
      </dgm:t>
    </dgm:pt>
    <dgm:pt modelId="{94421986-7461-45CF-84E2-23971CEF7D4D}" type="sibTrans" cxnId="{7BE11F47-126B-4083-A431-8721BBD437D0}">
      <dgm:prSet/>
      <dgm:spPr/>
      <dgm:t>
        <a:bodyPr/>
        <a:lstStyle/>
        <a:p>
          <a:endParaRPr lang="en-US"/>
        </a:p>
      </dgm:t>
    </dgm:pt>
    <dgm:pt modelId="{B9008FFA-DB39-4152-BCD0-FBFF6F3332A9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175. (a) She immediately quit/ (b) the job in which/ (c) neither skill nor knowledge were required./ (d) No error</a:t>
          </a:r>
        </a:p>
      </dgm:t>
    </dgm:pt>
    <dgm:pt modelId="{E8D0906F-8136-4E7A-9E96-507A9F273863}" type="parTrans" cxnId="{17C05D13-AC52-4308-A3CA-E5A6A9B27E34}">
      <dgm:prSet/>
      <dgm:spPr/>
      <dgm:t>
        <a:bodyPr/>
        <a:lstStyle/>
        <a:p>
          <a:endParaRPr lang="en-US"/>
        </a:p>
      </dgm:t>
    </dgm:pt>
    <dgm:pt modelId="{D0FA8EBB-46FD-4BF6-A5AA-18924F7EC34D}" type="sibTrans" cxnId="{17C05D13-AC52-4308-A3CA-E5A6A9B27E34}">
      <dgm:prSet/>
      <dgm:spPr/>
      <dgm:t>
        <a:bodyPr/>
        <a:lstStyle/>
        <a:p>
          <a:endParaRPr lang="en-US"/>
        </a:p>
      </dgm:t>
    </dgm:pt>
    <dgm:pt modelId="{73603171-DC1B-4CD3-B4C2-C4AE9EA257DE}" type="pres">
      <dgm:prSet presAssocID="{A89EA8DF-8283-4A7B-80EC-EF0404C20F4B}" presName="linear" presStyleCnt="0">
        <dgm:presLayoutVars>
          <dgm:dir/>
          <dgm:animLvl val="lvl"/>
          <dgm:resizeHandles val="exact"/>
        </dgm:presLayoutVars>
      </dgm:prSet>
      <dgm:spPr/>
    </dgm:pt>
    <dgm:pt modelId="{BB13BF83-0BC8-4239-82E7-5C73601DC0D9}" type="pres">
      <dgm:prSet presAssocID="{B15AC55F-177A-45A4-BD12-D0EBB29A84A3}" presName="parentLin" presStyleCnt="0"/>
      <dgm:spPr/>
    </dgm:pt>
    <dgm:pt modelId="{6B40E3B9-9511-4F03-B2B7-BF6DF51792B7}" type="pres">
      <dgm:prSet presAssocID="{B15AC55F-177A-45A4-BD12-D0EBB29A84A3}" presName="parentLeftMargin" presStyleLbl="node1" presStyleIdx="0" presStyleCnt="2"/>
      <dgm:spPr/>
    </dgm:pt>
    <dgm:pt modelId="{D67C4AB7-8E81-44E7-BD1F-91C0F787FDF6}" type="pres">
      <dgm:prSet presAssocID="{B15AC55F-177A-45A4-BD12-D0EBB29A84A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1B991EE-687E-415C-82CD-F6C584268A44}" type="pres">
      <dgm:prSet presAssocID="{B15AC55F-177A-45A4-BD12-D0EBB29A84A3}" presName="negativeSpace" presStyleCnt="0"/>
      <dgm:spPr/>
    </dgm:pt>
    <dgm:pt modelId="{3084F577-FCE9-430F-A1C1-8FDFCAE07938}" type="pres">
      <dgm:prSet presAssocID="{B15AC55F-177A-45A4-BD12-D0EBB29A84A3}" presName="childText" presStyleLbl="conFgAcc1" presStyleIdx="0" presStyleCnt="2">
        <dgm:presLayoutVars>
          <dgm:bulletEnabled val="1"/>
        </dgm:presLayoutVars>
      </dgm:prSet>
      <dgm:spPr/>
    </dgm:pt>
    <dgm:pt modelId="{D19136B6-1067-492A-83A6-67B28A865AD6}" type="pres">
      <dgm:prSet presAssocID="{94421986-7461-45CF-84E2-23971CEF7D4D}" presName="spaceBetweenRectangles" presStyleCnt="0"/>
      <dgm:spPr/>
    </dgm:pt>
    <dgm:pt modelId="{87B782E5-1185-4FC4-AAA2-BB8BDF370C8F}" type="pres">
      <dgm:prSet presAssocID="{B9008FFA-DB39-4152-BCD0-FBFF6F3332A9}" presName="parentLin" presStyleCnt="0"/>
      <dgm:spPr/>
    </dgm:pt>
    <dgm:pt modelId="{EF0019DA-275C-4596-AE65-26153FCC6CDB}" type="pres">
      <dgm:prSet presAssocID="{B9008FFA-DB39-4152-BCD0-FBFF6F3332A9}" presName="parentLeftMargin" presStyleLbl="node1" presStyleIdx="0" presStyleCnt="2"/>
      <dgm:spPr/>
    </dgm:pt>
    <dgm:pt modelId="{30B5121A-F381-41A5-B4EF-F3A6610D1423}" type="pres">
      <dgm:prSet presAssocID="{B9008FFA-DB39-4152-BCD0-FBFF6F3332A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1C319C4-BDCA-4311-AA37-B13B8823221B}" type="pres">
      <dgm:prSet presAssocID="{B9008FFA-DB39-4152-BCD0-FBFF6F3332A9}" presName="negativeSpace" presStyleCnt="0"/>
      <dgm:spPr/>
    </dgm:pt>
    <dgm:pt modelId="{6F879D5B-7298-41ED-9E9F-B75A10FAFE98}" type="pres">
      <dgm:prSet presAssocID="{B9008FFA-DB39-4152-BCD0-FBFF6F3332A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7C05D13-AC52-4308-A3CA-E5A6A9B27E34}" srcId="{A89EA8DF-8283-4A7B-80EC-EF0404C20F4B}" destId="{B9008FFA-DB39-4152-BCD0-FBFF6F3332A9}" srcOrd="1" destOrd="0" parTransId="{E8D0906F-8136-4E7A-9E96-507A9F273863}" sibTransId="{D0FA8EBB-46FD-4BF6-A5AA-18924F7EC34D}"/>
    <dgm:cxn modelId="{7BE11F47-126B-4083-A431-8721BBD437D0}" srcId="{A89EA8DF-8283-4A7B-80EC-EF0404C20F4B}" destId="{B15AC55F-177A-45A4-BD12-D0EBB29A84A3}" srcOrd="0" destOrd="0" parTransId="{C69B5F52-296B-40AA-A6A0-8A946B3D4836}" sibTransId="{94421986-7461-45CF-84E2-23971CEF7D4D}"/>
    <dgm:cxn modelId="{E0D43868-E1E9-462C-97AD-7D39315F4C56}" type="presOf" srcId="{A89EA8DF-8283-4A7B-80EC-EF0404C20F4B}" destId="{73603171-DC1B-4CD3-B4C2-C4AE9EA257DE}" srcOrd="0" destOrd="0" presId="urn:microsoft.com/office/officeart/2005/8/layout/list1"/>
    <dgm:cxn modelId="{B925EB51-D798-4ED9-A13B-EABC0013783B}" type="presOf" srcId="{B15AC55F-177A-45A4-BD12-D0EBB29A84A3}" destId="{6B40E3B9-9511-4F03-B2B7-BF6DF51792B7}" srcOrd="0" destOrd="0" presId="urn:microsoft.com/office/officeart/2005/8/layout/list1"/>
    <dgm:cxn modelId="{0C7EB773-CEA2-4D7B-87F5-CEC0F7E943DD}" type="presOf" srcId="{B9008FFA-DB39-4152-BCD0-FBFF6F3332A9}" destId="{30B5121A-F381-41A5-B4EF-F3A6610D1423}" srcOrd="1" destOrd="0" presId="urn:microsoft.com/office/officeart/2005/8/layout/list1"/>
    <dgm:cxn modelId="{010DAE81-FE07-42F4-901F-9E9FBC36BB23}" type="presOf" srcId="{B9008FFA-DB39-4152-BCD0-FBFF6F3332A9}" destId="{EF0019DA-275C-4596-AE65-26153FCC6CDB}" srcOrd="0" destOrd="0" presId="urn:microsoft.com/office/officeart/2005/8/layout/list1"/>
    <dgm:cxn modelId="{BC9483B6-3C06-458D-8867-2D3421914FDD}" type="presOf" srcId="{B15AC55F-177A-45A4-BD12-D0EBB29A84A3}" destId="{D67C4AB7-8E81-44E7-BD1F-91C0F787FDF6}" srcOrd="1" destOrd="0" presId="urn:microsoft.com/office/officeart/2005/8/layout/list1"/>
    <dgm:cxn modelId="{852E9F08-048E-4B6F-B540-1251F2AAA40F}" type="presParOf" srcId="{73603171-DC1B-4CD3-B4C2-C4AE9EA257DE}" destId="{BB13BF83-0BC8-4239-82E7-5C73601DC0D9}" srcOrd="0" destOrd="0" presId="urn:microsoft.com/office/officeart/2005/8/layout/list1"/>
    <dgm:cxn modelId="{B69ACBFC-0CBF-414F-8068-8AF1FFF1F293}" type="presParOf" srcId="{BB13BF83-0BC8-4239-82E7-5C73601DC0D9}" destId="{6B40E3B9-9511-4F03-B2B7-BF6DF51792B7}" srcOrd="0" destOrd="0" presId="urn:microsoft.com/office/officeart/2005/8/layout/list1"/>
    <dgm:cxn modelId="{174711DB-397C-411F-9C1E-10B793B4296A}" type="presParOf" srcId="{BB13BF83-0BC8-4239-82E7-5C73601DC0D9}" destId="{D67C4AB7-8E81-44E7-BD1F-91C0F787FDF6}" srcOrd="1" destOrd="0" presId="urn:microsoft.com/office/officeart/2005/8/layout/list1"/>
    <dgm:cxn modelId="{B0278A54-D515-4AB9-BFB2-9C282146ADBA}" type="presParOf" srcId="{73603171-DC1B-4CD3-B4C2-C4AE9EA257DE}" destId="{11B991EE-687E-415C-82CD-F6C584268A44}" srcOrd="1" destOrd="0" presId="urn:microsoft.com/office/officeart/2005/8/layout/list1"/>
    <dgm:cxn modelId="{BB2B98A5-7BBF-4C67-940E-E3488A95D20A}" type="presParOf" srcId="{73603171-DC1B-4CD3-B4C2-C4AE9EA257DE}" destId="{3084F577-FCE9-430F-A1C1-8FDFCAE07938}" srcOrd="2" destOrd="0" presId="urn:microsoft.com/office/officeart/2005/8/layout/list1"/>
    <dgm:cxn modelId="{44B3848F-B810-43B7-BBA3-093539AFF025}" type="presParOf" srcId="{73603171-DC1B-4CD3-B4C2-C4AE9EA257DE}" destId="{D19136B6-1067-492A-83A6-67B28A865AD6}" srcOrd="3" destOrd="0" presId="urn:microsoft.com/office/officeart/2005/8/layout/list1"/>
    <dgm:cxn modelId="{8F18736A-25FD-4AE2-A782-311F7AAFEB01}" type="presParOf" srcId="{73603171-DC1B-4CD3-B4C2-C4AE9EA257DE}" destId="{87B782E5-1185-4FC4-AAA2-BB8BDF370C8F}" srcOrd="4" destOrd="0" presId="urn:microsoft.com/office/officeart/2005/8/layout/list1"/>
    <dgm:cxn modelId="{028734F4-1DF0-4DD3-8367-88EDF6208905}" type="presParOf" srcId="{87B782E5-1185-4FC4-AAA2-BB8BDF370C8F}" destId="{EF0019DA-275C-4596-AE65-26153FCC6CDB}" srcOrd="0" destOrd="0" presId="urn:microsoft.com/office/officeart/2005/8/layout/list1"/>
    <dgm:cxn modelId="{F69FB312-D079-49DA-ABD6-17E388BA600B}" type="presParOf" srcId="{87B782E5-1185-4FC4-AAA2-BB8BDF370C8F}" destId="{30B5121A-F381-41A5-B4EF-F3A6610D1423}" srcOrd="1" destOrd="0" presId="urn:microsoft.com/office/officeart/2005/8/layout/list1"/>
    <dgm:cxn modelId="{A77F88F3-473A-4888-8546-49E197B7F36F}" type="presParOf" srcId="{73603171-DC1B-4CD3-B4C2-C4AE9EA257DE}" destId="{81C319C4-BDCA-4311-AA37-B13B8823221B}" srcOrd="5" destOrd="0" presId="urn:microsoft.com/office/officeart/2005/8/layout/list1"/>
    <dgm:cxn modelId="{85684523-024D-4D56-B674-454FC551F185}" type="presParOf" srcId="{73603171-DC1B-4CD3-B4C2-C4AE9EA257DE}" destId="{6F879D5B-7298-41ED-9E9F-B75A10FAFE98}" srcOrd="6" destOrd="0" presId="urn:microsoft.com/office/officeart/2005/8/layout/list1"/>
  </dgm:cxnLst>
  <dgm:bg>
    <a:solidFill>
      <a:schemeClr val="accent1">
        <a:lumMod val="60000"/>
        <a:lumOff val="4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A89EA8DF-8283-4A7B-80EC-EF0404C20F4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5AC55F-177A-45A4-BD12-D0EBB29A84A3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 (a) The tiger was not/ (b) the only dangerous animal/ (c) in the forest </a:t>
          </a:r>
          <a:r>
            <a:rPr lang="en-IN" sz="2800" b="1" dirty="0">
              <a:solidFill>
                <a:srgbClr val="002060"/>
              </a:solidFill>
            </a:rPr>
            <a:t>there were </a:t>
          </a:r>
          <a:r>
            <a:rPr lang="en-IN" sz="2800" b="1" dirty="0">
              <a:solidFill>
                <a:schemeClr val="tx1"/>
              </a:solidFill>
            </a:rPr>
            <a:t> </a:t>
          </a:r>
          <a:r>
            <a:rPr lang="en-IN" sz="2800" b="1" strike="sngStrike" dirty="0">
              <a:solidFill>
                <a:srgbClr val="C00000"/>
              </a:solidFill>
            </a:rPr>
            <a:t>was</a:t>
          </a:r>
          <a:r>
            <a:rPr lang="en-IN" sz="2800" b="1" dirty="0">
              <a:solidFill>
                <a:schemeClr val="tx1"/>
              </a:solidFill>
            </a:rPr>
            <a:t> </a:t>
          </a:r>
          <a:r>
            <a:rPr lang="es-ES" sz="2800" b="1" dirty="0" err="1">
              <a:solidFill>
                <a:srgbClr val="C00000"/>
              </a:solidFill>
            </a:rPr>
            <a:t>hyenas</a:t>
          </a:r>
          <a:r>
            <a:rPr lang="es-ES" sz="2800" b="1" dirty="0">
              <a:solidFill>
                <a:schemeClr val="tx1"/>
              </a:solidFill>
            </a:rPr>
            <a:t> </a:t>
          </a:r>
          <a:r>
            <a:rPr lang="es-ES" sz="2800" b="1" dirty="0" err="1">
              <a:solidFill>
                <a:schemeClr val="tx1"/>
              </a:solidFill>
            </a:rPr>
            <a:t>too</a:t>
          </a:r>
          <a:r>
            <a:rPr lang="es-ES" sz="2800" b="1" dirty="0">
              <a:solidFill>
                <a:schemeClr val="tx1"/>
              </a:solidFill>
            </a:rPr>
            <a:t>./ (d) No error  </a:t>
          </a:r>
          <a:r>
            <a:rPr lang="es-ES" sz="2800" b="1" dirty="0">
              <a:solidFill>
                <a:srgbClr val="C00000"/>
              </a:solidFill>
            </a:rPr>
            <a:t>(</a:t>
          </a:r>
          <a:r>
            <a:rPr lang="es-ES" sz="2800" b="1" dirty="0" err="1">
              <a:solidFill>
                <a:srgbClr val="C00000"/>
              </a:solidFill>
            </a:rPr>
            <a:t>subject</a:t>
          </a:r>
          <a:r>
            <a:rPr lang="es-ES" sz="2800" b="1" dirty="0">
              <a:solidFill>
                <a:srgbClr val="C00000"/>
              </a:solidFill>
            </a:rPr>
            <a:t>  </a:t>
          </a:r>
          <a:r>
            <a:rPr lang="es-ES" sz="2800" b="1" dirty="0" err="1">
              <a:solidFill>
                <a:srgbClr val="C00000"/>
              </a:solidFill>
            </a:rPr>
            <a:t>coming</a:t>
          </a:r>
          <a:r>
            <a:rPr lang="es-ES" sz="2800" b="1" dirty="0">
              <a:solidFill>
                <a:srgbClr val="C00000"/>
              </a:solidFill>
            </a:rPr>
            <a:t> after </a:t>
          </a:r>
          <a:r>
            <a:rPr lang="es-ES" sz="2800" b="1" dirty="0" err="1">
              <a:solidFill>
                <a:srgbClr val="C00000"/>
              </a:solidFill>
            </a:rPr>
            <a:t>the</a:t>
          </a:r>
          <a:r>
            <a:rPr lang="es-ES" sz="2800" b="1" dirty="0">
              <a:solidFill>
                <a:srgbClr val="C00000"/>
              </a:solidFill>
            </a:rPr>
            <a:t> </a:t>
          </a:r>
          <a:r>
            <a:rPr lang="es-ES" sz="2800" b="1" dirty="0" err="1">
              <a:solidFill>
                <a:srgbClr val="C00000"/>
              </a:solidFill>
            </a:rPr>
            <a:t>verb</a:t>
          </a:r>
          <a:r>
            <a:rPr lang="es-ES" sz="2800" b="1" dirty="0">
              <a:solidFill>
                <a:srgbClr val="C00000"/>
              </a:solidFill>
            </a:rPr>
            <a:t>)</a:t>
          </a:r>
          <a:endParaRPr lang="en-US" sz="2800" dirty="0">
            <a:solidFill>
              <a:srgbClr val="C00000"/>
            </a:solidFill>
          </a:endParaRPr>
        </a:p>
      </dgm:t>
    </dgm:pt>
    <dgm:pt modelId="{C69B5F52-296B-40AA-A6A0-8A946B3D4836}" type="parTrans" cxnId="{7BE11F47-126B-4083-A431-8721BBD437D0}">
      <dgm:prSet/>
      <dgm:spPr/>
      <dgm:t>
        <a:bodyPr/>
        <a:lstStyle/>
        <a:p>
          <a:endParaRPr lang="en-US"/>
        </a:p>
      </dgm:t>
    </dgm:pt>
    <dgm:pt modelId="{94421986-7461-45CF-84E2-23971CEF7D4D}" type="sibTrans" cxnId="{7BE11F47-126B-4083-A431-8721BBD437D0}">
      <dgm:prSet/>
      <dgm:spPr/>
      <dgm:t>
        <a:bodyPr/>
        <a:lstStyle/>
        <a:p>
          <a:endParaRPr lang="en-US"/>
        </a:p>
      </dgm:t>
    </dgm:pt>
    <dgm:pt modelId="{B9008FFA-DB39-4152-BCD0-FBFF6F3332A9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 (a) She immediately quit/ (b) the job in which/ (c) neither skill </a:t>
          </a:r>
          <a:r>
            <a:rPr lang="en-IN" sz="2800" b="1" dirty="0">
              <a:solidFill>
                <a:srgbClr val="002060"/>
              </a:solidFill>
            </a:rPr>
            <a:t>nor</a:t>
          </a:r>
          <a:r>
            <a:rPr lang="en-IN" sz="2800" b="1" dirty="0">
              <a:solidFill>
                <a:schemeClr val="tx1"/>
              </a:solidFill>
            </a:rPr>
            <a:t> </a:t>
          </a:r>
          <a:r>
            <a:rPr lang="en-IN" sz="2800" b="1" dirty="0">
              <a:solidFill>
                <a:srgbClr val="C00000"/>
              </a:solidFill>
            </a:rPr>
            <a:t>knowledge was </a:t>
          </a:r>
          <a:r>
            <a:rPr lang="en-IN" sz="2800" b="1" dirty="0">
              <a:solidFill>
                <a:schemeClr val="tx1"/>
              </a:solidFill>
            </a:rPr>
            <a:t> </a:t>
          </a:r>
          <a:r>
            <a:rPr lang="en-IN" sz="2800" b="1" strike="sngStrike" dirty="0">
              <a:solidFill>
                <a:srgbClr val="C00000"/>
              </a:solidFill>
            </a:rPr>
            <a:t>were</a:t>
          </a:r>
          <a:r>
            <a:rPr lang="en-IN" sz="2800" b="1" dirty="0">
              <a:solidFill>
                <a:schemeClr val="tx1"/>
              </a:solidFill>
            </a:rPr>
            <a:t> required./ (d) No error </a:t>
          </a:r>
          <a:r>
            <a:rPr lang="en-IN" sz="2800" b="1" dirty="0">
              <a:solidFill>
                <a:srgbClr val="C00000"/>
              </a:solidFill>
            </a:rPr>
            <a:t>(either…or, neither…nor or </a:t>
          </a:r>
          <a:r>
            <a:rPr lang="en-IN" sz="2800" b="1" dirty="0" err="1">
              <a:solidFill>
                <a:srgbClr val="C00000"/>
              </a:solidFill>
            </a:rPr>
            <a:t>or</a:t>
          </a:r>
          <a:r>
            <a:rPr lang="en-IN" sz="2800" b="1" dirty="0">
              <a:solidFill>
                <a:srgbClr val="C00000"/>
              </a:solidFill>
            </a:rPr>
            <a:t> rule)</a:t>
          </a:r>
        </a:p>
      </dgm:t>
    </dgm:pt>
    <dgm:pt modelId="{E8D0906F-8136-4E7A-9E96-507A9F273863}" type="parTrans" cxnId="{17C05D13-AC52-4308-A3CA-E5A6A9B27E34}">
      <dgm:prSet/>
      <dgm:spPr/>
      <dgm:t>
        <a:bodyPr/>
        <a:lstStyle/>
        <a:p>
          <a:endParaRPr lang="en-US"/>
        </a:p>
      </dgm:t>
    </dgm:pt>
    <dgm:pt modelId="{D0FA8EBB-46FD-4BF6-A5AA-18924F7EC34D}" type="sibTrans" cxnId="{17C05D13-AC52-4308-A3CA-E5A6A9B27E34}">
      <dgm:prSet/>
      <dgm:spPr/>
      <dgm:t>
        <a:bodyPr/>
        <a:lstStyle/>
        <a:p>
          <a:endParaRPr lang="en-US"/>
        </a:p>
      </dgm:t>
    </dgm:pt>
    <dgm:pt modelId="{73603171-DC1B-4CD3-B4C2-C4AE9EA257DE}" type="pres">
      <dgm:prSet presAssocID="{A89EA8DF-8283-4A7B-80EC-EF0404C20F4B}" presName="linear" presStyleCnt="0">
        <dgm:presLayoutVars>
          <dgm:dir/>
          <dgm:animLvl val="lvl"/>
          <dgm:resizeHandles val="exact"/>
        </dgm:presLayoutVars>
      </dgm:prSet>
      <dgm:spPr/>
    </dgm:pt>
    <dgm:pt modelId="{BB13BF83-0BC8-4239-82E7-5C73601DC0D9}" type="pres">
      <dgm:prSet presAssocID="{B15AC55F-177A-45A4-BD12-D0EBB29A84A3}" presName="parentLin" presStyleCnt="0"/>
      <dgm:spPr/>
    </dgm:pt>
    <dgm:pt modelId="{6B40E3B9-9511-4F03-B2B7-BF6DF51792B7}" type="pres">
      <dgm:prSet presAssocID="{B15AC55F-177A-45A4-BD12-D0EBB29A84A3}" presName="parentLeftMargin" presStyleLbl="node1" presStyleIdx="0" presStyleCnt="2"/>
      <dgm:spPr/>
    </dgm:pt>
    <dgm:pt modelId="{D67C4AB7-8E81-44E7-BD1F-91C0F787FDF6}" type="pres">
      <dgm:prSet presAssocID="{B15AC55F-177A-45A4-BD12-D0EBB29A84A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1B991EE-687E-415C-82CD-F6C584268A44}" type="pres">
      <dgm:prSet presAssocID="{B15AC55F-177A-45A4-BD12-D0EBB29A84A3}" presName="negativeSpace" presStyleCnt="0"/>
      <dgm:spPr/>
    </dgm:pt>
    <dgm:pt modelId="{3084F577-FCE9-430F-A1C1-8FDFCAE07938}" type="pres">
      <dgm:prSet presAssocID="{B15AC55F-177A-45A4-BD12-D0EBB29A84A3}" presName="childText" presStyleLbl="conFgAcc1" presStyleIdx="0" presStyleCnt="2">
        <dgm:presLayoutVars>
          <dgm:bulletEnabled val="1"/>
        </dgm:presLayoutVars>
      </dgm:prSet>
      <dgm:spPr/>
    </dgm:pt>
    <dgm:pt modelId="{D19136B6-1067-492A-83A6-67B28A865AD6}" type="pres">
      <dgm:prSet presAssocID="{94421986-7461-45CF-84E2-23971CEF7D4D}" presName="spaceBetweenRectangles" presStyleCnt="0"/>
      <dgm:spPr/>
    </dgm:pt>
    <dgm:pt modelId="{87B782E5-1185-4FC4-AAA2-BB8BDF370C8F}" type="pres">
      <dgm:prSet presAssocID="{B9008FFA-DB39-4152-BCD0-FBFF6F3332A9}" presName="parentLin" presStyleCnt="0"/>
      <dgm:spPr/>
    </dgm:pt>
    <dgm:pt modelId="{EF0019DA-275C-4596-AE65-26153FCC6CDB}" type="pres">
      <dgm:prSet presAssocID="{B9008FFA-DB39-4152-BCD0-FBFF6F3332A9}" presName="parentLeftMargin" presStyleLbl="node1" presStyleIdx="0" presStyleCnt="2"/>
      <dgm:spPr/>
    </dgm:pt>
    <dgm:pt modelId="{30B5121A-F381-41A5-B4EF-F3A6610D1423}" type="pres">
      <dgm:prSet presAssocID="{B9008FFA-DB39-4152-BCD0-FBFF6F3332A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1C319C4-BDCA-4311-AA37-B13B8823221B}" type="pres">
      <dgm:prSet presAssocID="{B9008FFA-DB39-4152-BCD0-FBFF6F3332A9}" presName="negativeSpace" presStyleCnt="0"/>
      <dgm:spPr/>
    </dgm:pt>
    <dgm:pt modelId="{6F879D5B-7298-41ED-9E9F-B75A10FAFE98}" type="pres">
      <dgm:prSet presAssocID="{B9008FFA-DB39-4152-BCD0-FBFF6F3332A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7C05D13-AC52-4308-A3CA-E5A6A9B27E34}" srcId="{A89EA8DF-8283-4A7B-80EC-EF0404C20F4B}" destId="{B9008FFA-DB39-4152-BCD0-FBFF6F3332A9}" srcOrd="1" destOrd="0" parTransId="{E8D0906F-8136-4E7A-9E96-507A9F273863}" sibTransId="{D0FA8EBB-46FD-4BF6-A5AA-18924F7EC34D}"/>
    <dgm:cxn modelId="{7BE11F47-126B-4083-A431-8721BBD437D0}" srcId="{A89EA8DF-8283-4A7B-80EC-EF0404C20F4B}" destId="{B15AC55F-177A-45A4-BD12-D0EBB29A84A3}" srcOrd="0" destOrd="0" parTransId="{C69B5F52-296B-40AA-A6A0-8A946B3D4836}" sibTransId="{94421986-7461-45CF-84E2-23971CEF7D4D}"/>
    <dgm:cxn modelId="{E0D43868-E1E9-462C-97AD-7D39315F4C56}" type="presOf" srcId="{A89EA8DF-8283-4A7B-80EC-EF0404C20F4B}" destId="{73603171-DC1B-4CD3-B4C2-C4AE9EA257DE}" srcOrd="0" destOrd="0" presId="urn:microsoft.com/office/officeart/2005/8/layout/list1"/>
    <dgm:cxn modelId="{B925EB51-D798-4ED9-A13B-EABC0013783B}" type="presOf" srcId="{B15AC55F-177A-45A4-BD12-D0EBB29A84A3}" destId="{6B40E3B9-9511-4F03-B2B7-BF6DF51792B7}" srcOrd="0" destOrd="0" presId="urn:microsoft.com/office/officeart/2005/8/layout/list1"/>
    <dgm:cxn modelId="{0C7EB773-CEA2-4D7B-87F5-CEC0F7E943DD}" type="presOf" srcId="{B9008FFA-DB39-4152-BCD0-FBFF6F3332A9}" destId="{30B5121A-F381-41A5-B4EF-F3A6610D1423}" srcOrd="1" destOrd="0" presId="urn:microsoft.com/office/officeart/2005/8/layout/list1"/>
    <dgm:cxn modelId="{010DAE81-FE07-42F4-901F-9E9FBC36BB23}" type="presOf" srcId="{B9008FFA-DB39-4152-BCD0-FBFF6F3332A9}" destId="{EF0019DA-275C-4596-AE65-26153FCC6CDB}" srcOrd="0" destOrd="0" presId="urn:microsoft.com/office/officeart/2005/8/layout/list1"/>
    <dgm:cxn modelId="{BC9483B6-3C06-458D-8867-2D3421914FDD}" type="presOf" srcId="{B15AC55F-177A-45A4-BD12-D0EBB29A84A3}" destId="{D67C4AB7-8E81-44E7-BD1F-91C0F787FDF6}" srcOrd="1" destOrd="0" presId="urn:microsoft.com/office/officeart/2005/8/layout/list1"/>
    <dgm:cxn modelId="{852E9F08-048E-4B6F-B540-1251F2AAA40F}" type="presParOf" srcId="{73603171-DC1B-4CD3-B4C2-C4AE9EA257DE}" destId="{BB13BF83-0BC8-4239-82E7-5C73601DC0D9}" srcOrd="0" destOrd="0" presId="urn:microsoft.com/office/officeart/2005/8/layout/list1"/>
    <dgm:cxn modelId="{B69ACBFC-0CBF-414F-8068-8AF1FFF1F293}" type="presParOf" srcId="{BB13BF83-0BC8-4239-82E7-5C73601DC0D9}" destId="{6B40E3B9-9511-4F03-B2B7-BF6DF51792B7}" srcOrd="0" destOrd="0" presId="urn:microsoft.com/office/officeart/2005/8/layout/list1"/>
    <dgm:cxn modelId="{174711DB-397C-411F-9C1E-10B793B4296A}" type="presParOf" srcId="{BB13BF83-0BC8-4239-82E7-5C73601DC0D9}" destId="{D67C4AB7-8E81-44E7-BD1F-91C0F787FDF6}" srcOrd="1" destOrd="0" presId="urn:microsoft.com/office/officeart/2005/8/layout/list1"/>
    <dgm:cxn modelId="{B0278A54-D515-4AB9-BFB2-9C282146ADBA}" type="presParOf" srcId="{73603171-DC1B-4CD3-B4C2-C4AE9EA257DE}" destId="{11B991EE-687E-415C-82CD-F6C584268A44}" srcOrd="1" destOrd="0" presId="urn:microsoft.com/office/officeart/2005/8/layout/list1"/>
    <dgm:cxn modelId="{BB2B98A5-7BBF-4C67-940E-E3488A95D20A}" type="presParOf" srcId="{73603171-DC1B-4CD3-B4C2-C4AE9EA257DE}" destId="{3084F577-FCE9-430F-A1C1-8FDFCAE07938}" srcOrd="2" destOrd="0" presId="urn:microsoft.com/office/officeart/2005/8/layout/list1"/>
    <dgm:cxn modelId="{44B3848F-B810-43B7-BBA3-093539AFF025}" type="presParOf" srcId="{73603171-DC1B-4CD3-B4C2-C4AE9EA257DE}" destId="{D19136B6-1067-492A-83A6-67B28A865AD6}" srcOrd="3" destOrd="0" presId="urn:microsoft.com/office/officeart/2005/8/layout/list1"/>
    <dgm:cxn modelId="{8F18736A-25FD-4AE2-A782-311F7AAFEB01}" type="presParOf" srcId="{73603171-DC1B-4CD3-B4C2-C4AE9EA257DE}" destId="{87B782E5-1185-4FC4-AAA2-BB8BDF370C8F}" srcOrd="4" destOrd="0" presId="urn:microsoft.com/office/officeart/2005/8/layout/list1"/>
    <dgm:cxn modelId="{028734F4-1DF0-4DD3-8367-88EDF6208905}" type="presParOf" srcId="{87B782E5-1185-4FC4-AAA2-BB8BDF370C8F}" destId="{EF0019DA-275C-4596-AE65-26153FCC6CDB}" srcOrd="0" destOrd="0" presId="urn:microsoft.com/office/officeart/2005/8/layout/list1"/>
    <dgm:cxn modelId="{F69FB312-D079-49DA-ABD6-17E388BA600B}" type="presParOf" srcId="{87B782E5-1185-4FC4-AAA2-BB8BDF370C8F}" destId="{30B5121A-F381-41A5-B4EF-F3A6610D1423}" srcOrd="1" destOrd="0" presId="urn:microsoft.com/office/officeart/2005/8/layout/list1"/>
    <dgm:cxn modelId="{A77F88F3-473A-4888-8546-49E197B7F36F}" type="presParOf" srcId="{73603171-DC1B-4CD3-B4C2-C4AE9EA257DE}" destId="{81C319C4-BDCA-4311-AA37-B13B8823221B}" srcOrd="5" destOrd="0" presId="urn:microsoft.com/office/officeart/2005/8/layout/list1"/>
    <dgm:cxn modelId="{85684523-024D-4D56-B674-454FC551F185}" type="presParOf" srcId="{73603171-DC1B-4CD3-B4C2-C4AE9EA257DE}" destId="{6F879D5B-7298-41ED-9E9F-B75A10FAFE98}" srcOrd="6" destOrd="0" presId="urn:microsoft.com/office/officeart/2005/8/layout/list1"/>
  </dgm:cxnLst>
  <dgm:bg>
    <a:solidFill>
      <a:schemeClr val="accent1">
        <a:lumMod val="60000"/>
        <a:lumOff val="4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9CE7514A-4260-4E39-9594-2172D742440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7A9620-D3CA-4157-AC1A-531233EB1428}">
      <dgm:prSet phldrT="[Text]"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177.(a) The type of qualities you acquire/ (b) depend upon your company/ (c) and so you associate yourselves with simple and good natured people./ (d) No error</a:t>
          </a:r>
          <a:endParaRPr lang="en-US" sz="2800" b="1" dirty="0">
            <a:solidFill>
              <a:schemeClr val="tx1"/>
            </a:solidFill>
          </a:endParaRPr>
        </a:p>
      </dgm:t>
    </dgm:pt>
    <dgm:pt modelId="{ED0D7E4A-F021-4A94-BF56-56CE754635E2}" type="parTrans" cxnId="{F200853D-3DEA-4A65-8E94-D44AC6F0B204}">
      <dgm:prSet/>
      <dgm:spPr/>
      <dgm:t>
        <a:bodyPr/>
        <a:lstStyle/>
        <a:p>
          <a:endParaRPr lang="en-US"/>
        </a:p>
      </dgm:t>
    </dgm:pt>
    <dgm:pt modelId="{AF8EE09B-8590-44A1-BDF4-2CA0E168B575}" type="sibTrans" cxnId="{F200853D-3DEA-4A65-8E94-D44AC6F0B204}">
      <dgm:prSet/>
      <dgm:spPr/>
      <dgm:t>
        <a:bodyPr/>
        <a:lstStyle/>
        <a:p>
          <a:endParaRPr lang="en-US"/>
        </a:p>
      </dgm:t>
    </dgm:pt>
    <dgm:pt modelId="{A691AE01-4EC0-4E44-BF3A-CCDDEB8C2ED8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178.(a) Our success or our failure/ (b) largely depend/ (c) upon our actions./ (d) No error</a:t>
          </a:r>
        </a:p>
      </dgm:t>
    </dgm:pt>
    <dgm:pt modelId="{642D889F-FA87-4998-B755-75333DEF8425}" type="parTrans" cxnId="{4DE97799-853C-4256-83EF-45A382BF53F3}">
      <dgm:prSet/>
      <dgm:spPr/>
      <dgm:t>
        <a:bodyPr/>
        <a:lstStyle/>
        <a:p>
          <a:endParaRPr lang="en-US"/>
        </a:p>
      </dgm:t>
    </dgm:pt>
    <dgm:pt modelId="{3823DEEF-3C72-477D-83CB-1E379E907630}" type="sibTrans" cxnId="{4DE97799-853C-4256-83EF-45A382BF53F3}">
      <dgm:prSet/>
      <dgm:spPr/>
      <dgm:t>
        <a:bodyPr/>
        <a:lstStyle/>
        <a:p>
          <a:endParaRPr lang="en-US"/>
        </a:p>
      </dgm:t>
    </dgm:pt>
    <dgm:pt modelId="{16EC5CB6-988B-4A28-9B59-5EFC78EDFFE4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179.(a) He is/ (b) one of the tallest boy/ (c) in the class./ (d) No error</a:t>
          </a:r>
        </a:p>
      </dgm:t>
    </dgm:pt>
    <dgm:pt modelId="{7C882855-CE0D-494A-B6BA-3BF206F9E437}" type="parTrans" cxnId="{E6A5951A-7E82-41D8-8862-D6A5ADDA8702}">
      <dgm:prSet/>
      <dgm:spPr/>
      <dgm:t>
        <a:bodyPr/>
        <a:lstStyle/>
        <a:p>
          <a:endParaRPr lang="en-US"/>
        </a:p>
      </dgm:t>
    </dgm:pt>
    <dgm:pt modelId="{0FDE3FC4-ABB8-4655-9C40-709DA5B7EEAB}" type="sibTrans" cxnId="{E6A5951A-7E82-41D8-8862-D6A5ADDA8702}">
      <dgm:prSet/>
      <dgm:spPr/>
      <dgm:t>
        <a:bodyPr/>
        <a:lstStyle/>
        <a:p>
          <a:endParaRPr lang="en-US"/>
        </a:p>
      </dgm:t>
    </dgm:pt>
    <dgm:pt modelId="{C7CF2852-20F3-4833-969B-8CFA40971816}" type="pres">
      <dgm:prSet presAssocID="{9CE7514A-4260-4E39-9594-2172D7424408}" presName="linear" presStyleCnt="0">
        <dgm:presLayoutVars>
          <dgm:dir/>
          <dgm:animLvl val="lvl"/>
          <dgm:resizeHandles val="exact"/>
        </dgm:presLayoutVars>
      </dgm:prSet>
      <dgm:spPr/>
    </dgm:pt>
    <dgm:pt modelId="{9E891378-5728-4763-B507-D3467CEF7D19}" type="pres">
      <dgm:prSet presAssocID="{DC7A9620-D3CA-4157-AC1A-531233EB1428}" presName="parentLin" presStyleCnt="0"/>
      <dgm:spPr/>
    </dgm:pt>
    <dgm:pt modelId="{AE16B0E2-2EDA-4DBE-8550-7F936DB665EB}" type="pres">
      <dgm:prSet presAssocID="{DC7A9620-D3CA-4157-AC1A-531233EB1428}" presName="parentLeftMargin" presStyleLbl="node1" presStyleIdx="0" presStyleCnt="3"/>
      <dgm:spPr/>
    </dgm:pt>
    <dgm:pt modelId="{7E35B2D7-6F1C-4C7E-9A83-A5EC10F65F23}" type="pres">
      <dgm:prSet presAssocID="{DC7A9620-D3CA-4157-AC1A-531233EB142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E3677C3-CD0E-4ED4-8401-CF7548F4FD6A}" type="pres">
      <dgm:prSet presAssocID="{DC7A9620-D3CA-4157-AC1A-531233EB1428}" presName="negativeSpace" presStyleCnt="0"/>
      <dgm:spPr/>
    </dgm:pt>
    <dgm:pt modelId="{EEDDA806-045A-40A2-A771-CD349B728BA1}" type="pres">
      <dgm:prSet presAssocID="{DC7A9620-D3CA-4157-AC1A-531233EB1428}" presName="childText" presStyleLbl="conFgAcc1" presStyleIdx="0" presStyleCnt="3">
        <dgm:presLayoutVars>
          <dgm:bulletEnabled val="1"/>
        </dgm:presLayoutVars>
      </dgm:prSet>
      <dgm:spPr/>
    </dgm:pt>
    <dgm:pt modelId="{E67A4EA4-E544-4F76-AD2B-7E9612685F2E}" type="pres">
      <dgm:prSet presAssocID="{AF8EE09B-8590-44A1-BDF4-2CA0E168B575}" presName="spaceBetweenRectangles" presStyleCnt="0"/>
      <dgm:spPr/>
    </dgm:pt>
    <dgm:pt modelId="{BB384C46-12F2-4FAE-B64E-93139308678D}" type="pres">
      <dgm:prSet presAssocID="{A691AE01-4EC0-4E44-BF3A-CCDDEB8C2ED8}" presName="parentLin" presStyleCnt="0"/>
      <dgm:spPr/>
    </dgm:pt>
    <dgm:pt modelId="{8BBF0B6C-440A-4309-AD0D-0FF2B980AEF8}" type="pres">
      <dgm:prSet presAssocID="{A691AE01-4EC0-4E44-BF3A-CCDDEB8C2ED8}" presName="parentLeftMargin" presStyleLbl="node1" presStyleIdx="0" presStyleCnt="3"/>
      <dgm:spPr/>
    </dgm:pt>
    <dgm:pt modelId="{02C3CA97-8AAF-48D3-9518-1EBCE70E6E86}" type="pres">
      <dgm:prSet presAssocID="{A691AE01-4EC0-4E44-BF3A-CCDDEB8C2ED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4AA9752-455A-45B2-9F5D-5F2AC76A2DF4}" type="pres">
      <dgm:prSet presAssocID="{A691AE01-4EC0-4E44-BF3A-CCDDEB8C2ED8}" presName="negativeSpace" presStyleCnt="0"/>
      <dgm:spPr/>
    </dgm:pt>
    <dgm:pt modelId="{0E459CE8-C1C8-4D7B-AF63-309D6D1D2FF9}" type="pres">
      <dgm:prSet presAssocID="{A691AE01-4EC0-4E44-BF3A-CCDDEB8C2ED8}" presName="childText" presStyleLbl="conFgAcc1" presStyleIdx="1" presStyleCnt="3">
        <dgm:presLayoutVars>
          <dgm:bulletEnabled val="1"/>
        </dgm:presLayoutVars>
      </dgm:prSet>
      <dgm:spPr/>
    </dgm:pt>
    <dgm:pt modelId="{63216635-D035-40C1-BEB5-1EF7949E51C6}" type="pres">
      <dgm:prSet presAssocID="{3823DEEF-3C72-477D-83CB-1E379E907630}" presName="spaceBetweenRectangles" presStyleCnt="0"/>
      <dgm:spPr/>
    </dgm:pt>
    <dgm:pt modelId="{2E46CDFE-B5CC-4100-AF9D-E80179604773}" type="pres">
      <dgm:prSet presAssocID="{16EC5CB6-988B-4A28-9B59-5EFC78EDFFE4}" presName="parentLin" presStyleCnt="0"/>
      <dgm:spPr/>
    </dgm:pt>
    <dgm:pt modelId="{5B869A3B-5968-4470-9D59-9F5B17DADE7E}" type="pres">
      <dgm:prSet presAssocID="{16EC5CB6-988B-4A28-9B59-5EFC78EDFFE4}" presName="parentLeftMargin" presStyleLbl="node1" presStyleIdx="1" presStyleCnt="3"/>
      <dgm:spPr/>
    </dgm:pt>
    <dgm:pt modelId="{0F2CF986-52E7-4CE6-A481-BBC7F8F2A97D}" type="pres">
      <dgm:prSet presAssocID="{16EC5CB6-988B-4A28-9B59-5EFC78EDFFE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22A1849-72CA-4741-8F7F-0CA73E5718A0}" type="pres">
      <dgm:prSet presAssocID="{16EC5CB6-988B-4A28-9B59-5EFC78EDFFE4}" presName="negativeSpace" presStyleCnt="0"/>
      <dgm:spPr/>
    </dgm:pt>
    <dgm:pt modelId="{F9445698-C1D8-46A8-8731-DD56E2B00D00}" type="pres">
      <dgm:prSet presAssocID="{16EC5CB6-988B-4A28-9B59-5EFC78EDFFE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59B051A-9680-4B42-BD15-CED58B4B4496}" type="presOf" srcId="{A691AE01-4EC0-4E44-BF3A-CCDDEB8C2ED8}" destId="{8BBF0B6C-440A-4309-AD0D-0FF2B980AEF8}" srcOrd="0" destOrd="0" presId="urn:microsoft.com/office/officeart/2005/8/layout/list1"/>
    <dgm:cxn modelId="{E6A5951A-7E82-41D8-8862-D6A5ADDA8702}" srcId="{9CE7514A-4260-4E39-9594-2172D7424408}" destId="{16EC5CB6-988B-4A28-9B59-5EFC78EDFFE4}" srcOrd="2" destOrd="0" parTransId="{7C882855-CE0D-494A-B6BA-3BF206F9E437}" sibTransId="{0FDE3FC4-ABB8-4655-9C40-709DA5B7EEAB}"/>
    <dgm:cxn modelId="{BFCCEE2D-E03E-4480-98BE-9FE819A348A9}" type="presOf" srcId="{9CE7514A-4260-4E39-9594-2172D7424408}" destId="{C7CF2852-20F3-4833-969B-8CFA40971816}" srcOrd="0" destOrd="0" presId="urn:microsoft.com/office/officeart/2005/8/layout/list1"/>
    <dgm:cxn modelId="{E6672939-CB2F-4999-B2AA-2031FB85E5C6}" type="presOf" srcId="{DC7A9620-D3CA-4157-AC1A-531233EB1428}" destId="{7E35B2D7-6F1C-4C7E-9A83-A5EC10F65F23}" srcOrd="1" destOrd="0" presId="urn:microsoft.com/office/officeart/2005/8/layout/list1"/>
    <dgm:cxn modelId="{F200853D-3DEA-4A65-8E94-D44AC6F0B204}" srcId="{9CE7514A-4260-4E39-9594-2172D7424408}" destId="{DC7A9620-D3CA-4157-AC1A-531233EB1428}" srcOrd="0" destOrd="0" parTransId="{ED0D7E4A-F021-4A94-BF56-56CE754635E2}" sibTransId="{AF8EE09B-8590-44A1-BDF4-2CA0E168B575}"/>
    <dgm:cxn modelId="{A27F8D5A-A138-4EE5-B217-8BEB45CE78CA}" type="presOf" srcId="{16EC5CB6-988B-4A28-9B59-5EFC78EDFFE4}" destId="{0F2CF986-52E7-4CE6-A481-BBC7F8F2A97D}" srcOrd="1" destOrd="0" presId="urn:microsoft.com/office/officeart/2005/8/layout/list1"/>
    <dgm:cxn modelId="{4DE97799-853C-4256-83EF-45A382BF53F3}" srcId="{9CE7514A-4260-4E39-9594-2172D7424408}" destId="{A691AE01-4EC0-4E44-BF3A-CCDDEB8C2ED8}" srcOrd="1" destOrd="0" parTransId="{642D889F-FA87-4998-B755-75333DEF8425}" sibTransId="{3823DEEF-3C72-477D-83CB-1E379E907630}"/>
    <dgm:cxn modelId="{9BB4D0CF-F0C2-4FDE-82AA-51DF6C7CB4E9}" type="presOf" srcId="{DC7A9620-D3CA-4157-AC1A-531233EB1428}" destId="{AE16B0E2-2EDA-4DBE-8550-7F936DB665EB}" srcOrd="0" destOrd="0" presId="urn:microsoft.com/office/officeart/2005/8/layout/list1"/>
    <dgm:cxn modelId="{DE3521D9-2C35-4EAA-873A-CD78B4741B46}" type="presOf" srcId="{A691AE01-4EC0-4E44-BF3A-CCDDEB8C2ED8}" destId="{02C3CA97-8AAF-48D3-9518-1EBCE70E6E86}" srcOrd="1" destOrd="0" presId="urn:microsoft.com/office/officeart/2005/8/layout/list1"/>
    <dgm:cxn modelId="{C10736E9-CF3C-4FCE-B332-298F6E15511E}" type="presOf" srcId="{16EC5CB6-988B-4A28-9B59-5EFC78EDFFE4}" destId="{5B869A3B-5968-4470-9D59-9F5B17DADE7E}" srcOrd="0" destOrd="0" presId="urn:microsoft.com/office/officeart/2005/8/layout/list1"/>
    <dgm:cxn modelId="{B258F985-C9C2-4AE3-AAE2-7DFD2608D06E}" type="presParOf" srcId="{C7CF2852-20F3-4833-969B-8CFA40971816}" destId="{9E891378-5728-4763-B507-D3467CEF7D19}" srcOrd="0" destOrd="0" presId="urn:microsoft.com/office/officeart/2005/8/layout/list1"/>
    <dgm:cxn modelId="{BDFE7DFF-67BB-4C72-93F6-A022F2C4D4B2}" type="presParOf" srcId="{9E891378-5728-4763-B507-D3467CEF7D19}" destId="{AE16B0E2-2EDA-4DBE-8550-7F936DB665EB}" srcOrd="0" destOrd="0" presId="urn:microsoft.com/office/officeart/2005/8/layout/list1"/>
    <dgm:cxn modelId="{83A9A478-7E57-4603-97E7-89593C006483}" type="presParOf" srcId="{9E891378-5728-4763-B507-D3467CEF7D19}" destId="{7E35B2D7-6F1C-4C7E-9A83-A5EC10F65F23}" srcOrd="1" destOrd="0" presId="urn:microsoft.com/office/officeart/2005/8/layout/list1"/>
    <dgm:cxn modelId="{EED3E92B-AF95-4B4A-8DF8-0231E0F2B855}" type="presParOf" srcId="{C7CF2852-20F3-4833-969B-8CFA40971816}" destId="{6E3677C3-CD0E-4ED4-8401-CF7548F4FD6A}" srcOrd="1" destOrd="0" presId="urn:microsoft.com/office/officeart/2005/8/layout/list1"/>
    <dgm:cxn modelId="{EA2F69DC-E9AB-45E2-8B38-401DFC38BDE3}" type="presParOf" srcId="{C7CF2852-20F3-4833-969B-8CFA40971816}" destId="{EEDDA806-045A-40A2-A771-CD349B728BA1}" srcOrd="2" destOrd="0" presId="urn:microsoft.com/office/officeart/2005/8/layout/list1"/>
    <dgm:cxn modelId="{E3D387E4-BF3A-46BD-A97E-0CDF17E9A29F}" type="presParOf" srcId="{C7CF2852-20F3-4833-969B-8CFA40971816}" destId="{E67A4EA4-E544-4F76-AD2B-7E9612685F2E}" srcOrd="3" destOrd="0" presId="urn:microsoft.com/office/officeart/2005/8/layout/list1"/>
    <dgm:cxn modelId="{8B561800-7972-495A-9F38-28EF2055FC80}" type="presParOf" srcId="{C7CF2852-20F3-4833-969B-8CFA40971816}" destId="{BB384C46-12F2-4FAE-B64E-93139308678D}" srcOrd="4" destOrd="0" presId="urn:microsoft.com/office/officeart/2005/8/layout/list1"/>
    <dgm:cxn modelId="{A6BB36BE-C532-4264-A635-5F0886AC3A56}" type="presParOf" srcId="{BB384C46-12F2-4FAE-B64E-93139308678D}" destId="{8BBF0B6C-440A-4309-AD0D-0FF2B980AEF8}" srcOrd="0" destOrd="0" presId="urn:microsoft.com/office/officeart/2005/8/layout/list1"/>
    <dgm:cxn modelId="{60CB5E40-A841-4288-A046-8A73FBD85E0D}" type="presParOf" srcId="{BB384C46-12F2-4FAE-B64E-93139308678D}" destId="{02C3CA97-8AAF-48D3-9518-1EBCE70E6E86}" srcOrd="1" destOrd="0" presId="urn:microsoft.com/office/officeart/2005/8/layout/list1"/>
    <dgm:cxn modelId="{B3624CF4-C5AA-438E-AD46-87C824DFEFEF}" type="presParOf" srcId="{C7CF2852-20F3-4833-969B-8CFA40971816}" destId="{04AA9752-455A-45B2-9F5D-5F2AC76A2DF4}" srcOrd="5" destOrd="0" presId="urn:microsoft.com/office/officeart/2005/8/layout/list1"/>
    <dgm:cxn modelId="{4EFBF589-DFC0-4A16-B9BA-F350D4A98275}" type="presParOf" srcId="{C7CF2852-20F3-4833-969B-8CFA40971816}" destId="{0E459CE8-C1C8-4D7B-AF63-309D6D1D2FF9}" srcOrd="6" destOrd="0" presId="urn:microsoft.com/office/officeart/2005/8/layout/list1"/>
    <dgm:cxn modelId="{D9AF31AF-58F6-4745-AD4F-E37169D1C673}" type="presParOf" srcId="{C7CF2852-20F3-4833-969B-8CFA40971816}" destId="{63216635-D035-40C1-BEB5-1EF7949E51C6}" srcOrd="7" destOrd="0" presId="urn:microsoft.com/office/officeart/2005/8/layout/list1"/>
    <dgm:cxn modelId="{515B2A3F-9581-46BE-82C9-7B2C800B44B6}" type="presParOf" srcId="{C7CF2852-20F3-4833-969B-8CFA40971816}" destId="{2E46CDFE-B5CC-4100-AF9D-E80179604773}" srcOrd="8" destOrd="0" presId="urn:microsoft.com/office/officeart/2005/8/layout/list1"/>
    <dgm:cxn modelId="{ADC3A91F-7AE6-450F-9B7D-06B5E44771BF}" type="presParOf" srcId="{2E46CDFE-B5CC-4100-AF9D-E80179604773}" destId="{5B869A3B-5968-4470-9D59-9F5B17DADE7E}" srcOrd="0" destOrd="0" presId="urn:microsoft.com/office/officeart/2005/8/layout/list1"/>
    <dgm:cxn modelId="{AE0DDCC9-1819-4B45-A76A-E1F8651A0FB3}" type="presParOf" srcId="{2E46CDFE-B5CC-4100-AF9D-E80179604773}" destId="{0F2CF986-52E7-4CE6-A481-BBC7F8F2A97D}" srcOrd="1" destOrd="0" presId="urn:microsoft.com/office/officeart/2005/8/layout/list1"/>
    <dgm:cxn modelId="{4CAF9ED9-57C3-4BDD-9BF6-6E671C0CA483}" type="presParOf" srcId="{C7CF2852-20F3-4833-969B-8CFA40971816}" destId="{D22A1849-72CA-4741-8F7F-0CA73E5718A0}" srcOrd="9" destOrd="0" presId="urn:microsoft.com/office/officeart/2005/8/layout/list1"/>
    <dgm:cxn modelId="{2D060DFE-56C7-4397-AD71-7C6D2C748846}" type="presParOf" srcId="{C7CF2852-20F3-4833-969B-8CFA40971816}" destId="{F9445698-C1D8-46A8-8731-DD56E2B00D00}" srcOrd="10" destOrd="0" presId="urn:microsoft.com/office/officeart/2005/8/layout/list1"/>
  </dgm:cxnLst>
  <dgm:bg>
    <a:solidFill>
      <a:schemeClr val="accent6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9CE7514A-4260-4E39-9594-2172D742440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7A9620-D3CA-4157-AC1A-531233EB1428}">
      <dgm:prSet phldrT="[Text]"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 (a) </a:t>
          </a:r>
          <a:r>
            <a:rPr lang="en-IN" sz="2800" b="1" dirty="0">
              <a:solidFill>
                <a:srgbClr val="C00000"/>
              </a:solidFill>
            </a:rPr>
            <a:t>The type </a:t>
          </a:r>
          <a:r>
            <a:rPr lang="en-IN" sz="2800" b="1" dirty="0">
              <a:solidFill>
                <a:schemeClr val="tx1"/>
              </a:solidFill>
            </a:rPr>
            <a:t>of qualities you acquire/ (b) </a:t>
          </a:r>
          <a:r>
            <a:rPr lang="en-IN" sz="2800" b="1" strike="sngStrike" dirty="0">
              <a:solidFill>
                <a:srgbClr val="C00000"/>
              </a:solidFill>
            </a:rPr>
            <a:t>depend</a:t>
          </a:r>
          <a:r>
            <a:rPr lang="en-IN" sz="2800" b="1" dirty="0">
              <a:solidFill>
                <a:srgbClr val="C00000"/>
              </a:solidFill>
            </a:rPr>
            <a:t> depends </a:t>
          </a:r>
          <a:r>
            <a:rPr lang="en-IN" sz="2800" b="1" dirty="0">
              <a:solidFill>
                <a:schemeClr val="tx1"/>
              </a:solidFill>
            </a:rPr>
            <a:t>upon your company/ (c) and so you associate yourselves with simple and good natured people./ (d) No error</a:t>
          </a:r>
          <a:endParaRPr lang="en-US" sz="2800" b="1" dirty="0">
            <a:solidFill>
              <a:schemeClr val="tx1"/>
            </a:solidFill>
          </a:endParaRPr>
        </a:p>
      </dgm:t>
    </dgm:pt>
    <dgm:pt modelId="{ED0D7E4A-F021-4A94-BF56-56CE754635E2}" type="parTrans" cxnId="{F200853D-3DEA-4A65-8E94-D44AC6F0B204}">
      <dgm:prSet/>
      <dgm:spPr/>
      <dgm:t>
        <a:bodyPr/>
        <a:lstStyle/>
        <a:p>
          <a:endParaRPr lang="en-US"/>
        </a:p>
      </dgm:t>
    </dgm:pt>
    <dgm:pt modelId="{AF8EE09B-8590-44A1-BDF4-2CA0E168B575}" type="sibTrans" cxnId="{F200853D-3DEA-4A65-8E94-D44AC6F0B204}">
      <dgm:prSet/>
      <dgm:spPr/>
      <dgm:t>
        <a:bodyPr/>
        <a:lstStyle/>
        <a:p>
          <a:endParaRPr lang="en-US"/>
        </a:p>
      </dgm:t>
    </dgm:pt>
    <dgm:pt modelId="{A691AE01-4EC0-4E44-BF3A-CCDDEB8C2ED8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 (a) Our success </a:t>
          </a:r>
          <a:r>
            <a:rPr lang="en-IN" sz="2800" b="1" dirty="0">
              <a:solidFill>
                <a:srgbClr val="002060"/>
              </a:solidFill>
            </a:rPr>
            <a:t>or</a:t>
          </a:r>
          <a:r>
            <a:rPr lang="en-IN" sz="2800" b="1" dirty="0">
              <a:solidFill>
                <a:schemeClr val="tx1"/>
              </a:solidFill>
            </a:rPr>
            <a:t> </a:t>
          </a:r>
          <a:r>
            <a:rPr lang="en-IN" sz="2800" b="1" dirty="0">
              <a:solidFill>
                <a:srgbClr val="C00000"/>
              </a:solidFill>
            </a:rPr>
            <a:t>our failure</a:t>
          </a:r>
          <a:r>
            <a:rPr lang="en-IN" sz="2800" b="1" dirty="0">
              <a:solidFill>
                <a:schemeClr val="tx1"/>
              </a:solidFill>
            </a:rPr>
            <a:t>/ (b) largely </a:t>
          </a:r>
          <a:r>
            <a:rPr lang="en-IN" sz="2800" b="1" dirty="0">
              <a:solidFill>
                <a:srgbClr val="C00000"/>
              </a:solidFill>
            </a:rPr>
            <a:t>depends</a:t>
          </a:r>
          <a:r>
            <a:rPr lang="en-IN" sz="2800" b="1" dirty="0">
              <a:solidFill>
                <a:schemeClr val="tx1"/>
              </a:solidFill>
            </a:rPr>
            <a:t>  </a:t>
          </a:r>
          <a:r>
            <a:rPr lang="en-IN" sz="2800" b="1" strike="sngStrike" dirty="0">
              <a:solidFill>
                <a:srgbClr val="C00000"/>
              </a:solidFill>
            </a:rPr>
            <a:t>depend</a:t>
          </a:r>
          <a:r>
            <a:rPr lang="en-IN" sz="2800" b="1" dirty="0">
              <a:solidFill>
                <a:schemeClr val="tx1"/>
              </a:solidFill>
            </a:rPr>
            <a:t>/ (c) upon our actions./ (d) No error</a:t>
          </a:r>
        </a:p>
      </dgm:t>
    </dgm:pt>
    <dgm:pt modelId="{642D889F-FA87-4998-B755-75333DEF8425}" type="parTrans" cxnId="{4DE97799-853C-4256-83EF-45A382BF53F3}">
      <dgm:prSet/>
      <dgm:spPr/>
      <dgm:t>
        <a:bodyPr/>
        <a:lstStyle/>
        <a:p>
          <a:endParaRPr lang="en-US"/>
        </a:p>
      </dgm:t>
    </dgm:pt>
    <dgm:pt modelId="{3823DEEF-3C72-477D-83CB-1E379E907630}" type="sibTrans" cxnId="{4DE97799-853C-4256-83EF-45A382BF53F3}">
      <dgm:prSet/>
      <dgm:spPr/>
      <dgm:t>
        <a:bodyPr/>
        <a:lstStyle/>
        <a:p>
          <a:endParaRPr lang="en-US"/>
        </a:p>
      </dgm:t>
    </dgm:pt>
    <dgm:pt modelId="{16EC5CB6-988B-4A28-9B59-5EFC78EDFFE4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 (a) He is/ (b)</a:t>
          </a:r>
          <a:r>
            <a:rPr lang="en-IN" sz="2800" b="1" dirty="0">
              <a:solidFill>
                <a:srgbClr val="C00000"/>
              </a:solidFill>
            </a:rPr>
            <a:t> one </a:t>
          </a:r>
          <a:r>
            <a:rPr lang="en-IN" sz="2800" b="1" dirty="0">
              <a:solidFill>
                <a:srgbClr val="002060"/>
              </a:solidFill>
            </a:rPr>
            <a:t>of the tallest </a:t>
          </a:r>
          <a:r>
            <a:rPr lang="en-IN" sz="2800" b="1" dirty="0">
              <a:solidFill>
                <a:srgbClr val="C00000"/>
              </a:solidFill>
            </a:rPr>
            <a:t>boys </a:t>
          </a:r>
          <a:r>
            <a:rPr lang="en-IN" sz="2800" b="1" dirty="0">
              <a:solidFill>
                <a:srgbClr val="002060"/>
              </a:solidFill>
            </a:rPr>
            <a:t> </a:t>
          </a:r>
          <a:r>
            <a:rPr lang="en-IN" sz="2800" b="1" strike="sngStrike" dirty="0">
              <a:solidFill>
                <a:srgbClr val="C00000"/>
              </a:solidFill>
            </a:rPr>
            <a:t>boy</a:t>
          </a:r>
          <a:r>
            <a:rPr lang="en-IN" sz="2800" b="1" dirty="0">
              <a:solidFill>
                <a:schemeClr val="tx1"/>
              </a:solidFill>
            </a:rPr>
            <a:t>/ (c) in the class./ (d) No error </a:t>
          </a:r>
          <a:r>
            <a:rPr lang="en-IN" sz="2800" b="1" dirty="0">
              <a:solidFill>
                <a:srgbClr val="C00000"/>
              </a:solidFill>
            </a:rPr>
            <a:t>(one of many)</a:t>
          </a:r>
        </a:p>
      </dgm:t>
    </dgm:pt>
    <dgm:pt modelId="{7C882855-CE0D-494A-B6BA-3BF206F9E437}" type="parTrans" cxnId="{E6A5951A-7E82-41D8-8862-D6A5ADDA8702}">
      <dgm:prSet/>
      <dgm:spPr/>
      <dgm:t>
        <a:bodyPr/>
        <a:lstStyle/>
        <a:p>
          <a:endParaRPr lang="en-US"/>
        </a:p>
      </dgm:t>
    </dgm:pt>
    <dgm:pt modelId="{0FDE3FC4-ABB8-4655-9C40-709DA5B7EEAB}" type="sibTrans" cxnId="{E6A5951A-7E82-41D8-8862-D6A5ADDA8702}">
      <dgm:prSet/>
      <dgm:spPr/>
      <dgm:t>
        <a:bodyPr/>
        <a:lstStyle/>
        <a:p>
          <a:endParaRPr lang="en-US"/>
        </a:p>
      </dgm:t>
    </dgm:pt>
    <dgm:pt modelId="{C7CF2852-20F3-4833-969B-8CFA40971816}" type="pres">
      <dgm:prSet presAssocID="{9CE7514A-4260-4E39-9594-2172D7424408}" presName="linear" presStyleCnt="0">
        <dgm:presLayoutVars>
          <dgm:dir/>
          <dgm:animLvl val="lvl"/>
          <dgm:resizeHandles val="exact"/>
        </dgm:presLayoutVars>
      </dgm:prSet>
      <dgm:spPr/>
    </dgm:pt>
    <dgm:pt modelId="{9E891378-5728-4763-B507-D3467CEF7D19}" type="pres">
      <dgm:prSet presAssocID="{DC7A9620-D3CA-4157-AC1A-531233EB1428}" presName="parentLin" presStyleCnt="0"/>
      <dgm:spPr/>
    </dgm:pt>
    <dgm:pt modelId="{AE16B0E2-2EDA-4DBE-8550-7F936DB665EB}" type="pres">
      <dgm:prSet presAssocID="{DC7A9620-D3CA-4157-AC1A-531233EB1428}" presName="parentLeftMargin" presStyleLbl="node1" presStyleIdx="0" presStyleCnt="3"/>
      <dgm:spPr/>
    </dgm:pt>
    <dgm:pt modelId="{7E35B2D7-6F1C-4C7E-9A83-A5EC10F65F23}" type="pres">
      <dgm:prSet presAssocID="{DC7A9620-D3CA-4157-AC1A-531233EB142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E3677C3-CD0E-4ED4-8401-CF7548F4FD6A}" type="pres">
      <dgm:prSet presAssocID="{DC7A9620-D3CA-4157-AC1A-531233EB1428}" presName="negativeSpace" presStyleCnt="0"/>
      <dgm:spPr/>
    </dgm:pt>
    <dgm:pt modelId="{EEDDA806-045A-40A2-A771-CD349B728BA1}" type="pres">
      <dgm:prSet presAssocID="{DC7A9620-D3CA-4157-AC1A-531233EB1428}" presName="childText" presStyleLbl="conFgAcc1" presStyleIdx="0" presStyleCnt="3">
        <dgm:presLayoutVars>
          <dgm:bulletEnabled val="1"/>
        </dgm:presLayoutVars>
      </dgm:prSet>
      <dgm:spPr/>
    </dgm:pt>
    <dgm:pt modelId="{E67A4EA4-E544-4F76-AD2B-7E9612685F2E}" type="pres">
      <dgm:prSet presAssocID="{AF8EE09B-8590-44A1-BDF4-2CA0E168B575}" presName="spaceBetweenRectangles" presStyleCnt="0"/>
      <dgm:spPr/>
    </dgm:pt>
    <dgm:pt modelId="{BB384C46-12F2-4FAE-B64E-93139308678D}" type="pres">
      <dgm:prSet presAssocID="{A691AE01-4EC0-4E44-BF3A-CCDDEB8C2ED8}" presName="parentLin" presStyleCnt="0"/>
      <dgm:spPr/>
    </dgm:pt>
    <dgm:pt modelId="{8BBF0B6C-440A-4309-AD0D-0FF2B980AEF8}" type="pres">
      <dgm:prSet presAssocID="{A691AE01-4EC0-4E44-BF3A-CCDDEB8C2ED8}" presName="parentLeftMargin" presStyleLbl="node1" presStyleIdx="0" presStyleCnt="3"/>
      <dgm:spPr/>
    </dgm:pt>
    <dgm:pt modelId="{02C3CA97-8AAF-48D3-9518-1EBCE70E6E86}" type="pres">
      <dgm:prSet presAssocID="{A691AE01-4EC0-4E44-BF3A-CCDDEB8C2ED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4AA9752-455A-45B2-9F5D-5F2AC76A2DF4}" type="pres">
      <dgm:prSet presAssocID="{A691AE01-4EC0-4E44-BF3A-CCDDEB8C2ED8}" presName="negativeSpace" presStyleCnt="0"/>
      <dgm:spPr/>
    </dgm:pt>
    <dgm:pt modelId="{0E459CE8-C1C8-4D7B-AF63-309D6D1D2FF9}" type="pres">
      <dgm:prSet presAssocID="{A691AE01-4EC0-4E44-BF3A-CCDDEB8C2ED8}" presName="childText" presStyleLbl="conFgAcc1" presStyleIdx="1" presStyleCnt="3">
        <dgm:presLayoutVars>
          <dgm:bulletEnabled val="1"/>
        </dgm:presLayoutVars>
      </dgm:prSet>
      <dgm:spPr/>
    </dgm:pt>
    <dgm:pt modelId="{63216635-D035-40C1-BEB5-1EF7949E51C6}" type="pres">
      <dgm:prSet presAssocID="{3823DEEF-3C72-477D-83CB-1E379E907630}" presName="spaceBetweenRectangles" presStyleCnt="0"/>
      <dgm:spPr/>
    </dgm:pt>
    <dgm:pt modelId="{2E46CDFE-B5CC-4100-AF9D-E80179604773}" type="pres">
      <dgm:prSet presAssocID="{16EC5CB6-988B-4A28-9B59-5EFC78EDFFE4}" presName="parentLin" presStyleCnt="0"/>
      <dgm:spPr/>
    </dgm:pt>
    <dgm:pt modelId="{5B869A3B-5968-4470-9D59-9F5B17DADE7E}" type="pres">
      <dgm:prSet presAssocID="{16EC5CB6-988B-4A28-9B59-5EFC78EDFFE4}" presName="parentLeftMargin" presStyleLbl="node1" presStyleIdx="1" presStyleCnt="3"/>
      <dgm:spPr/>
    </dgm:pt>
    <dgm:pt modelId="{0F2CF986-52E7-4CE6-A481-BBC7F8F2A97D}" type="pres">
      <dgm:prSet presAssocID="{16EC5CB6-988B-4A28-9B59-5EFC78EDFFE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22A1849-72CA-4741-8F7F-0CA73E5718A0}" type="pres">
      <dgm:prSet presAssocID="{16EC5CB6-988B-4A28-9B59-5EFC78EDFFE4}" presName="negativeSpace" presStyleCnt="0"/>
      <dgm:spPr/>
    </dgm:pt>
    <dgm:pt modelId="{F9445698-C1D8-46A8-8731-DD56E2B00D00}" type="pres">
      <dgm:prSet presAssocID="{16EC5CB6-988B-4A28-9B59-5EFC78EDFFE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59B051A-9680-4B42-BD15-CED58B4B4496}" type="presOf" srcId="{A691AE01-4EC0-4E44-BF3A-CCDDEB8C2ED8}" destId="{8BBF0B6C-440A-4309-AD0D-0FF2B980AEF8}" srcOrd="0" destOrd="0" presId="urn:microsoft.com/office/officeart/2005/8/layout/list1"/>
    <dgm:cxn modelId="{E6A5951A-7E82-41D8-8862-D6A5ADDA8702}" srcId="{9CE7514A-4260-4E39-9594-2172D7424408}" destId="{16EC5CB6-988B-4A28-9B59-5EFC78EDFFE4}" srcOrd="2" destOrd="0" parTransId="{7C882855-CE0D-494A-B6BA-3BF206F9E437}" sibTransId="{0FDE3FC4-ABB8-4655-9C40-709DA5B7EEAB}"/>
    <dgm:cxn modelId="{BFCCEE2D-E03E-4480-98BE-9FE819A348A9}" type="presOf" srcId="{9CE7514A-4260-4E39-9594-2172D7424408}" destId="{C7CF2852-20F3-4833-969B-8CFA40971816}" srcOrd="0" destOrd="0" presId="urn:microsoft.com/office/officeart/2005/8/layout/list1"/>
    <dgm:cxn modelId="{E6672939-CB2F-4999-B2AA-2031FB85E5C6}" type="presOf" srcId="{DC7A9620-D3CA-4157-AC1A-531233EB1428}" destId="{7E35B2D7-6F1C-4C7E-9A83-A5EC10F65F23}" srcOrd="1" destOrd="0" presId="urn:microsoft.com/office/officeart/2005/8/layout/list1"/>
    <dgm:cxn modelId="{F200853D-3DEA-4A65-8E94-D44AC6F0B204}" srcId="{9CE7514A-4260-4E39-9594-2172D7424408}" destId="{DC7A9620-D3CA-4157-AC1A-531233EB1428}" srcOrd="0" destOrd="0" parTransId="{ED0D7E4A-F021-4A94-BF56-56CE754635E2}" sibTransId="{AF8EE09B-8590-44A1-BDF4-2CA0E168B575}"/>
    <dgm:cxn modelId="{A27F8D5A-A138-4EE5-B217-8BEB45CE78CA}" type="presOf" srcId="{16EC5CB6-988B-4A28-9B59-5EFC78EDFFE4}" destId="{0F2CF986-52E7-4CE6-A481-BBC7F8F2A97D}" srcOrd="1" destOrd="0" presId="urn:microsoft.com/office/officeart/2005/8/layout/list1"/>
    <dgm:cxn modelId="{4DE97799-853C-4256-83EF-45A382BF53F3}" srcId="{9CE7514A-4260-4E39-9594-2172D7424408}" destId="{A691AE01-4EC0-4E44-BF3A-CCDDEB8C2ED8}" srcOrd="1" destOrd="0" parTransId="{642D889F-FA87-4998-B755-75333DEF8425}" sibTransId="{3823DEEF-3C72-477D-83CB-1E379E907630}"/>
    <dgm:cxn modelId="{9BB4D0CF-F0C2-4FDE-82AA-51DF6C7CB4E9}" type="presOf" srcId="{DC7A9620-D3CA-4157-AC1A-531233EB1428}" destId="{AE16B0E2-2EDA-4DBE-8550-7F936DB665EB}" srcOrd="0" destOrd="0" presId="urn:microsoft.com/office/officeart/2005/8/layout/list1"/>
    <dgm:cxn modelId="{DE3521D9-2C35-4EAA-873A-CD78B4741B46}" type="presOf" srcId="{A691AE01-4EC0-4E44-BF3A-CCDDEB8C2ED8}" destId="{02C3CA97-8AAF-48D3-9518-1EBCE70E6E86}" srcOrd="1" destOrd="0" presId="urn:microsoft.com/office/officeart/2005/8/layout/list1"/>
    <dgm:cxn modelId="{C10736E9-CF3C-4FCE-B332-298F6E15511E}" type="presOf" srcId="{16EC5CB6-988B-4A28-9B59-5EFC78EDFFE4}" destId="{5B869A3B-5968-4470-9D59-9F5B17DADE7E}" srcOrd="0" destOrd="0" presId="urn:microsoft.com/office/officeart/2005/8/layout/list1"/>
    <dgm:cxn modelId="{B258F985-C9C2-4AE3-AAE2-7DFD2608D06E}" type="presParOf" srcId="{C7CF2852-20F3-4833-969B-8CFA40971816}" destId="{9E891378-5728-4763-B507-D3467CEF7D19}" srcOrd="0" destOrd="0" presId="urn:microsoft.com/office/officeart/2005/8/layout/list1"/>
    <dgm:cxn modelId="{BDFE7DFF-67BB-4C72-93F6-A022F2C4D4B2}" type="presParOf" srcId="{9E891378-5728-4763-B507-D3467CEF7D19}" destId="{AE16B0E2-2EDA-4DBE-8550-7F936DB665EB}" srcOrd="0" destOrd="0" presId="urn:microsoft.com/office/officeart/2005/8/layout/list1"/>
    <dgm:cxn modelId="{83A9A478-7E57-4603-97E7-89593C006483}" type="presParOf" srcId="{9E891378-5728-4763-B507-D3467CEF7D19}" destId="{7E35B2D7-6F1C-4C7E-9A83-A5EC10F65F23}" srcOrd="1" destOrd="0" presId="urn:microsoft.com/office/officeart/2005/8/layout/list1"/>
    <dgm:cxn modelId="{EED3E92B-AF95-4B4A-8DF8-0231E0F2B855}" type="presParOf" srcId="{C7CF2852-20F3-4833-969B-8CFA40971816}" destId="{6E3677C3-CD0E-4ED4-8401-CF7548F4FD6A}" srcOrd="1" destOrd="0" presId="urn:microsoft.com/office/officeart/2005/8/layout/list1"/>
    <dgm:cxn modelId="{EA2F69DC-E9AB-45E2-8B38-401DFC38BDE3}" type="presParOf" srcId="{C7CF2852-20F3-4833-969B-8CFA40971816}" destId="{EEDDA806-045A-40A2-A771-CD349B728BA1}" srcOrd="2" destOrd="0" presId="urn:microsoft.com/office/officeart/2005/8/layout/list1"/>
    <dgm:cxn modelId="{E3D387E4-BF3A-46BD-A97E-0CDF17E9A29F}" type="presParOf" srcId="{C7CF2852-20F3-4833-969B-8CFA40971816}" destId="{E67A4EA4-E544-4F76-AD2B-7E9612685F2E}" srcOrd="3" destOrd="0" presId="urn:microsoft.com/office/officeart/2005/8/layout/list1"/>
    <dgm:cxn modelId="{8B561800-7972-495A-9F38-28EF2055FC80}" type="presParOf" srcId="{C7CF2852-20F3-4833-969B-8CFA40971816}" destId="{BB384C46-12F2-4FAE-B64E-93139308678D}" srcOrd="4" destOrd="0" presId="urn:microsoft.com/office/officeart/2005/8/layout/list1"/>
    <dgm:cxn modelId="{A6BB36BE-C532-4264-A635-5F0886AC3A56}" type="presParOf" srcId="{BB384C46-12F2-4FAE-B64E-93139308678D}" destId="{8BBF0B6C-440A-4309-AD0D-0FF2B980AEF8}" srcOrd="0" destOrd="0" presId="urn:microsoft.com/office/officeart/2005/8/layout/list1"/>
    <dgm:cxn modelId="{60CB5E40-A841-4288-A046-8A73FBD85E0D}" type="presParOf" srcId="{BB384C46-12F2-4FAE-B64E-93139308678D}" destId="{02C3CA97-8AAF-48D3-9518-1EBCE70E6E86}" srcOrd="1" destOrd="0" presId="urn:microsoft.com/office/officeart/2005/8/layout/list1"/>
    <dgm:cxn modelId="{B3624CF4-C5AA-438E-AD46-87C824DFEFEF}" type="presParOf" srcId="{C7CF2852-20F3-4833-969B-8CFA40971816}" destId="{04AA9752-455A-45B2-9F5D-5F2AC76A2DF4}" srcOrd="5" destOrd="0" presId="urn:microsoft.com/office/officeart/2005/8/layout/list1"/>
    <dgm:cxn modelId="{4EFBF589-DFC0-4A16-B9BA-F350D4A98275}" type="presParOf" srcId="{C7CF2852-20F3-4833-969B-8CFA40971816}" destId="{0E459CE8-C1C8-4D7B-AF63-309D6D1D2FF9}" srcOrd="6" destOrd="0" presId="urn:microsoft.com/office/officeart/2005/8/layout/list1"/>
    <dgm:cxn modelId="{D9AF31AF-58F6-4745-AD4F-E37169D1C673}" type="presParOf" srcId="{C7CF2852-20F3-4833-969B-8CFA40971816}" destId="{63216635-D035-40C1-BEB5-1EF7949E51C6}" srcOrd="7" destOrd="0" presId="urn:microsoft.com/office/officeart/2005/8/layout/list1"/>
    <dgm:cxn modelId="{515B2A3F-9581-46BE-82C9-7B2C800B44B6}" type="presParOf" srcId="{C7CF2852-20F3-4833-969B-8CFA40971816}" destId="{2E46CDFE-B5CC-4100-AF9D-E80179604773}" srcOrd="8" destOrd="0" presId="urn:microsoft.com/office/officeart/2005/8/layout/list1"/>
    <dgm:cxn modelId="{ADC3A91F-7AE6-450F-9B7D-06B5E44771BF}" type="presParOf" srcId="{2E46CDFE-B5CC-4100-AF9D-E80179604773}" destId="{5B869A3B-5968-4470-9D59-9F5B17DADE7E}" srcOrd="0" destOrd="0" presId="urn:microsoft.com/office/officeart/2005/8/layout/list1"/>
    <dgm:cxn modelId="{AE0DDCC9-1819-4B45-A76A-E1F8651A0FB3}" type="presParOf" srcId="{2E46CDFE-B5CC-4100-AF9D-E80179604773}" destId="{0F2CF986-52E7-4CE6-A481-BBC7F8F2A97D}" srcOrd="1" destOrd="0" presId="urn:microsoft.com/office/officeart/2005/8/layout/list1"/>
    <dgm:cxn modelId="{4CAF9ED9-57C3-4BDD-9BF6-6E671C0CA483}" type="presParOf" srcId="{C7CF2852-20F3-4833-969B-8CFA40971816}" destId="{D22A1849-72CA-4741-8F7F-0CA73E5718A0}" srcOrd="9" destOrd="0" presId="urn:microsoft.com/office/officeart/2005/8/layout/list1"/>
    <dgm:cxn modelId="{2D060DFE-56C7-4397-AD71-7C6D2C748846}" type="presParOf" srcId="{C7CF2852-20F3-4833-969B-8CFA40971816}" destId="{F9445698-C1D8-46A8-8731-DD56E2B00D00}" srcOrd="10" destOrd="0" presId="urn:microsoft.com/office/officeart/2005/8/layout/list1"/>
  </dgm:cxnLst>
  <dgm:bg>
    <a:solidFill>
      <a:schemeClr val="accent6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2FA2AAD1-C5E7-434D-8978-D7A97B3308C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42AEC1-91B0-40F4-8931-36441E236102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180. (a) That day when they brought her back for the last time/ (b) there was many old timers/ (c) who were shocked and fearful./ (d) No error</a:t>
          </a:r>
          <a:endParaRPr lang="en-US" sz="3200" dirty="0"/>
        </a:p>
      </dgm:t>
    </dgm:pt>
    <dgm:pt modelId="{00D45F04-78D4-47BB-9C79-878A6BF6E8D0}" type="parTrans" cxnId="{3D451496-C6D3-47F6-9A6C-C7ACE60F5341}">
      <dgm:prSet/>
      <dgm:spPr/>
      <dgm:t>
        <a:bodyPr/>
        <a:lstStyle/>
        <a:p>
          <a:endParaRPr lang="en-US"/>
        </a:p>
      </dgm:t>
    </dgm:pt>
    <dgm:pt modelId="{C96D77FD-00F9-451F-8923-3050BD5DECE9}" type="sibTrans" cxnId="{3D451496-C6D3-47F6-9A6C-C7ACE60F5341}">
      <dgm:prSet/>
      <dgm:spPr/>
      <dgm:t>
        <a:bodyPr/>
        <a:lstStyle/>
        <a:p>
          <a:endParaRPr lang="en-US"/>
        </a:p>
      </dgm:t>
    </dgm:pt>
    <dgm:pt modelId="{731F4B64-C84F-47FC-930B-F8659751BBBA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181. (a) A computer virus works exactly/ (b) like the biological variety/ (c) which invade the human body./ (d) No error</a:t>
          </a:r>
        </a:p>
      </dgm:t>
    </dgm:pt>
    <dgm:pt modelId="{49A8D559-4CF7-4498-BB15-0F0E4E07378C}" type="parTrans" cxnId="{ABB65F22-828B-481E-9635-D675B0FCDA6D}">
      <dgm:prSet/>
      <dgm:spPr/>
      <dgm:t>
        <a:bodyPr/>
        <a:lstStyle/>
        <a:p>
          <a:endParaRPr lang="en-US"/>
        </a:p>
      </dgm:t>
    </dgm:pt>
    <dgm:pt modelId="{D7C9D590-5F92-4E07-911C-17640CEDD772}" type="sibTrans" cxnId="{ABB65F22-828B-481E-9635-D675B0FCDA6D}">
      <dgm:prSet/>
      <dgm:spPr/>
      <dgm:t>
        <a:bodyPr/>
        <a:lstStyle/>
        <a:p>
          <a:endParaRPr lang="en-US"/>
        </a:p>
      </dgm:t>
    </dgm:pt>
    <dgm:pt modelId="{31E7545B-224D-4067-A51E-9077877E36F5}" type="pres">
      <dgm:prSet presAssocID="{2FA2AAD1-C5E7-434D-8978-D7A97B3308C2}" presName="linear" presStyleCnt="0">
        <dgm:presLayoutVars>
          <dgm:dir/>
          <dgm:animLvl val="lvl"/>
          <dgm:resizeHandles val="exact"/>
        </dgm:presLayoutVars>
      </dgm:prSet>
      <dgm:spPr/>
    </dgm:pt>
    <dgm:pt modelId="{3758681B-643C-4068-9F36-3D3C795A626F}" type="pres">
      <dgm:prSet presAssocID="{0442AEC1-91B0-40F4-8931-36441E236102}" presName="parentLin" presStyleCnt="0"/>
      <dgm:spPr/>
    </dgm:pt>
    <dgm:pt modelId="{5F4D1CCF-237C-45E2-9098-2A5E47238EF4}" type="pres">
      <dgm:prSet presAssocID="{0442AEC1-91B0-40F4-8931-36441E236102}" presName="parentLeftMargin" presStyleLbl="node1" presStyleIdx="0" presStyleCnt="2"/>
      <dgm:spPr/>
    </dgm:pt>
    <dgm:pt modelId="{E1B807CB-8206-4C42-9A36-00934C259620}" type="pres">
      <dgm:prSet presAssocID="{0442AEC1-91B0-40F4-8931-36441E23610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3451960-7029-432D-9097-23B8ACEA59FC}" type="pres">
      <dgm:prSet presAssocID="{0442AEC1-91B0-40F4-8931-36441E236102}" presName="negativeSpace" presStyleCnt="0"/>
      <dgm:spPr/>
    </dgm:pt>
    <dgm:pt modelId="{76B6AA59-062A-4C12-9D86-207A27AFC834}" type="pres">
      <dgm:prSet presAssocID="{0442AEC1-91B0-40F4-8931-36441E236102}" presName="childText" presStyleLbl="conFgAcc1" presStyleIdx="0" presStyleCnt="2">
        <dgm:presLayoutVars>
          <dgm:bulletEnabled val="1"/>
        </dgm:presLayoutVars>
      </dgm:prSet>
      <dgm:spPr/>
    </dgm:pt>
    <dgm:pt modelId="{74A5B13E-371F-41C7-88EE-3B598D75E7BF}" type="pres">
      <dgm:prSet presAssocID="{C96D77FD-00F9-451F-8923-3050BD5DECE9}" presName="spaceBetweenRectangles" presStyleCnt="0"/>
      <dgm:spPr/>
    </dgm:pt>
    <dgm:pt modelId="{69DE99E9-0151-4374-9E91-973BB7666391}" type="pres">
      <dgm:prSet presAssocID="{731F4B64-C84F-47FC-930B-F8659751BBBA}" presName="parentLin" presStyleCnt="0"/>
      <dgm:spPr/>
    </dgm:pt>
    <dgm:pt modelId="{949B4277-8C1A-4992-A15B-586017227ED6}" type="pres">
      <dgm:prSet presAssocID="{731F4B64-C84F-47FC-930B-F8659751BBBA}" presName="parentLeftMargin" presStyleLbl="node1" presStyleIdx="0" presStyleCnt="2"/>
      <dgm:spPr/>
    </dgm:pt>
    <dgm:pt modelId="{B48AC354-D226-4781-BBB8-B75C03DD6CC2}" type="pres">
      <dgm:prSet presAssocID="{731F4B64-C84F-47FC-930B-F8659751BBB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B639F24-F957-47FD-836F-22F7A08C5489}" type="pres">
      <dgm:prSet presAssocID="{731F4B64-C84F-47FC-930B-F8659751BBBA}" presName="negativeSpace" presStyleCnt="0"/>
      <dgm:spPr/>
    </dgm:pt>
    <dgm:pt modelId="{357FC97D-46F8-4CCD-91F0-26DAB98C1B67}" type="pres">
      <dgm:prSet presAssocID="{731F4B64-C84F-47FC-930B-F8659751BBB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BB65F22-828B-481E-9635-D675B0FCDA6D}" srcId="{2FA2AAD1-C5E7-434D-8978-D7A97B3308C2}" destId="{731F4B64-C84F-47FC-930B-F8659751BBBA}" srcOrd="1" destOrd="0" parTransId="{49A8D559-4CF7-4498-BB15-0F0E4E07378C}" sibTransId="{D7C9D590-5F92-4E07-911C-17640CEDD772}"/>
    <dgm:cxn modelId="{198B1B2A-8E53-4410-93EE-1F29E51C0322}" type="presOf" srcId="{731F4B64-C84F-47FC-930B-F8659751BBBA}" destId="{B48AC354-D226-4781-BBB8-B75C03DD6CC2}" srcOrd="1" destOrd="0" presId="urn:microsoft.com/office/officeart/2005/8/layout/list1"/>
    <dgm:cxn modelId="{377AC98A-FB44-441B-AEC4-5E1710A8DEE7}" type="presOf" srcId="{0442AEC1-91B0-40F4-8931-36441E236102}" destId="{5F4D1CCF-237C-45E2-9098-2A5E47238EF4}" srcOrd="0" destOrd="0" presId="urn:microsoft.com/office/officeart/2005/8/layout/list1"/>
    <dgm:cxn modelId="{6906AB90-10AF-4D1D-AA42-0C297CFE1CFC}" type="presOf" srcId="{731F4B64-C84F-47FC-930B-F8659751BBBA}" destId="{949B4277-8C1A-4992-A15B-586017227ED6}" srcOrd="0" destOrd="0" presId="urn:microsoft.com/office/officeart/2005/8/layout/list1"/>
    <dgm:cxn modelId="{3D451496-C6D3-47F6-9A6C-C7ACE60F5341}" srcId="{2FA2AAD1-C5E7-434D-8978-D7A97B3308C2}" destId="{0442AEC1-91B0-40F4-8931-36441E236102}" srcOrd="0" destOrd="0" parTransId="{00D45F04-78D4-47BB-9C79-878A6BF6E8D0}" sibTransId="{C96D77FD-00F9-451F-8923-3050BD5DECE9}"/>
    <dgm:cxn modelId="{8C5A45AC-6162-4241-9139-FA5B70D7E548}" type="presOf" srcId="{2FA2AAD1-C5E7-434D-8978-D7A97B3308C2}" destId="{31E7545B-224D-4067-A51E-9077877E36F5}" srcOrd="0" destOrd="0" presId="urn:microsoft.com/office/officeart/2005/8/layout/list1"/>
    <dgm:cxn modelId="{6ADFC6E3-14E1-4666-A8AA-759C8C5D4A35}" type="presOf" srcId="{0442AEC1-91B0-40F4-8931-36441E236102}" destId="{E1B807CB-8206-4C42-9A36-00934C259620}" srcOrd="1" destOrd="0" presId="urn:microsoft.com/office/officeart/2005/8/layout/list1"/>
    <dgm:cxn modelId="{246B2CE5-D447-4455-9F5F-82DD12566D45}" type="presParOf" srcId="{31E7545B-224D-4067-A51E-9077877E36F5}" destId="{3758681B-643C-4068-9F36-3D3C795A626F}" srcOrd="0" destOrd="0" presId="urn:microsoft.com/office/officeart/2005/8/layout/list1"/>
    <dgm:cxn modelId="{9F9561FC-7839-4F70-8DFA-DBB74FDFDC7D}" type="presParOf" srcId="{3758681B-643C-4068-9F36-3D3C795A626F}" destId="{5F4D1CCF-237C-45E2-9098-2A5E47238EF4}" srcOrd="0" destOrd="0" presId="urn:microsoft.com/office/officeart/2005/8/layout/list1"/>
    <dgm:cxn modelId="{C334EE23-F9A6-448C-AD7F-CD87B34E8CF8}" type="presParOf" srcId="{3758681B-643C-4068-9F36-3D3C795A626F}" destId="{E1B807CB-8206-4C42-9A36-00934C259620}" srcOrd="1" destOrd="0" presId="urn:microsoft.com/office/officeart/2005/8/layout/list1"/>
    <dgm:cxn modelId="{7D81EB6A-FED2-44A5-9099-1EEDE5341FD7}" type="presParOf" srcId="{31E7545B-224D-4067-A51E-9077877E36F5}" destId="{53451960-7029-432D-9097-23B8ACEA59FC}" srcOrd="1" destOrd="0" presId="urn:microsoft.com/office/officeart/2005/8/layout/list1"/>
    <dgm:cxn modelId="{9AB6D77B-0F06-4D3D-80F4-27B21D09AFC3}" type="presParOf" srcId="{31E7545B-224D-4067-A51E-9077877E36F5}" destId="{76B6AA59-062A-4C12-9D86-207A27AFC834}" srcOrd="2" destOrd="0" presId="urn:microsoft.com/office/officeart/2005/8/layout/list1"/>
    <dgm:cxn modelId="{33F0CDB1-1A85-4382-8852-A39A0B4FE31F}" type="presParOf" srcId="{31E7545B-224D-4067-A51E-9077877E36F5}" destId="{74A5B13E-371F-41C7-88EE-3B598D75E7BF}" srcOrd="3" destOrd="0" presId="urn:microsoft.com/office/officeart/2005/8/layout/list1"/>
    <dgm:cxn modelId="{4056AD32-AEC4-4F6C-9BF2-261407E38529}" type="presParOf" srcId="{31E7545B-224D-4067-A51E-9077877E36F5}" destId="{69DE99E9-0151-4374-9E91-973BB7666391}" srcOrd="4" destOrd="0" presId="urn:microsoft.com/office/officeart/2005/8/layout/list1"/>
    <dgm:cxn modelId="{470D567C-69CA-4718-9755-DDFFCF5B4438}" type="presParOf" srcId="{69DE99E9-0151-4374-9E91-973BB7666391}" destId="{949B4277-8C1A-4992-A15B-586017227ED6}" srcOrd="0" destOrd="0" presId="urn:microsoft.com/office/officeart/2005/8/layout/list1"/>
    <dgm:cxn modelId="{E879331A-039B-42EE-95DC-76AAC876467D}" type="presParOf" srcId="{69DE99E9-0151-4374-9E91-973BB7666391}" destId="{B48AC354-D226-4781-BBB8-B75C03DD6CC2}" srcOrd="1" destOrd="0" presId="urn:microsoft.com/office/officeart/2005/8/layout/list1"/>
    <dgm:cxn modelId="{0766B372-A417-4C3A-933C-23C6CB5CBEE5}" type="presParOf" srcId="{31E7545B-224D-4067-A51E-9077877E36F5}" destId="{CB639F24-F957-47FD-836F-22F7A08C5489}" srcOrd="5" destOrd="0" presId="urn:microsoft.com/office/officeart/2005/8/layout/list1"/>
    <dgm:cxn modelId="{10BFDE37-40A9-4079-A642-78437499E54C}" type="presParOf" srcId="{31E7545B-224D-4067-A51E-9077877E36F5}" destId="{357FC97D-46F8-4CCD-91F0-26DAB98C1B67}" srcOrd="6" destOrd="0" presId="urn:microsoft.com/office/officeart/2005/8/layout/list1"/>
  </dgm:cxnLst>
  <dgm:bg>
    <a:solidFill>
      <a:schemeClr val="accent2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2FA2AAD1-C5E7-434D-8978-D7A97B3308C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42AEC1-91B0-40F4-8931-36441E236102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(a) That day when they brought her back for the last time/ (b) </a:t>
          </a:r>
          <a:r>
            <a:rPr lang="en-IN" sz="3200" b="1" dirty="0">
              <a:solidFill>
                <a:srgbClr val="C00000"/>
              </a:solidFill>
            </a:rPr>
            <a:t>there were</a:t>
          </a:r>
          <a:r>
            <a:rPr lang="en-IN" sz="3200" b="1" dirty="0">
              <a:solidFill>
                <a:schemeClr val="tx1"/>
              </a:solidFill>
            </a:rPr>
            <a:t> </a:t>
          </a:r>
          <a:r>
            <a:rPr lang="en-IN" sz="3200" b="1" strike="sngStrike" dirty="0">
              <a:solidFill>
                <a:srgbClr val="C00000"/>
              </a:solidFill>
            </a:rPr>
            <a:t>was</a:t>
          </a:r>
          <a:r>
            <a:rPr lang="en-IN" sz="3200" b="1" dirty="0">
              <a:solidFill>
                <a:schemeClr val="tx1"/>
              </a:solidFill>
            </a:rPr>
            <a:t> many old </a:t>
          </a:r>
          <a:r>
            <a:rPr lang="en-IN" sz="3200" b="1" dirty="0">
              <a:solidFill>
                <a:srgbClr val="C00000"/>
              </a:solidFill>
            </a:rPr>
            <a:t>timers</a:t>
          </a:r>
          <a:r>
            <a:rPr lang="en-IN" sz="3200" b="1" dirty="0">
              <a:solidFill>
                <a:schemeClr val="tx1"/>
              </a:solidFill>
            </a:rPr>
            <a:t>/ (c) who were shocked and fearful./ (d) No error </a:t>
          </a:r>
          <a:r>
            <a:rPr lang="en-IN" sz="1800" b="1" dirty="0">
              <a:solidFill>
                <a:srgbClr val="C00000"/>
              </a:solidFill>
            </a:rPr>
            <a:t>(rule regarding subject coming after verb)</a:t>
          </a:r>
          <a:endParaRPr lang="en-US" sz="3200" dirty="0">
            <a:solidFill>
              <a:srgbClr val="C00000"/>
            </a:solidFill>
          </a:endParaRPr>
        </a:p>
      </dgm:t>
    </dgm:pt>
    <dgm:pt modelId="{00D45F04-78D4-47BB-9C79-878A6BF6E8D0}" type="parTrans" cxnId="{3D451496-C6D3-47F6-9A6C-C7ACE60F5341}">
      <dgm:prSet/>
      <dgm:spPr/>
      <dgm:t>
        <a:bodyPr/>
        <a:lstStyle/>
        <a:p>
          <a:endParaRPr lang="en-US"/>
        </a:p>
      </dgm:t>
    </dgm:pt>
    <dgm:pt modelId="{C96D77FD-00F9-451F-8923-3050BD5DECE9}" type="sibTrans" cxnId="{3D451496-C6D3-47F6-9A6C-C7ACE60F5341}">
      <dgm:prSet/>
      <dgm:spPr/>
      <dgm:t>
        <a:bodyPr/>
        <a:lstStyle/>
        <a:p>
          <a:endParaRPr lang="en-US"/>
        </a:p>
      </dgm:t>
    </dgm:pt>
    <dgm:pt modelId="{731F4B64-C84F-47FC-930B-F8659751BBBA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(a) A computer virus works exactly/ (b) like the </a:t>
          </a:r>
          <a:r>
            <a:rPr lang="en-IN" sz="3200" b="1" dirty="0">
              <a:solidFill>
                <a:srgbClr val="002060"/>
              </a:solidFill>
            </a:rPr>
            <a:t>biological variety/ (c) which </a:t>
          </a:r>
          <a:r>
            <a:rPr lang="en-IN" sz="3200" b="1" strike="sngStrike" dirty="0">
              <a:solidFill>
                <a:srgbClr val="C00000"/>
              </a:solidFill>
            </a:rPr>
            <a:t>invade</a:t>
          </a:r>
          <a:r>
            <a:rPr lang="en-IN" sz="3200" b="1" dirty="0">
              <a:solidFill>
                <a:schemeClr val="tx1"/>
              </a:solidFill>
            </a:rPr>
            <a:t> </a:t>
          </a:r>
          <a:r>
            <a:rPr lang="en-IN" sz="3200" b="1" dirty="0">
              <a:solidFill>
                <a:srgbClr val="C00000"/>
              </a:solidFill>
            </a:rPr>
            <a:t>invades</a:t>
          </a:r>
          <a:r>
            <a:rPr lang="en-IN" sz="3200" b="1" dirty="0">
              <a:solidFill>
                <a:schemeClr val="tx1"/>
              </a:solidFill>
            </a:rPr>
            <a:t> the human body./ (d) No error</a:t>
          </a:r>
        </a:p>
      </dgm:t>
    </dgm:pt>
    <dgm:pt modelId="{49A8D559-4CF7-4498-BB15-0F0E4E07378C}" type="parTrans" cxnId="{ABB65F22-828B-481E-9635-D675B0FCDA6D}">
      <dgm:prSet/>
      <dgm:spPr/>
      <dgm:t>
        <a:bodyPr/>
        <a:lstStyle/>
        <a:p>
          <a:endParaRPr lang="en-US"/>
        </a:p>
      </dgm:t>
    </dgm:pt>
    <dgm:pt modelId="{D7C9D590-5F92-4E07-911C-17640CEDD772}" type="sibTrans" cxnId="{ABB65F22-828B-481E-9635-D675B0FCDA6D}">
      <dgm:prSet/>
      <dgm:spPr/>
      <dgm:t>
        <a:bodyPr/>
        <a:lstStyle/>
        <a:p>
          <a:endParaRPr lang="en-US"/>
        </a:p>
      </dgm:t>
    </dgm:pt>
    <dgm:pt modelId="{31E7545B-224D-4067-A51E-9077877E36F5}" type="pres">
      <dgm:prSet presAssocID="{2FA2AAD1-C5E7-434D-8978-D7A97B3308C2}" presName="linear" presStyleCnt="0">
        <dgm:presLayoutVars>
          <dgm:dir/>
          <dgm:animLvl val="lvl"/>
          <dgm:resizeHandles val="exact"/>
        </dgm:presLayoutVars>
      </dgm:prSet>
      <dgm:spPr/>
    </dgm:pt>
    <dgm:pt modelId="{3758681B-643C-4068-9F36-3D3C795A626F}" type="pres">
      <dgm:prSet presAssocID="{0442AEC1-91B0-40F4-8931-36441E236102}" presName="parentLin" presStyleCnt="0"/>
      <dgm:spPr/>
    </dgm:pt>
    <dgm:pt modelId="{5F4D1CCF-237C-45E2-9098-2A5E47238EF4}" type="pres">
      <dgm:prSet presAssocID="{0442AEC1-91B0-40F4-8931-36441E236102}" presName="parentLeftMargin" presStyleLbl="node1" presStyleIdx="0" presStyleCnt="2"/>
      <dgm:spPr/>
    </dgm:pt>
    <dgm:pt modelId="{E1B807CB-8206-4C42-9A36-00934C259620}" type="pres">
      <dgm:prSet presAssocID="{0442AEC1-91B0-40F4-8931-36441E23610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3451960-7029-432D-9097-23B8ACEA59FC}" type="pres">
      <dgm:prSet presAssocID="{0442AEC1-91B0-40F4-8931-36441E236102}" presName="negativeSpace" presStyleCnt="0"/>
      <dgm:spPr/>
    </dgm:pt>
    <dgm:pt modelId="{76B6AA59-062A-4C12-9D86-207A27AFC834}" type="pres">
      <dgm:prSet presAssocID="{0442AEC1-91B0-40F4-8931-36441E236102}" presName="childText" presStyleLbl="conFgAcc1" presStyleIdx="0" presStyleCnt="2">
        <dgm:presLayoutVars>
          <dgm:bulletEnabled val="1"/>
        </dgm:presLayoutVars>
      </dgm:prSet>
      <dgm:spPr/>
    </dgm:pt>
    <dgm:pt modelId="{74A5B13E-371F-41C7-88EE-3B598D75E7BF}" type="pres">
      <dgm:prSet presAssocID="{C96D77FD-00F9-451F-8923-3050BD5DECE9}" presName="spaceBetweenRectangles" presStyleCnt="0"/>
      <dgm:spPr/>
    </dgm:pt>
    <dgm:pt modelId="{69DE99E9-0151-4374-9E91-973BB7666391}" type="pres">
      <dgm:prSet presAssocID="{731F4B64-C84F-47FC-930B-F8659751BBBA}" presName="parentLin" presStyleCnt="0"/>
      <dgm:spPr/>
    </dgm:pt>
    <dgm:pt modelId="{949B4277-8C1A-4992-A15B-586017227ED6}" type="pres">
      <dgm:prSet presAssocID="{731F4B64-C84F-47FC-930B-F8659751BBBA}" presName="parentLeftMargin" presStyleLbl="node1" presStyleIdx="0" presStyleCnt="2"/>
      <dgm:spPr/>
    </dgm:pt>
    <dgm:pt modelId="{B48AC354-D226-4781-BBB8-B75C03DD6CC2}" type="pres">
      <dgm:prSet presAssocID="{731F4B64-C84F-47FC-930B-F8659751BBB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B639F24-F957-47FD-836F-22F7A08C5489}" type="pres">
      <dgm:prSet presAssocID="{731F4B64-C84F-47FC-930B-F8659751BBBA}" presName="negativeSpace" presStyleCnt="0"/>
      <dgm:spPr/>
    </dgm:pt>
    <dgm:pt modelId="{357FC97D-46F8-4CCD-91F0-26DAB98C1B67}" type="pres">
      <dgm:prSet presAssocID="{731F4B64-C84F-47FC-930B-F8659751BBB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BB65F22-828B-481E-9635-D675B0FCDA6D}" srcId="{2FA2AAD1-C5E7-434D-8978-D7A97B3308C2}" destId="{731F4B64-C84F-47FC-930B-F8659751BBBA}" srcOrd="1" destOrd="0" parTransId="{49A8D559-4CF7-4498-BB15-0F0E4E07378C}" sibTransId="{D7C9D590-5F92-4E07-911C-17640CEDD772}"/>
    <dgm:cxn modelId="{198B1B2A-8E53-4410-93EE-1F29E51C0322}" type="presOf" srcId="{731F4B64-C84F-47FC-930B-F8659751BBBA}" destId="{B48AC354-D226-4781-BBB8-B75C03DD6CC2}" srcOrd="1" destOrd="0" presId="urn:microsoft.com/office/officeart/2005/8/layout/list1"/>
    <dgm:cxn modelId="{377AC98A-FB44-441B-AEC4-5E1710A8DEE7}" type="presOf" srcId="{0442AEC1-91B0-40F4-8931-36441E236102}" destId="{5F4D1CCF-237C-45E2-9098-2A5E47238EF4}" srcOrd="0" destOrd="0" presId="urn:microsoft.com/office/officeart/2005/8/layout/list1"/>
    <dgm:cxn modelId="{6906AB90-10AF-4D1D-AA42-0C297CFE1CFC}" type="presOf" srcId="{731F4B64-C84F-47FC-930B-F8659751BBBA}" destId="{949B4277-8C1A-4992-A15B-586017227ED6}" srcOrd="0" destOrd="0" presId="urn:microsoft.com/office/officeart/2005/8/layout/list1"/>
    <dgm:cxn modelId="{3D451496-C6D3-47F6-9A6C-C7ACE60F5341}" srcId="{2FA2AAD1-C5E7-434D-8978-D7A97B3308C2}" destId="{0442AEC1-91B0-40F4-8931-36441E236102}" srcOrd="0" destOrd="0" parTransId="{00D45F04-78D4-47BB-9C79-878A6BF6E8D0}" sibTransId="{C96D77FD-00F9-451F-8923-3050BD5DECE9}"/>
    <dgm:cxn modelId="{8C5A45AC-6162-4241-9139-FA5B70D7E548}" type="presOf" srcId="{2FA2AAD1-C5E7-434D-8978-D7A97B3308C2}" destId="{31E7545B-224D-4067-A51E-9077877E36F5}" srcOrd="0" destOrd="0" presId="urn:microsoft.com/office/officeart/2005/8/layout/list1"/>
    <dgm:cxn modelId="{6ADFC6E3-14E1-4666-A8AA-759C8C5D4A35}" type="presOf" srcId="{0442AEC1-91B0-40F4-8931-36441E236102}" destId="{E1B807CB-8206-4C42-9A36-00934C259620}" srcOrd="1" destOrd="0" presId="urn:microsoft.com/office/officeart/2005/8/layout/list1"/>
    <dgm:cxn modelId="{246B2CE5-D447-4455-9F5F-82DD12566D45}" type="presParOf" srcId="{31E7545B-224D-4067-A51E-9077877E36F5}" destId="{3758681B-643C-4068-9F36-3D3C795A626F}" srcOrd="0" destOrd="0" presId="urn:microsoft.com/office/officeart/2005/8/layout/list1"/>
    <dgm:cxn modelId="{9F9561FC-7839-4F70-8DFA-DBB74FDFDC7D}" type="presParOf" srcId="{3758681B-643C-4068-9F36-3D3C795A626F}" destId="{5F4D1CCF-237C-45E2-9098-2A5E47238EF4}" srcOrd="0" destOrd="0" presId="urn:microsoft.com/office/officeart/2005/8/layout/list1"/>
    <dgm:cxn modelId="{C334EE23-F9A6-448C-AD7F-CD87B34E8CF8}" type="presParOf" srcId="{3758681B-643C-4068-9F36-3D3C795A626F}" destId="{E1B807CB-8206-4C42-9A36-00934C259620}" srcOrd="1" destOrd="0" presId="urn:microsoft.com/office/officeart/2005/8/layout/list1"/>
    <dgm:cxn modelId="{7D81EB6A-FED2-44A5-9099-1EEDE5341FD7}" type="presParOf" srcId="{31E7545B-224D-4067-A51E-9077877E36F5}" destId="{53451960-7029-432D-9097-23B8ACEA59FC}" srcOrd="1" destOrd="0" presId="urn:microsoft.com/office/officeart/2005/8/layout/list1"/>
    <dgm:cxn modelId="{9AB6D77B-0F06-4D3D-80F4-27B21D09AFC3}" type="presParOf" srcId="{31E7545B-224D-4067-A51E-9077877E36F5}" destId="{76B6AA59-062A-4C12-9D86-207A27AFC834}" srcOrd="2" destOrd="0" presId="urn:microsoft.com/office/officeart/2005/8/layout/list1"/>
    <dgm:cxn modelId="{33F0CDB1-1A85-4382-8852-A39A0B4FE31F}" type="presParOf" srcId="{31E7545B-224D-4067-A51E-9077877E36F5}" destId="{74A5B13E-371F-41C7-88EE-3B598D75E7BF}" srcOrd="3" destOrd="0" presId="urn:microsoft.com/office/officeart/2005/8/layout/list1"/>
    <dgm:cxn modelId="{4056AD32-AEC4-4F6C-9BF2-261407E38529}" type="presParOf" srcId="{31E7545B-224D-4067-A51E-9077877E36F5}" destId="{69DE99E9-0151-4374-9E91-973BB7666391}" srcOrd="4" destOrd="0" presId="urn:microsoft.com/office/officeart/2005/8/layout/list1"/>
    <dgm:cxn modelId="{470D567C-69CA-4718-9755-DDFFCF5B4438}" type="presParOf" srcId="{69DE99E9-0151-4374-9E91-973BB7666391}" destId="{949B4277-8C1A-4992-A15B-586017227ED6}" srcOrd="0" destOrd="0" presId="urn:microsoft.com/office/officeart/2005/8/layout/list1"/>
    <dgm:cxn modelId="{E879331A-039B-42EE-95DC-76AAC876467D}" type="presParOf" srcId="{69DE99E9-0151-4374-9E91-973BB7666391}" destId="{B48AC354-D226-4781-BBB8-B75C03DD6CC2}" srcOrd="1" destOrd="0" presId="urn:microsoft.com/office/officeart/2005/8/layout/list1"/>
    <dgm:cxn modelId="{0766B372-A417-4C3A-933C-23C6CB5CBEE5}" type="presParOf" srcId="{31E7545B-224D-4067-A51E-9077877E36F5}" destId="{CB639F24-F957-47FD-836F-22F7A08C5489}" srcOrd="5" destOrd="0" presId="urn:microsoft.com/office/officeart/2005/8/layout/list1"/>
    <dgm:cxn modelId="{10BFDE37-40A9-4079-A642-78437499E54C}" type="presParOf" srcId="{31E7545B-224D-4067-A51E-9077877E36F5}" destId="{357FC97D-46F8-4CCD-91F0-26DAB98C1B67}" srcOrd="6" destOrd="0" presId="urn:microsoft.com/office/officeart/2005/8/layout/list1"/>
  </dgm:cxnLst>
  <dgm:bg>
    <a:solidFill>
      <a:schemeClr val="accent2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5369E439-6D50-47DE-A77B-2FB3ECDE884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7C3F1D-5A3F-421A-8BA1-3DF74F24581F}">
      <dgm:prSet phldrT="[Text]"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182. (a) Many a boy/(b) have not done their/ (c) homework properly./ (d) No error</a:t>
          </a:r>
          <a:endParaRPr lang="en-US" sz="2800" b="1" dirty="0">
            <a:solidFill>
              <a:schemeClr val="tx1"/>
            </a:solidFill>
          </a:endParaRPr>
        </a:p>
      </dgm:t>
    </dgm:pt>
    <dgm:pt modelId="{16249574-2270-4C3D-A17C-334353C67DF3}" type="parTrans" cxnId="{FC988265-583A-4754-AD28-3EBA7EAEE2C1}">
      <dgm:prSet/>
      <dgm:spPr/>
      <dgm:t>
        <a:bodyPr/>
        <a:lstStyle/>
        <a:p>
          <a:endParaRPr lang="en-US"/>
        </a:p>
      </dgm:t>
    </dgm:pt>
    <dgm:pt modelId="{5A6FB3E4-D282-49A5-914E-629B0C998488}" type="sibTrans" cxnId="{FC988265-583A-4754-AD28-3EBA7EAEE2C1}">
      <dgm:prSet/>
      <dgm:spPr/>
      <dgm:t>
        <a:bodyPr/>
        <a:lstStyle/>
        <a:p>
          <a:endParaRPr lang="en-US"/>
        </a:p>
      </dgm:t>
    </dgm:pt>
    <dgm:pt modelId="{4F2D0A22-9591-4473-A656-B08E07CED04B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183. (a) Two miles beyond/ (b) that building was seen dozens/ (c) of antisocial elements/ (d) No error</a:t>
          </a:r>
        </a:p>
      </dgm:t>
    </dgm:pt>
    <dgm:pt modelId="{DC263547-5CDE-402A-A002-2DD3BEC565EC}" type="parTrans" cxnId="{218C3549-8C15-4990-A6F8-20B89337676B}">
      <dgm:prSet/>
      <dgm:spPr/>
      <dgm:t>
        <a:bodyPr/>
        <a:lstStyle/>
        <a:p>
          <a:endParaRPr lang="en-US"/>
        </a:p>
      </dgm:t>
    </dgm:pt>
    <dgm:pt modelId="{02605E55-3AC0-44B1-AD05-CBE0EB73A72E}" type="sibTrans" cxnId="{218C3549-8C15-4990-A6F8-20B89337676B}">
      <dgm:prSet/>
      <dgm:spPr/>
      <dgm:t>
        <a:bodyPr/>
        <a:lstStyle/>
        <a:p>
          <a:endParaRPr lang="en-US"/>
        </a:p>
      </dgm:t>
    </dgm:pt>
    <dgm:pt modelId="{746EC638-DC9C-41C6-86FB-7F2128EC2291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184. (a) Along the northern frontier/ (b) of India is seen/ (c) the beautiful and mighty Himalayas./ (d) No error</a:t>
          </a:r>
        </a:p>
      </dgm:t>
    </dgm:pt>
    <dgm:pt modelId="{CA59C747-9E60-4A5B-B7AC-81E58BDD7A4B}" type="parTrans" cxnId="{3251B5D9-75DB-41E5-9190-AFA53939692D}">
      <dgm:prSet/>
      <dgm:spPr/>
      <dgm:t>
        <a:bodyPr/>
        <a:lstStyle/>
        <a:p>
          <a:endParaRPr lang="en-US"/>
        </a:p>
      </dgm:t>
    </dgm:pt>
    <dgm:pt modelId="{D4A12232-A5D2-4CE2-999E-C6AAADACF6A9}" type="sibTrans" cxnId="{3251B5D9-75DB-41E5-9190-AFA53939692D}">
      <dgm:prSet/>
      <dgm:spPr/>
      <dgm:t>
        <a:bodyPr/>
        <a:lstStyle/>
        <a:p>
          <a:endParaRPr lang="en-US"/>
        </a:p>
      </dgm:t>
    </dgm:pt>
    <dgm:pt modelId="{0A5995E2-38B8-491F-8426-EE81DB36E102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185. (a) A body of volunteers/ (b) have helped in/ (c) making this celebration a great success/ (d) No error</a:t>
          </a:r>
        </a:p>
      </dgm:t>
    </dgm:pt>
    <dgm:pt modelId="{E189A87B-EBF0-435F-BC94-84BA501CEB63}" type="parTrans" cxnId="{82B6C096-DB4B-4C38-9B51-A152B8DF1BE5}">
      <dgm:prSet/>
      <dgm:spPr/>
      <dgm:t>
        <a:bodyPr/>
        <a:lstStyle/>
        <a:p>
          <a:endParaRPr lang="en-US"/>
        </a:p>
      </dgm:t>
    </dgm:pt>
    <dgm:pt modelId="{3432807A-5771-4F5F-8C85-EE4EA67C0909}" type="sibTrans" cxnId="{82B6C096-DB4B-4C38-9B51-A152B8DF1BE5}">
      <dgm:prSet/>
      <dgm:spPr/>
      <dgm:t>
        <a:bodyPr/>
        <a:lstStyle/>
        <a:p>
          <a:endParaRPr lang="en-US"/>
        </a:p>
      </dgm:t>
    </dgm:pt>
    <dgm:pt modelId="{08A3988E-0DEC-4B7E-9865-DD45235441CF}" type="pres">
      <dgm:prSet presAssocID="{5369E439-6D50-47DE-A77B-2FB3ECDE8843}" presName="linear" presStyleCnt="0">
        <dgm:presLayoutVars>
          <dgm:dir/>
          <dgm:animLvl val="lvl"/>
          <dgm:resizeHandles val="exact"/>
        </dgm:presLayoutVars>
      </dgm:prSet>
      <dgm:spPr/>
    </dgm:pt>
    <dgm:pt modelId="{B674AB06-3248-48A7-8C17-B4341663A3FF}" type="pres">
      <dgm:prSet presAssocID="{3C7C3F1D-5A3F-421A-8BA1-3DF74F24581F}" presName="parentLin" presStyleCnt="0"/>
      <dgm:spPr/>
    </dgm:pt>
    <dgm:pt modelId="{403714BD-7B10-4D7D-9E5D-2EB210C43763}" type="pres">
      <dgm:prSet presAssocID="{3C7C3F1D-5A3F-421A-8BA1-3DF74F24581F}" presName="parentLeftMargin" presStyleLbl="node1" presStyleIdx="0" presStyleCnt="4"/>
      <dgm:spPr/>
    </dgm:pt>
    <dgm:pt modelId="{138D2928-A915-48A5-9F9F-92B44160CCCC}" type="pres">
      <dgm:prSet presAssocID="{3C7C3F1D-5A3F-421A-8BA1-3DF74F24581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CEF6CB5-4539-4D5E-97BA-458CA4322363}" type="pres">
      <dgm:prSet presAssocID="{3C7C3F1D-5A3F-421A-8BA1-3DF74F24581F}" presName="negativeSpace" presStyleCnt="0"/>
      <dgm:spPr/>
    </dgm:pt>
    <dgm:pt modelId="{628C3E6C-1A08-47B6-BDCA-362C2B416352}" type="pres">
      <dgm:prSet presAssocID="{3C7C3F1D-5A3F-421A-8BA1-3DF74F24581F}" presName="childText" presStyleLbl="conFgAcc1" presStyleIdx="0" presStyleCnt="4">
        <dgm:presLayoutVars>
          <dgm:bulletEnabled val="1"/>
        </dgm:presLayoutVars>
      </dgm:prSet>
      <dgm:spPr/>
    </dgm:pt>
    <dgm:pt modelId="{D961DBB8-9A03-4F04-91D4-F29C67896305}" type="pres">
      <dgm:prSet presAssocID="{5A6FB3E4-D282-49A5-914E-629B0C998488}" presName="spaceBetweenRectangles" presStyleCnt="0"/>
      <dgm:spPr/>
    </dgm:pt>
    <dgm:pt modelId="{56A39270-6901-4675-9299-8C2D1C8FA2AA}" type="pres">
      <dgm:prSet presAssocID="{4F2D0A22-9591-4473-A656-B08E07CED04B}" presName="parentLin" presStyleCnt="0"/>
      <dgm:spPr/>
    </dgm:pt>
    <dgm:pt modelId="{F3624393-4EA3-4022-9E30-872BF7338617}" type="pres">
      <dgm:prSet presAssocID="{4F2D0A22-9591-4473-A656-B08E07CED04B}" presName="parentLeftMargin" presStyleLbl="node1" presStyleIdx="0" presStyleCnt="4"/>
      <dgm:spPr/>
    </dgm:pt>
    <dgm:pt modelId="{475E2B46-2DF6-4849-B2DD-E05110909DA1}" type="pres">
      <dgm:prSet presAssocID="{4F2D0A22-9591-4473-A656-B08E07CED04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A4C8AB6-CC9A-492F-91C6-F5DD2C510C2B}" type="pres">
      <dgm:prSet presAssocID="{4F2D0A22-9591-4473-A656-B08E07CED04B}" presName="negativeSpace" presStyleCnt="0"/>
      <dgm:spPr/>
    </dgm:pt>
    <dgm:pt modelId="{6507F95B-BE60-413B-9E72-3BDD25A05FFD}" type="pres">
      <dgm:prSet presAssocID="{4F2D0A22-9591-4473-A656-B08E07CED04B}" presName="childText" presStyleLbl="conFgAcc1" presStyleIdx="1" presStyleCnt="4">
        <dgm:presLayoutVars>
          <dgm:bulletEnabled val="1"/>
        </dgm:presLayoutVars>
      </dgm:prSet>
      <dgm:spPr/>
    </dgm:pt>
    <dgm:pt modelId="{178817AA-4C86-4F11-8603-8ED0217EB31C}" type="pres">
      <dgm:prSet presAssocID="{02605E55-3AC0-44B1-AD05-CBE0EB73A72E}" presName="spaceBetweenRectangles" presStyleCnt="0"/>
      <dgm:spPr/>
    </dgm:pt>
    <dgm:pt modelId="{E1C7B4BB-40A3-4965-BA42-49DA7E7C8688}" type="pres">
      <dgm:prSet presAssocID="{746EC638-DC9C-41C6-86FB-7F2128EC2291}" presName="parentLin" presStyleCnt="0"/>
      <dgm:spPr/>
    </dgm:pt>
    <dgm:pt modelId="{2BE969FA-B49A-4465-8451-33568B84146D}" type="pres">
      <dgm:prSet presAssocID="{746EC638-DC9C-41C6-86FB-7F2128EC2291}" presName="parentLeftMargin" presStyleLbl="node1" presStyleIdx="1" presStyleCnt="4"/>
      <dgm:spPr/>
    </dgm:pt>
    <dgm:pt modelId="{3B23997D-A66C-4978-AACD-0AFFBA0C50A7}" type="pres">
      <dgm:prSet presAssocID="{746EC638-DC9C-41C6-86FB-7F2128EC229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AFB873A-8B3B-4CEE-951B-A615C2579F7A}" type="pres">
      <dgm:prSet presAssocID="{746EC638-DC9C-41C6-86FB-7F2128EC2291}" presName="negativeSpace" presStyleCnt="0"/>
      <dgm:spPr/>
    </dgm:pt>
    <dgm:pt modelId="{29FD863B-1D4E-41D8-903A-68AF5DE75B01}" type="pres">
      <dgm:prSet presAssocID="{746EC638-DC9C-41C6-86FB-7F2128EC2291}" presName="childText" presStyleLbl="conFgAcc1" presStyleIdx="2" presStyleCnt="4">
        <dgm:presLayoutVars>
          <dgm:bulletEnabled val="1"/>
        </dgm:presLayoutVars>
      </dgm:prSet>
      <dgm:spPr/>
    </dgm:pt>
    <dgm:pt modelId="{4591E6E1-476B-4FA8-AFE3-B42AA07E60CF}" type="pres">
      <dgm:prSet presAssocID="{D4A12232-A5D2-4CE2-999E-C6AAADACF6A9}" presName="spaceBetweenRectangles" presStyleCnt="0"/>
      <dgm:spPr/>
    </dgm:pt>
    <dgm:pt modelId="{05D2BA26-D596-4636-A712-8AB68374CBE2}" type="pres">
      <dgm:prSet presAssocID="{0A5995E2-38B8-491F-8426-EE81DB36E102}" presName="parentLin" presStyleCnt="0"/>
      <dgm:spPr/>
    </dgm:pt>
    <dgm:pt modelId="{0E8DCA1E-5F9E-4637-BD6F-5B8F01C2A828}" type="pres">
      <dgm:prSet presAssocID="{0A5995E2-38B8-491F-8426-EE81DB36E102}" presName="parentLeftMargin" presStyleLbl="node1" presStyleIdx="2" presStyleCnt="4"/>
      <dgm:spPr/>
    </dgm:pt>
    <dgm:pt modelId="{EDA4A0C6-5994-4BD4-BB0D-ADFD7D7360E3}" type="pres">
      <dgm:prSet presAssocID="{0A5995E2-38B8-491F-8426-EE81DB36E10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153CE3A-43B6-4D38-8A22-18B15C10D584}" type="pres">
      <dgm:prSet presAssocID="{0A5995E2-38B8-491F-8426-EE81DB36E102}" presName="negativeSpace" presStyleCnt="0"/>
      <dgm:spPr/>
    </dgm:pt>
    <dgm:pt modelId="{7A93FCF5-EFD6-45B0-9176-A538599F4AEC}" type="pres">
      <dgm:prSet presAssocID="{0A5995E2-38B8-491F-8426-EE81DB36E10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A14E904-FBA3-4046-BD1B-80F8D83F8C05}" type="presOf" srcId="{0A5995E2-38B8-491F-8426-EE81DB36E102}" destId="{EDA4A0C6-5994-4BD4-BB0D-ADFD7D7360E3}" srcOrd="1" destOrd="0" presId="urn:microsoft.com/office/officeart/2005/8/layout/list1"/>
    <dgm:cxn modelId="{3A33AB32-1D6A-494F-A9E9-BDEBDC1C11F3}" type="presOf" srcId="{3C7C3F1D-5A3F-421A-8BA1-3DF74F24581F}" destId="{403714BD-7B10-4D7D-9E5D-2EB210C43763}" srcOrd="0" destOrd="0" presId="urn:microsoft.com/office/officeart/2005/8/layout/list1"/>
    <dgm:cxn modelId="{FC988265-583A-4754-AD28-3EBA7EAEE2C1}" srcId="{5369E439-6D50-47DE-A77B-2FB3ECDE8843}" destId="{3C7C3F1D-5A3F-421A-8BA1-3DF74F24581F}" srcOrd="0" destOrd="0" parTransId="{16249574-2270-4C3D-A17C-334353C67DF3}" sibTransId="{5A6FB3E4-D282-49A5-914E-629B0C998488}"/>
    <dgm:cxn modelId="{218C3549-8C15-4990-A6F8-20B89337676B}" srcId="{5369E439-6D50-47DE-A77B-2FB3ECDE8843}" destId="{4F2D0A22-9591-4473-A656-B08E07CED04B}" srcOrd="1" destOrd="0" parTransId="{DC263547-5CDE-402A-A002-2DD3BEC565EC}" sibTransId="{02605E55-3AC0-44B1-AD05-CBE0EB73A72E}"/>
    <dgm:cxn modelId="{999D7076-2BC4-4F30-A673-CF99B0BE522C}" type="presOf" srcId="{3C7C3F1D-5A3F-421A-8BA1-3DF74F24581F}" destId="{138D2928-A915-48A5-9F9F-92B44160CCCC}" srcOrd="1" destOrd="0" presId="urn:microsoft.com/office/officeart/2005/8/layout/list1"/>
    <dgm:cxn modelId="{82B6C096-DB4B-4C38-9B51-A152B8DF1BE5}" srcId="{5369E439-6D50-47DE-A77B-2FB3ECDE8843}" destId="{0A5995E2-38B8-491F-8426-EE81DB36E102}" srcOrd="3" destOrd="0" parTransId="{E189A87B-EBF0-435F-BC94-84BA501CEB63}" sibTransId="{3432807A-5771-4F5F-8C85-EE4EA67C0909}"/>
    <dgm:cxn modelId="{BD9CC698-5A4D-40BA-AB29-A4637A212F70}" type="presOf" srcId="{5369E439-6D50-47DE-A77B-2FB3ECDE8843}" destId="{08A3988E-0DEC-4B7E-9865-DD45235441CF}" srcOrd="0" destOrd="0" presId="urn:microsoft.com/office/officeart/2005/8/layout/list1"/>
    <dgm:cxn modelId="{BA4E599C-EEAC-4CAA-81BD-F9090BA86E96}" type="presOf" srcId="{0A5995E2-38B8-491F-8426-EE81DB36E102}" destId="{0E8DCA1E-5F9E-4637-BD6F-5B8F01C2A828}" srcOrd="0" destOrd="0" presId="urn:microsoft.com/office/officeart/2005/8/layout/list1"/>
    <dgm:cxn modelId="{3D67AFB2-66EC-4ECF-AC52-78DFCB975F0E}" type="presOf" srcId="{4F2D0A22-9591-4473-A656-B08E07CED04B}" destId="{475E2B46-2DF6-4849-B2DD-E05110909DA1}" srcOrd="1" destOrd="0" presId="urn:microsoft.com/office/officeart/2005/8/layout/list1"/>
    <dgm:cxn modelId="{E8022DCC-17A2-4FB6-B806-9F39AD61D938}" type="presOf" srcId="{746EC638-DC9C-41C6-86FB-7F2128EC2291}" destId="{2BE969FA-B49A-4465-8451-33568B84146D}" srcOrd="0" destOrd="0" presId="urn:microsoft.com/office/officeart/2005/8/layout/list1"/>
    <dgm:cxn modelId="{3D3D66CD-72FF-4101-82B3-6C11E41A35F8}" type="presOf" srcId="{746EC638-DC9C-41C6-86FB-7F2128EC2291}" destId="{3B23997D-A66C-4978-AACD-0AFFBA0C50A7}" srcOrd="1" destOrd="0" presId="urn:microsoft.com/office/officeart/2005/8/layout/list1"/>
    <dgm:cxn modelId="{3251B5D9-75DB-41E5-9190-AFA53939692D}" srcId="{5369E439-6D50-47DE-A77B-2FB3ECDE8843}" destId="{746EC638-DC9C-41C6-86FB-7F2128EC2291}" srcOrd="2" destOrd="0" parTransId="{CA59C747-9E60-4A5B-B7AC-81E58BDD7A4B}" sibTransId="{D4A12232-A5D2-4CE2-999E-C6AAADACF6A9}"/>
    <dgm:cxn modelId="{095708E0-035A-46BD-8C7B-71A4C4AF685E}" type="presOf" srcId="{4F2D0A22-9591-4473-A656-B08E07CED04B}" destId="{F3624393-4EA3-4022-9E30-872BF7338617}" srcOrd="0" destOrd="0" presId="urn:microsoft.com/office/officeart/2005/8/layout/list1"/>
    <dgm:cxn modelId="{F85DF0C6-5549-411F-B0FE-D0C0BD738025}" type="presParOf" srcId="{08A3988E-0DEC-4B7E-9865-DD45235441CF}" destId="{B674AB06-3248-48A7-8C17-B4341663A3FF}" srcOrd="0" destOrd="0" presId="urn:microsoft.com/office/officeart/2005/8/layout/list1"/>
    <dgm:cxn modelId="{6E7170C9-CD9D-4BF1-9A34-F50A319B862E}" type="presParOf" srcId="{B674AB06-3248-48A7-8C17-B4341663A3FF}" destId="{403714BD-7B10-4D7D-9E5D-2EB210C43763}" srcOrd="0" destOrd="0" presId="urn:microsoft.com/office/officeart/2005/8/layout/list1"/>
    <dgm:cxn modelId="{4BAB0B1C-4116-4104-9D5E-D0622F1BAA95}" type="presParOf" srcId="{B674AB06-3248-48A7-8C17-B4341663A3FF}" destId="{138D2928-A915-48A5-9F9F-92B44160CCCC}" srcOrd="1" destOrd="0" presId="urn:microsoft.com/office/officeart/2005/8/layout/list1"/>
    <dgm:cxn modelId="{1ADB4A61-48C5-4297-AC7C-C84996AFF755}" type="presParOf" srcId="{08A3988E-0DEC-4B7E-9865-DD45235441CF}" destId="{ACEF6CB5-4539-4D5E-97BA-458CA4322363}" srcOrd="1" destOrd="0" presId="urn:microsoft.com/office/officeart/2005/8/layout/list1"/>
    <dgm:cxn modelId="{F3CEE641-B0CD-413F-9F8B-6ADA6DB93A5B}" type="presParOf" srcId="{08A3988E-0DEC-4B7E-9865-DD45235441CF}" destId="{628C3E6C-1A08-47B6-BDCA-362C2B416352}" srcOrd="2" destOrd="0" presId="urn:microsoft.com/office/officeart/2005/8/layout/list1"/>
    <dgm:cxn modelId="{DD1E8B1A-5800-4A63-B432-E23657CFABC8}" type="presParOf" srcId="{08A3988E-0DEC-4B7E-9865-DD45235441CF}" destId="{D961DBB8-9A03-4F04-91D4-F29C67896305}" srcOrd="3" destOrd="0" presId="urn:microsoft.com/office/officeart/2005/8/layout/list1"/>
    <dgm:cxn modelId="{6720AC3C-94BF-4476-A682-ED7518548A69}" type="presParOf" srcId="{08A3988E-0DEC-4B7E-9865-DD45235441CF}" destId="{56A39270-6901-4675-9299-8C2D1C8FA2AA}" srcOrd="4" destOrd="0" presId="urn:microsoft.com/office/officeart/2005/8/layout/list1"/>
    <dgm:cxn modelId="{AC48C146-0B16-4D5A-8937-A4E01CE22232}" type="presParOf" srcId="{56A39270-6901-4675-9299-8C2D1C8FA2AA}" destId="{F3624393-4EA3-4022-9E30-872BF7338617}" srcOrd="0" destOrd="0" presId="urn:microsoft.com/office/officeart/2005/8/layout/list1"/>
    <dgm:cxn modelId="{68969E06-5E50-417A-90F7-B508146F3CB0}" type="presParOf" srcId="{56A39270-6901-4675-9299-8C2D1C8FA2AA}" destId="{475E2B46-2DF6-4849-B2DD-E05110909DA1}" srcOrd="1" destOrd="0" presId="urn:microsoft.com/office/officeart/2005/8/layout/list1"/>
    <dgm:cxn modelId="{F1044805-4E18-4DA9-8842-307EFBD825C4}" type="presParOf" srcId="{08A3988E-0DEC-4B7E-9865-DD45235441CF}" destId="{9A4C8AB6-CC9A-492F-91C6-F5DD2C510C2B}" srcOrd="5" destOrd="0" presId="urn:microsoft.com/office/officeart/2005/8/layout/list1"/>
    <dgm:cxn modelId="{D9DDA5AC-A8F9-4D09-94F7-90D0D19F50CC}" type="presParOf" srcId="{08A3988E-0DEC-4B7E-9865-DD45235441CF}" destId="{6507F95B-BE60-413B-9E72-3BDD25A05FFD}" srcOrd="6" destOrd="0" presId="urn:microsoft.com/office/officeart/2005/8/layout/list1"/>
    <dgm:cxn modelId="{BCDB460E-865D-4232-9954-8318B44DC998}" type="presParOf" srcId="{08A3988E-0DEC-4B7E-9865-DD45235441CF}" destId="{178817AA-4C86-4F11-8603-8ED0217EB31C}" srcOrd="7" destOrd="0" presId="urn:microsoft.com/office/officeart/2005/8/layout/list1"/>
    <dgm:cxn modelId="{3DF81262-511C-4F78-B44E-02AD1020F10F}" type="presParOf" srcId="{08A3988E-0DEC-4B7E-9865-DD45235441CF}" destId="{E1C7B4BB-40A3-4965-BA42-49DA7E7C8688}" srcOrd="8" destOrd="0" presId="urn:microsoft.com/office/officeart/2005/8/layout/list1"/>
    <dgm:cxn modelId="{20A2006F-587A-4324-81AD-28ABD242B94F}" type="presParOf" srcId="{E1C7B4BB-40A3-4965-BA42-49DA7E7C8688}" destId="{2BE969FA-B49A-4465-8451-33568B84146D}" srcOrd="0" destOrd="0" presId="urn:microsoft.com/office/officeart/2005/8/layout/list1"/>
    <dgm:cxn modelId="{511CADDB-75CA-434B-A8F3-499313B31F50}" type="presParOf" srcId="{E1C7B4BB-40A3-4965-BA42-49DA7E7C8688}" destId="{3B23997D-A66C-4978-AACD-0AFFBA0C50A7}" srcOrd="1" destOrd="0" presId="urn:microsoft.com/office/officeart/2005/8/layout/list1"/>
    <dgm:cxn modelId="{1044FC12-7DB5-4984-B5F4-F9083266884D}" type="presParOf" srcId="{08A3988E-0DEC-4B7E-9865-DD45235441CF}" destId="{2AFB873A-8B3B-4CEE-951B-A615C2579F7A}" srcOrd="9" destOrd="0" presId="urn:microsoft.com/office/officeart/2005/8/layout/list1"/>
    <dgm:cxn modelId="{37AA6D14-86F3-4BF1-9068-889E3AA8BA8E}" type="presParOf" srcId="{08A3988E-0DEC-4B7E-9865-DD45235441CF}" destId="{29FD863B-1D4E-41D8-903A-68AF5DE75B01}" srcOrd="10" destOrd="0" presId="urn:microsoft.com/office/officeart/2005/8/layout/list1"/>
    <dgm:cxn modelId="{2924EA10-C78F-4BAC-A12C-E4ED520D0A84}" type="presParOf" srcId="{08A3988E-0DEC-4B7E-9865-DD45235441CF}" destId="{4591E6E1-476B-4FA8-AFE3-B42AA07E60CF}" srcOrd="11" destOrd="0" presId="urn:microsoft.com/office/officeart/2005/8/layout/list1"/>
    <dgm:cxn modelId="{5A95E303-F2EA-4128-849B-04948B50DAA1}" type="presParOf" srcId="{08A3988E-0DEC-4B7E-9865-DD45235441CF}" destId="{05D2BA26-D596-4636-A712-8AB68374CBE2}" srcOrd="12" destOrd="0" presId="urn:microsoft.com/office/officeart/2005/8/layout/list1"/>
    <dgm:cxn modelId="{F7AE0791-FE4D-40CB-83AA-D6800C83CD35}" type="presParOf" srcId="{05D2BA26-D596-4636-A712-8AB68374CBE2}" destId="{0E8DCA1E-5F9E-4637-BD6F-5B8F01C2A828}" srcOrd="0" destOrd="0" presId="urn:microsoft.com/office/officeart/2005/8/layout/list1"/>
    <dgm:cxn modelId="{529F636F-F92D-484B-8A33-A20075E09982}" type="presParOf" srcId="{05D2BA26-D596-4636-A712-8AB68374CBE2}" destId="{EDA4A0C6-5994-4BD4-BB0D-ADFD7D7360E3}" srcOrd="1" destOrd="0" presId="urn:microsoft.com/office/officeart/2005/8/layout/list1"/>
    <dgm:cxn modelId="{6D47E0D5-9B80-4484-BBBA-D13F0A9230BF}" type="presParOf" srcId="{08A3988E-0DEC-4B7E-9865-DD45235441CF}" destId="{2153CE3A-43B6-4D38-8A22-18B15C10D584}" srcOrd="13" destOrd="0" presId="urn:microsoft.com/office/officeart/2005/8/layout/list1"/>
    <dgm:cxn modelId="{766CB5EF-96B1-4588-A4BB-0B4774010A68}" type="presParOf" srcId="{08A3988E-0DEC-4B7E-9865-DD45235441CF}" destId="{7A93FCF5-EFD6-45B0-9176-A538599F4AEC}" srcOrd="14" destOrd="0" presId="urn:microsoft.com/office/officeart/2005/8/layout/list1"/>
  </dgm:cxnLst>
  <dgm:bg>
    <a:solidFill>
      <a:schemeClr val="accent3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5369E439-6D50-47DE-A77B-2FB3ECDE884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7C3F1D-5A3F-421A-8BA1-3DF74F24581F}">
      <dgm:prSet phldrT="[Text]"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 (a) </a:t>
          </a:r>
          <a:r>
            <a:rPr lang="en-IN" sz="2800" b="1" dirty="0">
              <a:solidFill>
                <a:srgbClr val="C00000"/>
              </a:solidFill>
            </a:rPr>
            <a:t>Many a </a:t>
          </a:r>
          <a:r>
            <a:rPr lang="en-IN" sz="2800" b="1" dirty="0">
              <a:solidFill>
                <a:schemeClr val="tx1"/>
              </a:solidFill>
            </a:rPr>
            <a:t>boy/(b)</a:t>
          </a:r>
          <a:r>
            <a:rPr lang="en-IN" sz="2800" b="1" dirty="0">
              <a:solidFill>
                <a:srgbClr val="C00000"/>
              </a:solidFill>
            </a:rPr>
            <a:t>has</a:t>
          </a:r>
          <a:r>
            <a:rPr lang="en-IN" sz="2800" b="1" dirty="0">
              <a:solidFill>
                <a:schemeClr val="tx1"/>
              </a:solidFill>
            </a:rPr>
            <a:t>  </a:t>
          </a:r>
          <a:r>
            <a:rPr lang="en-IN" sz="2800" b="1" strike="sngStrike" dirty="0">
              <a:solidFill>
                <a:srgbClr val="C00000"/>
              </a:solidFill>
            </a:rPr>
            <a:t>have </a:t>
          </a:r>
          <a:r>
            <a:rPr lang="en-IN" sz="2800" b="1" dirty="0">
              <a:solidFill>
                <a:schemeClr val="tx1"/>
              </a:solidFill>
            </a:rPr>
            <a:t>not done their/ (c) homework properly./ (d) No error</a:t>
          </a:r>
          <a:endParaRPr lang="en-US" sz="2800" b="1" dirty="0">
            <a:solidFill>
              <a:schemeClr val="tx1"/>
            </a:solidFill>
          </a:endParaRPr>
        </a:p>
      </dgm:t>
    </dgm:pt>
    <dgm:pt modelId="{16249574-2270-4C3D-A17C-334353C67DF3}" type="parTrans" cxnId="{FC988265-583A-4754-AD28-3EBA7EAEE2C1}">
      <dgm:prSet/>
      <dgm:spPr/>
      <dgm:t>
        <a:bodyPr/>
        <a:lstStyle/>
        <a:p>
          <a:endParaRPr lang="en-US"/>
        </a:p>
      </dgm:t>
    </dgm:pt>
    <dgm:pt modelId="{5A6FB3E4-D282-49A5-914E-629B0C998488}" type="sibTrans" cxnId="{FC988265-583A-4754-AD28-3EBA7EAEE2C1}">
      <dgm:prSet/>
      <dgm:spPr/>
      <dgm:t>
        <a:bodyPr/>
        <a:lstStyle/>
        <a:p>
          <a:endParaRPr lang="en-US"/>
        </a:p>
      </dgm:t>
    </dgm:pt>
    <dgm:pt modelId="{4F2D0A22-9591-4473-A656-B08E07CED04B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 (a) </a:t>
          </a:r>
          <a:r>
            <a:rPr lang="en-IN" sz="2800" b="1" dirty="0">
              <a:solidFill>
                <a:srgbClr val="C00000"/>
              </a:solidFill>
            </a:rPr>
            <a:t>Two miles beyond/ (b) that building (=there) were </a:t>
          </a:r>
          <a:r>
            <a:rPr lang="en-IN" sz="2800" b="1" strike="sngStrike" dirty="0">
              <a:solidFill>
                <a:srgbClr val="C00000"/>
              </a:solidFill>
            </a:rPr>
            <a:t>was</a:t>
          </a:r>
          <a:r>
            <a:rPr lang="en-IN" sz="2800" b="1" dirty="0">
              <a:solidFill>
                <a:schemeClr val="tx1"/>
              </a:solidFill>
            </a:rPr>
            <a:t> seen </a:t>
          </a:r>
          <a:r>
            <a:rPr lang="en-IN" sz="2800" b="1" dirty="0">
              <a:solidFill>
                <a:srgbClr val="C00000"/>
              </a:solidFill>
            </a:rPr>
            <a:t>dozens</a:t>
          </a:r>
          <a:r>
            <a:rPr lang="en-IN" sz="2800" b="1" dirty="0">
              <a:solidFill>
                <a:schemeClr val="tx1"/>
              </a:solidFill>
            </a:rPr>
            <a:t>/ (c) of antisocial elements/ (d) No error</a:t>
          </a:r>
        </a:p>
      </dgm:t>
    </dgm:pt>
    <dgm:pt modelId="{DC263547-5CDE-402A-A002-2DD3BEC565EC}" type="parTrans" cxnId="{218C3549-8C15-4990-A6F8-20B89337676B}">
      <dgm:prSet/>
      <dgm:spPr/>
      <dgm:t>
        <a:bodyPr/>
        <a:lstStyle/>
        <a:p>
          <a:endParaRPr lang="en-US"/>
        </a:p>
      </dgm:t>
    </dgm:pt>
    <dgm:pt modelId="{02605E55-3AC0-44B1-AD05-CBE0EB73A72E}" type="sibTrans" cxnId="{218C3549-8C15-4990-A6F8-20B89337676B}">
      <dgm:prSet/>
      <dgm:spPr/>
      <dgm:t>
        <a:bodyPr/>
        <a:lstStyle/>
        <a:p>
          <a:endParaRPr lang="en-US"/>
        </a:p>
      </dgm:t>
    </dgm:pt>
    <dgm:pt modelId="{746EC638-DC9C-41C6-86FB-7F2128EC2291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 (a) </a:t>
          </a:r>
          <a:r>
            <a:rPr lang="en-IN" sz="2800" b="1" dirty="0">
              <a:solidFill>
                <a:srgbClr val="C00000"/>
              </a:solidFill>
            </a:rPr>
            <a:t>Along the northern frontier/ (b) of India (=there)</a:t>
          </a:r>
          <a:r>
            <a:rPr lang="en-IN" sz="2800" b="1" strike="sngStrike" dirty="0">
              <a:solidFill>
                <a:srgbClr val="C00000"/>
              </a:solidFill>
            </a:rPr>
            <a:t> is </a:t>
          </a:r>
          <a:r>
            <a:rPr lang="en-IN" sz="2800" b="1" strike="noStrike" dirty="0">
              <a:solidFill>
                <a:srgbClr val="C00000"/>
              </a:solidFill>
            </a:rPr>
            <a:t> are </a:t>
          </a:r>
          <a:r>
            <a:rPr lang="en-IN" sz="2800" b="1" dirty="0">
              <a:solidFill>
                <a:schemeClr val="tx1"/>
              </a:solidFill>
            </a:rPr>
            <a:t>seen/ (c) the beautiful and mighty Himalayas./ (d) No error</a:t>
          </a:r>
          <a:r>
            <a:rPr lang="en-IN" sz="2800" b="1" dirty="0">
              <a:solidFill>
                <a:srgbClr val="C00000"/>
              </a:solidFill>
            </a:rPr>
            <a:t>(subject after the verb)</a:t>
          </a:r>
        </a:p>
      </dgm:t>
    </dgm:pt>
    <dgm:pt modelId="{CA59C747-9E60-4A5B-B7AC-81E58BDD7A4B}" type="parTrans" cxnId="{3251B5D9-75DB-41E5-9190-AFA53939692D}">
      <dgm:prSet/>
      <dgm:spPr/>
      <dgm:t>
        <a:bodyPr/>
        <a:lstStyle/>
        <a:p>
          <a:endParaRPr lang="en-US"/>
        </a:p>
      </dgm:t>
    </dgm:pt>
    <dgm:pt modelId="{D4A12232-A5D2-4CE2-999E-C6AAADACF6A9}" type="sibTrans" cxnId="{3251B5D9-75DB-41E5-9190-AFA53939692D}">
      <dgm:prSet/>
      <dgm:spPr/>
      <dgm:t>
        <a:bodyPr/>
        <a:lstStyle/>
        <a:p>
          <a:endParaRPr lang="en-US"/>
        </a:p>
      </dgm:t>
    </dgm:pt>
    <dgm:pt modelId="{0A5995E2-38B8-491F-8426-EE81DB36E102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 (a) </a:t>
          </a:r>
          <a:r>
            <a:rPr lang="en-IN" sz="2800" b="1" dirty="0">
              <a:solidFill>
                <a:srgbClr val="C00000"/>
              </a:solidFill>
            </a:rPr>
            <a:t>A body </a:t>
          </a:r>
          <a:r>
            <a:rPr lang="en-IN" sz="2800" b="1" dirty="0">
              <a:solidFill>
                <a:schemeClr val="tx1"/>
              </a:solidFill>
            </a:rPr>
            <a:t>of volunteers/ (b) </a:t>
          </a:r>
          <a:r>
            <a:rPr lang="en-IN" sz="2800" b="1" strike="sngStrike" dirty="0">
              <a:solidFill>
                <a:srgbClr val="C00000"/>
              </a:solidFill>
            </a:rPr>
            <a:t>have</a:t>
          </a:r>
          <a:r>
            <a:rPr lang="en-IN" sz="2800" b="1" dirty="0">
              <a:solidFill>
                <a:schemeClr val="tx1"/>
              </a:solidFill>
            </a:rPr>
            <a:t> </a:t>
          </a:r>
          <a:r>
            <a:rPr lang="en-IN" sz="2800" b="1" dirty="0">
              <a:solidFill>
                <a:srgbClr val="C00000"/>
              </a:solidFill>
            </a:rPr>
            <a:t>has</a:t>
          </a:r>
          <a:r>
            <a:rPr lang="en-IN" sz="2800" b="1" dirty="0">
              <a:solidFill>
                <a:schemeClr val="tx1"/>
              </a:solidFill>
            </a:rPr>
            <a:t> helped in/ (c) making this celebration a great success/ (d) No error</a:t>
          </a:r>
        </a:p>
      </dgm:t>
    </dgm:pt>
    <dgm:pt modelId="{E189A87B-EBF0-435F-BC94-84BA501CEB63}" type="parTrans" cxnId="{82B6C096-DB4B-4C38-9B51-A152B8DF1BE5}">
      <dgm:prSet/>
      <dgm:spPr/>
      <dgm:t>
        <a:bodyPr/>
        <a:lstStyle/>
        <a:p>
          <a:endParaRPr lang="en-US"/>
        </a:p>
      </dgm:t>
    </dgm:pt>
    <dgm:pt modelId="{3432807A-5771-4F5F-8C85-EE4EA67C0909}" type="sibTrans" cxnId="{82B6C096-DB4B-4C38-9B51-A152B8DF1BE5}">
      <dgm:prSet/>
      <dgm:spPr/>
      <dgm:t>
        <a:bodyPr/>
        <a:lstStyle/>
        <a:p>
          <a:endParaRPr lang="en-US"/>
        </a:p>
      </dgm:t>
    </dgm:pt>
    <dgm:pt modelId="{08A3988E-0DEC-4B7E-9865-DD45235441CF}" type="pres">
      <dgm:prSet presAssocID="{5369E439-6D50-47DE-A77B-2FB3ECDE8843}" presName="linear" presStyleCnt="0">
        <dgm:presLayoutVars>
          <dgm:dir/>
          <dgm:animLvl val="lvl"/>
          <dgm:resizeHandles val="exact"/>
        </dgm:presLayoutVars>
      </dgm:prSet>
      <dgm:spPr/>
    </dgm:pt>
    <dgm:pt modelId="{B674AB06-3248-48A7-8C17-B4341663A3FF}" type="pres">
      <dgm:prSet presAssocID="{3C7C3F1D-5A3F-421A-8BA1-3DF74F24581F}" presName="parentLin" presStyleCnt="0"/>
      <dgm:spPr/>
    </dgm:pt>
    <dgm:pt modelId="{403714BD-7B10-4D7D-9E5D-2EB210C43763}" type="pres">
      <dgm:prSet presAssocID="{3C7C3F1D-5A3F-421A-8BA1-3DF74F24581F}" presName="parentLeftMargin" presStyleLbl="node1" presStyleIdx="0" presStyleCnt="4"/>
      <dgm:spPr/>
    </dgm:pt>
    <dgm:pt modelId="{138D2928-A915-48A5-9F9F-92B44160CCCC}" type="pres">
      <dgm:prSet presAssocID="{3C7C3F1D-5A3F-421A-8BA1-3DF74F24581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CEF6CB5-4539-4D5E-97BA-458CA4322363}" type="pres">
      <dgm:prSet presAssocID="{3C7C3F1D-5A3F-421A-8BA1-3DF74F24581F}" presName="negativeSpace" presStyleCnt="0"/>
      <dgm:spPr/>
    </dgm:pt>
    <dgm:pt modelId="{628C3E6C-1A08-47B6-BDCA-362C2B416352}" type="pres">
      <dgm:prSet presAssocID="{3C7C3F1D-5A3F-421A-8BA1-3DF74F24581F}" presName="childText" presStyleLbl="conFgAcc1" presStyleIdx="0" presStyleCnt="4">
        <dgm:presLayoutVars>
          <dgm:bulletEnabled val="1"/>
        </dgm:presLayoutVars>
      </dgm:prSet>
      <dgm:spPr/>
    </dgm:pt>
    <dgm:pt modelId="{D961DBB8-9A03-4F04-91D4-F29C67896305}" type="pres">
      <dgm:prSet presAssocID="{5A6FB3E4-D282-49A5-914E-629B0C998488}" presName="spaceBetweenRectangles" presStyleCnt="0"/>
      <dgm:spPr/>
    </dgm:pt>
    <dgm:pt modelId="{56A39270-6901-4675-9299-8C2D1C8FA2AA}" type="pres">
      <dgm:prSet presAssocID="{4F2D0A22-9591-4473-A656-B08E07CED04B}" presName="parentLin" presStyleCnt="0"/>
      <dgm:spPr/>
    </dgm:pt>
    <dgm:pt modelId="{F3624393-4EA3-4022-9E30-872BF7338617}" type="pres">
      <dgm:prSet presAssocID="{4F2D0A22-9591-4473-A656-B08E07CED04B}" presName="parentLeftMargin" presStyleLbl="node1" presStyleIdx="0" presStyleCnt="4"/>
      <dgm:spPr/>
    </dgm:pt>
    <dgm:pt modelId="{475E2B46-2DF6-4849-B2DD-E05110909DA1}" type="pres">
      <dgm:prSet presAssocID="{4F2D0A22-9591-4473-A656-B08E07CED04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A4C8AB6-CC9A-492F-91C6-F5DD2C510C2B}" type="pres">
      <dgm:prSet presAssocID="{4F2D0A22-9591-4473-A656-B08E07CED04B}" presName="negativeSpace" presStyleCnt="0"/>
      <dgm:spPr/>
    </dgm:pt>
    <dgm:pt modelId="{6507F95B-BE60-413B-9E72-3BDD25A05FFD}" type="pres">
      <dgm:prSet presAssocID="{4F2D0A22-9591-4473-A656-B08E07CED04B}" presName="childText" presStyleLbl="conFgAcc1" presStyleIdx="1" presStyleCnt="4">
        <dgm:presLayoutVars>
          <dgm:bulletEnabled val="1"/>
        </dgm:presLayoutVars>
      </dgm:prSet>
      <dgm:spPr/>
    </dgm:pt>
    <dgm:pt modelId="{178817AA-4C86-4F11-8603-8ED0217EB31C}" type="pres">
      <dgm:prSet presAssocID="{02605E55-3AC0-44B1-AD05-CBE0EB73A72E}" presName="spaceBetweenRectangles" presStyleCnt="0"/>
      <dgm:spPr/>
    </dgm:pt>
    <dgm:pt modelId="{E1C7B4BB-40A3-4965-BA42-49DA7E7C8688}" type="pres">
      <dgm:prSet presAssocID="{746EC638-DC9C-41C6-86FB-7F2128EC2291}" presName="parentLin" presStyleCnt="0"/>
      <dgm:spPr/>
    </dgm:pt>
    <dgm:pt modelId="{2BE969FA-B49A-4465-8451-33568B84146D}" type="pres">
      <dgm:prSet presAssocID="{746EC638-DC9C-41C6-86FB-7F2128EC2291}" presName="parentLeftMargin" presStyleLbl="node1" presStyleIdx="1" presStyleCnt="4"/>
      <dgm:spPr/>
    </dgm:pt>
    <dgm:pt modelId="{3B23997D-A66C-4978-AACD-0AFFBA0C50A7}" type="pres">
      <dgm:prSet presAssocID="{746EC638-DC9C-41C6-86FB-7F2128EC229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AFB873A-8B3B-4CEE-951B-A615C2579F7A}" type="pres">
      <dgm:prSet presAssocID="{746EC638-DC9C-41C6-86FB-7F2128EC2291}" presName="negativeSpace" presStyleCnt="0"/>
      <dgm:spPr/>
    </dgm:pt>
    <dgm:pt modelId="{29FD863B-1D4E-41D8-903A-68AF5DE75B01}" type="pres">
      <dgm:prSet presAssocID="{746EC638-DC9C-41C6-86FB-7F2128EC2291}" presName="childText" presStyleLbl="conFgAcc1" presStyleIdx="2" presStyleCnt="4">
        <dgm:presLayoutVars>
          <dgm:bulletEnabled val="1"/>
        </dgm:presLayoutVars>
      </dgm:prSet>
      <dgm:spPr/>
    </dgm:pt>
    <dgm:pt modelId="{4591E6E1-476B-4FA8-AFE3-B42AA07E60CF}" type="pres">
      <dgm:prSet presAssocID="{D4A12232-A5D2-4CE2-999E-C6AAADACF6A9}" presName="spaceBetweenRectangles" presStyleCnt="0"/>
      <dgm:spPr/>
    </dgm:pt>
    <dgm:pt modelId="{05D2BA26-D596-4636-A712-8AB68374CBE2}" type="pres">
      <dgm:prSet presAssocID="{0A5995E2-38B8-491F-8426-EE81DB36E102}" presName="parentLin" presStyleCnt="0"/>
      <dgm:spPr/>
    </dgm:pt>
    <dgm:pt modelId="{0E8DCA1E-5F9E-4637-BD6F-5B8F01C2A828}" type="pres">
      <dgm:prSet presAssocID="{0A5995E2-38B8-491F-8426-EE81DB36E102}" presName="parentLeftMargin" presStyleLbl="node1" presStyleIdx="2" presStyleCnt="4"/>
      <dgm:spPr/>
    </dgm:pt>
    <dgm:pt modelId="{EDA4A0C6-5994-4BD4-BB0D-ADFD7D7360E3}" type="pres">
      <dgm:prSet presAssocID="{0A5995E2-38B8-491F-8426-EE81DB36E10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153CE3A-43B6-4D38-8A22-18B15C10D584}" type="pres">
      <dgm:prSet presAssocID="{0A5995E2-38B8-491F-8426-EE81DB36E102}" presName="negativeSpace" presStyleCnt="0"/>
      <dgm:spPr/>
    </dgm:pt>
    <dgm:pt modelId="{7A93FCF5-EFD6-45B0-9176-A538599F4AEC}" type="pres">
      <dgm:prSet presAssocID="{0A5995E2-38B8-491F-8426-EE81DB36E10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A14E904-FBA3-4046-BD1B-80F8D83F8C05}" type="presOf" srcId="{0A5995E2-38B8-491F-8426-EE81DB36E102}" destId="{EDA4A0C6-5994-4BD4-BB0D-ADFD7D7360E3}" srcOrd="1" destOrd="0" presId="urn:microsoft.com/office/officeart/2005/8/layout/list1"/>
    <dgm:cxn modelId="{3A33AB32-1D6A-494F-A9E9-BDEBDC1C11F3}" type="presOf" srcId="{3C7C3F1D-5A3F-421A-8BA1-3DF74F24581F}" destId="{403714BD-7B10-4D7D-9E5D-2EB210C43763}" srcOrd="0" destOrd="0" presId="urn:microsoft.com/office/officeart/2005/8/layout/list1"/>
    <dgm:cxn modelId="{FC988265-583A-4754-AD28-3EBA7EAEE2C1}" srcId="{5369E439-6D50-47DE-A77B-2FB3ECDE8843}" destId="{3C7C3F1D-5A3F-421A-8BA1-3DF74F24581F}" srcOrd="0" destOrd="0" parTransId="{16249574-2270-4C3D-A17C-334353C67DF3}" sibTransId="{5A6FB3E4-D282-49A5-914E-629B0C998488}"/>
    <dgm:cxn modelId="{218C3549-8C15-4990-A6F8-20B89337676B}" srcId="{5369E439-6D50-47DE-A77B-2FB3ECDE8843}" destId="{4F2D0A22-9591-4473-A656-B08E07CED04B}" srcOrd="1" destOrd="0" parTransId="{DC263547-5CDE-402A-A002-2DD3BEC565EC}" sibTransId="{02605E55-3AC0-44B1-AD05-CBE0EB73A72E}"/>
    <dgm:cxn modelId="{999D7076-2BC4-4F30-A673-CF99B0BE522C}" type="presOf" srcId="{3C7C3F1D-5A3F-421A-8BA1-3DF74F24581F}" destId="{138D2928-A915-48A5-9F9F-92B44160CCCC}" srcOrd="1" destOrd="0" presId="urn:microsoft.com/office/officeart/2005/8/layout/list1"/>
    <dgm:cxn modelId="{82B6C096-DB4B-4C38-9B51-A152B8DF1BE5}" srcId="{5369E439-6D50-47DE-A77B-2FB3ECDE8843}" destId="{0A5995E2-38B8-491F-8426-EE81DB36E102}" srcOrd="3" destOrd="0" parTransId="{E189A87B-EBF0-435F-BC94-84BA501CEB63}" sibTransId="{3432807A-5771-4F5F-8C85-EE4EA67C0909}"/>
    <dgm:cxn modelId="{BD9CC698-5A4D-40BA-AB29-A4637A212F70}" type="presOf" srcId="{5369E439-6D50-47DE-A77B-2FB3ECDE8843}" destId="{08A3988E-0DEC-4B7E-9865-DD45235441CF}" srcOrd="0" destOrd="0" presId="urn:microsoft.com/office/officeart/2005/8/layout/list1"/>
    <dgm:cxn modelId="{BA4E599C-EEAC-4CAA-81BD-F9090BA86E96}" type="presOf" srcId="{0A5995E2-38B8-491F-8426-EE81DB36E102}" destId="{0E8DCA1E-5F9E-4637-BD6F-5B8F01C2A828}" srcOrd="0" destOrd="0" presId="urn:microsoft.com/office/officeart/2005/8/layout/list1"/>
    <dgm:cxn modelId="{3D67AFB2-66EC-4ECF-AC52-78DFCB975F0E}" type="presOf" srcId="{4F2D0A22-9591-4473-A656-B08E07CED04B}" destId="{475E2B46-2DF6-4849-B2DD-E05110909DA1}" srcOrd="1" destOrd="0" presId="urn:microsoft.com/office/officeart/2005/8/layout/list1"/>
    <dgm:cxn modelId="{E8022DCC-17A2-4FB6-B806-9F39AD61D938}" type="presOf" srcId="{746EC638-DC9C-41C6-86FB-7F2128EC2291}" destId="{2BE969FA-B49A-4465-8451-33568B84146D}" srcOrd="0" destOrd="0" presId="urn:microsoft.com/office/officeart/2005/8/layout/list1"/>
    <dgm:cxn modelId="{3D3D66CD-72FF-4101-82B3-6C11E41A35F8}" type="presOf" srcId="{746EC638-DC9C-41C6-86FB-7F2128EC2291}" destId="{3B23997D-A66C-4978-AACD-0AFFBA0C50A7}" srcOrd="1" destOrd="0" presId="urn:microsoft.com/office/officeart/2005/8/layout/list1"/>
    <dgm:cxn modelId="{3251B5D9-75DB-41E5-9190-AFA53939692D}" srcId="{5369E439-6D50-47DE-A77B-2FB3ECDE8843}" destId="{746EC638-DC9C-41C6-86FB-7F2128EC2291}" srcOrd="2" destOrd="0" parTransId="{CA59C747-9E60-4A5B-B7AC-81E58BDD7A4B}" sibTransId="{D4A12232-A5D2-4CE2-999E-C6AAADACF6A9}"/>
    <dgm:cxn modelId="{095708E0-035A-46BD-8C7B-71A4C4AF685E}" type="presOf" srcId="{4F2D0A22-9591-4473-A656-B08E07CED04B}" destId="{F3624393-4EA3-4022-9E30-872BF7338617}" srcOrd="0" destOrd="0" presId="urn:microsoft.com/office/officeart/2005/8/layout/list1"/>
    <dgm:cxn modelId="{F85DF0C6-5549-411F-B0FE-D0C0BD738025}" type="presParOf" srcId="{08A3988E-0DEC-4B7E-9865-DD45235441CF}" destId="{B674AB06-3248-48A7-8C17-B4341663A3FF}" srcOrd="0" destOrd="0" presId="urn:microsoft.com/office/officeart/2005/8/layout/list1"/>
    <dgm:cxn modelId="{6E7170C9-CD9D-4BF1-9A34-F50A319B862E}" type="presParOf" srcId="{B674AB06-3248-48A7-8C17-B4341663A3FF}" destId="{403714BD-7B10-4D7D-9E5D-2EB210C43763}" srcOrd="0" destOrd="0" presId="urn:microsoft.com/office/officeart/2005/8/layout/list1"/>
    <dgm:cxn modelId="{4BAB0B1C-4116-4104-9D5E-D0622F1BAA95}" type="presParOf" srcId="{B674AB06-3248-48A7-8C17-B4341663A3FF}" destId="{138D2928-A915-48A5-9F9F-92B44160CCCC}" srcOrd="1" destOrd="0" presId="urn:microsoft.com/office/officeart/2005/8/layout/list1"/>
    <dgm:cxn modelId="{1ADB4A61-48C5-4297-AC7C-C84996AFF755}" type="presParOf" srcId="{08A3988E-0DEC-4B7E-9865-DD45235441CF}" destId="{ACEF6CB5-4539-4D5E-97BA-458CA4322363}" srcOrd="1" destOrd="0" presId="urn:microsoft.com/office/officeart/2005/8/layout/list1"/>
    <dgm:cxn modelId="{F3CEE641-B0CD-413F-9F8B-6ADA6DB93A5B}" type="presParOf" srcId="{08A3988E-0DEC-4B7E-9865-DD45235441CF}" destId="{628C3E6C-1A08-47B6-BDCA-362C2B416352}" srcOrd="2" destOrd="0" presId="urn:microsoft.com/office/officeart/2005/8/layout/list1"/>
    <dgm:cxn modelId="{DD1E8B1A-5800-4A63-B432-E23657CFABC8}" type="presParOf" srcId="{08A3988E-0DEC-4B7E-9865-DD45235441CF}" destId="{D961DBB8-9A03-4F04-91D4-F29C67896305}" srcOrd="3" destOrd="0" presId="urn:microsoft.com/office/officeart/2005/8/layout/list1"/>
    <dgm:cxn modelId="{6720AC3C-94BF-4476-A682-ED7518548A69}" type="presParOf" srcId="{08A3988E-0DEC-4B7E-9865-DD45235441CF}" destId="{56A39270-6901-4675-9299-8C2D1C8FA2AA}" srcOrd="4" destOrd="0" presId="urn:microsoft.com/office/officeart/2005/8/layout/list1"/>
    <dgm:cxn modelId="{AC48C146-0B16-4D5A-8937-A4E01CE22232}" type="presParOf" srcId="{56A39270-6901-4675-9299-8C2D1C8FA2AA}" destId="{F3624393-4EA3-4022-9E30-872BF7338617}" srcOrd="0" destOrd="0" presId="urn:microsoft.com/office/officeart/2005/8/layout/list1"/>
    <dgm:cxn modelId="{68969E06-5E50-417A-90F7-B508146F3CB0}" type="presParOf" srcId="{56A39270-6901-4675-9299-8C2D1C8FA2AA}" destId="{475E2B46-2DF6-4849-B2DD-E05110909DA1}" srcOrd="1" destOrd="0" presId="urn:microsoft.com/office/officeart/2005/8/layout/list1"/>
    <dgm:cxn modelId="{F1044805-4E18-4DA9-8842-307EFBD825C4}" type="presParOf" srcId="{08A3988E-0DEC-4B7E-9865-DD45235441CF}" destId="{9A4C8AB6-CC9A-492F-91C6-F5DD2C510C2B}" srcOrd="5" destOrd="0" presId="urn:microsoft.com/office/officeart/2005/8/layout/list1"/>
    <dgm:cxn modelId="{D9DDA5AC-A8F9-4D09-94F7-90D0D19F50CC}" type="presParOf" srcId="{08A3988E-0DEC-4B7E-9865-DD45235441CF}" destId="{6507F95B-BE60-413B-9E72-3BDD25A05FFD}" srcOrd="6" destOrd="0" presId="urn:microsoft.com/office/officeart/2005/8/layout/list1"/>
    <dgm:cxn modelId="{BCDB460E-865D-4232-9954-8318B44DC998}" type="presParOf" srcId="{08A3988E-0DEC-4B7E-9865-DD45235441CF}" destId="{178817AA-4C86-4F11-8603-8ED0217EB31C}" srcOrd="7" destOrd="0" presId="urn:microsoft.com/office/officeart/2005/8/layout/list1"/>
    <dgm:cxn modelId="{3DF81262-511C-4F78-B44E-02AD1020F10F}" type="presParOf" srcId="{08A3988E-0DEC-4B7E-9865-DD45235441CF}" destId="{E1C7B4BB-40A3-4965-BA42-49DA7E7C8688}" srcOrd="8" destOrd="0" presId="urn:microsoft.com/office/officeart/2005/8/layout/list1"/>
    <dgm:cxn modelId="{20A2006F-587A-4324-81AD-28ABD242B94F}" type="presParOf" srcId="{E1C7B4BB-40A3-4965-BA42-49DA7E7C8688}" destId="{2BE969FA-B49A-4465-8451-33568B84146D}" srcOrd="0" destOrd="0" presId="urn:microsoft.com/office/officeart/2005/8/layout/list1"/>
    <dgm:cxn modelId="{511CADDB-75CA-434B-A8F3-499313B31F50}" type="presParOf" srcId="{E1C7B4BB-40A3-4965-BA42-49DA7E7C8688}" destId="{3B23997D-A66C-4978-AACD-0AFFBA0C50A7}" srcOrd="1" destOrd="0" presId="urn:microsoft.com/office/officeart/2005/8/layout/list1"/>
    <dgm:cxn modelId="{1044FC12-7DB5-4984-B5F4-F9083266884D}" type="presParOf" srcId="{08A3988E-0DEC-4B7E-9865-DD45235441CF}" destId="{2AFB873A-8B3B-4CEE-951B-A615C2579F7A}" srcOrd="9" destOrd="0" presId="urn:microsoft.com/office/officeart/2005/8/layout/list1"/>
    <dgm:cxn modelId="{37AA6D14-86F3-4BF1-9068-889E3AA8BA8E}" type="presParOf" srcId="{08A3988E-0DEC-4B7E-9865-DD45235441CF}" destId="{29FD863B-1D4E-41D8-903A-68AF5DE75B01}" srcOrd="10" destOrd="0" presId="urn:microsoft.com/office/officeart/2005/8/layout/list1"/>
    <dgm:cxn modelId="{2924EA10-C78F-4BAC-A12C-E4ED520D0A84}" type="presParOf" srcId="{08A3988E-0DEC-4B7E-9865-DD45235441CF}" destId="{4591E6E1-476B-4FA8-AFE3-B42AA07E60CF}" srcOrd="11" destOrd="0" presId="urn:microsoft.com/office/officeart/2005/8/layout/list1"/>
    <dgm:cxn modelId="{5A95E303-F2EA-4128-849B-04948B50DAA1}" type="presParOf" srcId="{08A3988E-0DEC-4B7E-9865-DD45235441CF}" destId="{05D2BA26-D596-4636-A712-8AB68374CBE2}" srcOrd="12" destOrd="0" presId="urn:microsoft.com/office/officeart/2005/8/layout/list1"/>
    <dgm:cxn modelId="{F7AE0791-FE4D-40CB-83AA-D6800C83CD35}" type="presParOf" srcId="{05D2BA26-D596-4636-A712-8AB68374CBE2}" destId="{0E8DCA1E-5F9E-4637-BD6F-5B8F01C2A828}" srcOrd="0" destOrd="0" presId="urn:microsoft.com/office/officeart/2005/8/layout/list1"/>
    <dgm:cxn modelId="{529F636F-F92D-484B-8A33-A20075E09982}" type="presParOf" srcId="{05D2BA26-D596-4636-A712-8AB68374CBE2}" destId="{EDA4A0C6-5994-4BD4-BB0D-ADFD7D7360E3}" srcOrd="1" destOrd="0" presId="urn:microsoft.com/office/officeart/2005/8/layout/list1"/>
    <dgm:cxn modelId="{6D47E0D5-9B80-4484-BBBA-D13F0A9230BF}" type="presParOf" srcId="{08A3988E-0DEC-4B7E-9865-DD45235441CF}" destId="{2153CE3A-43B6-4D38-8A22-18B15C10D584}" srcOrd="13" destOrd="0" presId="urn:microsoft.com/office/officeart/2005/8/layout/list1"/>
    <dgm:cxn modelId="{766CB5EF-96B1-4588-A4BB-0B4774010A68}" type="presParOf" srcId="{08A3988E-0DEC-4B7E-9865-DD45235441CF}" destId="{7A93FCF5-EFD6-45B0-9176-A538599F4AEC}" srcOrd="14" destOrd="0" presId="urn:microsoft.com/office/officeart/2005/8/layout/list1"/>
  </dgm:cxnLst>
  <dgm:bg>
    <a:solidFill>
      <a:schemeClr val="accent3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F3F4963D-D717-4083-846B-1B4D300C160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A9E9E7-B0E6-431C-9EDA-8BDCE4D9E704}">
      <dgm:prSet phldrT="[Text]"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186. (a) There appears/ (b) a number of problems/ (c) and I really do not know how to solve them. (d) No error</a:t>
          </a:r>
          <a:endParaRPr lang="en-US" sz="2800" b="1" dirty="0">
            <a:solidFill>
              <a:schemeClr val="tx1"/>
            </a:solidFill>
          </a:endParaRPr>
        </a:p>
      </dgm:t>
    </dgm:pt>
    <dgm:pt modelId="{1948BEC3-2012-4D17-9913-E71AD2C79381}" type="parTrans" cxnId="{57ACA82D-73DC-4392-A5EB-D5FB6876BE8F}">
      <dgm:prSet/>
      <dgm:spPr/>
      <dgm:t>
        <a:bodyPr/>
        <a:lstStyle/>
        <a:p>
          <a:endParaRPr lang="en-US"/>
        </a:p>
      </dgm:t>
    </dgm:pt>
    <dgm:pt modelId="{E43B5019-0BE9-4E57-9C29-7685834CF8B8}" type="sibTrans" cxnId="{57ACA82D-73DC-4392-A5EB-D5FB6876BE8F}">
      <dgm:prSet/>
      <dgm:spPr/>
      <dgm:t>
        <a:bodyPr/>
        <a:lstStyle/>
        <a:p>
          <a:endParaRPr lang="en-US"/>
        </a:p>
      </dgm:t>
    </dgm:pt>
    <dgm:pt modelId="{C5F6E96D-6B15-4DE1-9D47-7C5569BFD5A8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189. (a) Shingles are a disease/ (b) in which a person develops/ (c) lots of inflamed spots round the waist./ (d) No error</a:t>
          </a:r>
        </a:p>
      </dgm:t>
    </dgm:pt>
    <dgm:pt modelId="{2A83B8E5-8D6C-4292-BEE8-4CE53206C843}" type="parTrans" cxnId="{AF566A91-86A6-4A3E-A7AA-8C0210775E03}">
      <dgm:prSet/>
      <dgm:spPr/>
      <dgm:t>
        <a:bodyPr/>
        <a:lstStyle/>
        <a:p>
          <a:endParaRPr lang="en-US"/>
        </a:p>
      </dgm:t>
    </dgm:pt>
    <dgm:pt modelId="{13A7E41C-9DAD-4209-9F1B-930D33251FF4}" type="sibTrans" cxnId="{AF566A91-86A6-4A3E-A7AA-8C0210775E03}">
      <dgm:prSet/>
      <dgm:spPr/>
      <dgm:t>
        <a:bodyPr/>
        <a:lstStyle/>
        <a:p>
          <a:endParaRPr lang="en-US"/>
        </a:p>
      </dgm:t>
    </dgm:pt>
    <dgm:pt modelId="{20E6F6D6-BDDC-4FEC-B7BE-D9486F896287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190. (a) Whether she should get married/ (b) or whether she should remain/ (c) single are her personal problem./ (d) No error</a:t>
          </a:r>
        </a:p>
      </dgm:t>
    </dgm:pt>
    <dgm:pt modelId="{56A79B81-BAFA-408B-8E33-9D924FC53CA8}" type="parTrans" cxnId="{096425CA-6789-4C60-8916-69A41982E26E}">
      <dgm:prSet/>
      <dgm:spPr/>
      <dgm:t>
        <a:bodyPr/>
        <a:lstStyle/>
        <a:p>
          <a:endParaRPr lang="en-US"/>
        </a:p>
      </dgm:t>
    </dgm:pt>
    <dgm:pt modelId="{1C47B97F-C1CC-4F99-BFF5-7C33C65EFF16}" type="sibTrans" cxnId="{096425CA-6789-4C60-8916-69A41982E26E}">
      <dgm:prSet/>
      <dgm:spPr/>
      <dgm:t>
        <a:bodyPr/>
        <a:lstStyle/>
        <a:p>
          <a:endParaRPr lang="en-US"/>
        </a:p>
      </dgm:t>
    </dgm:pt>
    <dgm:pt modelId="{056AA478-4160-46D4-AAD3-F180B4F52998}" type="pres">
      <dgm:prSet presAssocID="{F3F4963D-D717-4083-846B-1B4D300C1600}" presName="linear" presStyleCnt="0">
        <dgm:presLayoutVars>
          <dgm:dir/>
          <dgm:animLvl val="lvl"/>
          <dgm:resizeHandles val="exact"/>
        </dgm:presLayoutVars>
      </dgm:prSet>
      <dgm:spPr/>
    </dgm:pt>
    <dgm:pt modelId="{CAD19549-DBC8-4E85-8C4E-5432456A4F89}" type="pres">
      <dgm:prSet presAssocID="{65A9E9E7-B0E6-431C-9EDA-8BDCE4D9E704}" presName="parentLin" presStyleCnt="0"/>
      <dgm:spPr/>
    </dgm:pt>
    <dgm:pt modelId="{B0BA6EC6-F3B4-4D7A-BC5D-337282D97A88}" type="pres">
      <dgm:prSet presAssocID="{65A9E9E7-B0E6-431C-9EDA-8BDCE4D9E704}" presName="parentLeftMargin" presStyleLbl="node1" presStyleIdx="0" presStyleCnt="3"/>
      <dgm:spPr/>
    </dgm:pt>
    <dgm:pt modelId="{29853373-87B0-425A-B3C1-F9352864BD8C}" type="pres">
      <dgm:prSet presAssocID="{65A9E9E7-B0E6-431C-9EDA-8BDCE4D9E70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48215EE-7103-4600-BB6C-54E7834A8F09}" type="pres">
      <dgm:prSet presAssocID="{65A9E9E7-B0E6-431C-9EDA-8BDCE4D9E704}" presName="negativeSpace" presStyleCnt="0"/>
      <dgm:spPr/>
    </dgm:pt>
    <dgm:pt modelId="{8E125D7C-85D4-40AA-88FC-7B42240B40AB}" type="pres">
      <dgm:prSet presAssocID="{65A9E9E7-B0E6-431C-9EDA-8BDCE4D9E704}" presName="childText" presStyleLbl="conFgAcc1" presStyleIdx="0" presStyleCnt="3">
        <dgm:presLayoutVars>
          <dgm:bulletEnabled val="1"/>
        </dgm:presLayoutVars>
      </dgm:prSet>
      <dgm:spPr/>
    </dgm:pt>
    <dgm:pt modelId="{C697436D-9BC2-4FB9-B671-E055190742BF}" type="pres">
      <dgm:prSet presAssocID="{E43B5019-0BE9-4E57-9C29-7685834CF8B8}" presName="spaceBetweenRectangles" presStyleCnt="0"/>
      <dgm:spPr/>
    </dgm:pt>
    <dgm:pt modelId="{027653D4-4392-4ACD-84AB-C3BCAA7725DB}" type="pres">
      <dgm:prSet presAssocID="{C5F6E96D-6B15-4DE1-9D47-7C5569BFD5A8}" presName="parentLin" presStyleCnt="0"/>
      <dgm:spPr/>
    </dgm:pt>
    <dgm:pt modelId="{162A802A-8051-47E9-AC63-E250C7EBDAAC}" type="pres">
      <dgm:prSet presAssocID="{C5F6E96D-6B15-4DE1-9D47-7C5569BFD5A8}" presName="parentLeftMargin" presStyleLbl="node1" presStyleIdx="0" presStyleCnt="3"/>
      <dgm:spPr/>
    </dgm:pt>
    <dgm:pt modelId="{0287068B-03B9-4CC1-B0BD-EAFD15BF5966}" type="pres">
      <dgm:prSet presAssocID="{C5F6E96D-6B15-4DE1-9D47-7C5569BFD5A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5CEA8E6-586E-40BE-876F-A93A34EF4E1C}" type="pres">
      <dgm:prSet presAssocID="{C5F6E96D-6B15-4DE1-9D47-7C5569BFD5A8}" presName="negativeSpace" presStyleCnt="0"/>
      <dgm:spPr/>
    </dgm:pt>
    <dgm:pt modelId="{898E61FA-1912-4C58-89E4-5B6370FECE29}" type="pres">
      <dgm:prSet presAssocID="{C5F6E96D-6B15-4DE1-9D47-7C5569BFD5A8}" presName="childText" presStyleLbl="conFgAcc1" presStyleIdx="1" presStyleCnt="3">
        <dgm:presLayoutVars>
          <dgm:bulletEnabled val="1"/>
        </dgm:presLayoutVars>
      </dgm:prSet>
      <dgm:spPr/>
    </dgm:pt>
    <dgm:pt modelId="{B0A57607-8F5D-48F3-A10E-6A549A180D14}" type="pres">
      <dgm:prSet presAssocID="{13A7E41C-9DAD-4209-9F1B-930D33251FF4}" presName="spaceBetweenRectangles" presStyleCnt="0"/>
      <dgm:spPr/>
    </dgm:pt>
    <dgm:pt modelId="{53562089-06D1-4A3B-AB2F-46966E86BDF6}" type="pres">
      <dgm:prSet presAssocID="{20E6F6D6-BDDC-4FEC-B7BE-D9486F896287}" presName="parentLin" presStyleCnt="0"/>
      <dgm:spPr/>
    </dgm:pt>
    <dgm:pt modelId="{8EB93212-2BC2-4FE3-870E-FEC668344B87}" type="pres">
      <dgm:prSet presAssocID="{20E6F6D6-BDDC-4FEC-B7BE-D9486F896287}" presName="parentLeftMargin" presStyleLbl="node1" presStyleIdx="1" presStyleCnt="3"/>
      <dgm:spPr/>
    </dgm:pt>
    <dgm:pt modelId="{0129EF11-8544-45BF-929B-C1EE8E6F62D6}" type="pres">
      <dgm:prSet presAssocID="{20E6F6D6-BDDC-4FEC-B7BE-D9486F89628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8097011-D66E-45BA-9AE1-373780989A1A}" type="pres">
      <dgm:prSet presAssocID="{20E6F6D6-BDDC-4FEC-B7BE-D9486F896287}" presName="negativeSpace" presStyleCnt="0"/>
      <dgm:spPr/>
    </dgm:pt>
    <dgm:pt modelId="{426C803E-3817-4E79-94D9-7B7D5EDD9C34}" type="pres">
      <dgm:prSet presAssocID="{20E6F6D6-BDDC-4FEC-B7BE-D9486F89628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AA9E21E-BAD6-48A3-95C2-F130FD06D218}" type="presOf" srcId="{20E6F6D6-BDDC-4FEC-B7BE-D9486F896287}" destId="{0129EF11-8544-45BF-929B-C1EE8E6F62D6}" srcOrd="1" destOrd="0" presId="urn:microsoft.com/office/officeart/2005/8/layout/list1"/>
    <dgm:cxn modelId="{57ACA82D-73DC-4392-A5EB-D5FB6876BE8F}" srcId="{F3F4963D-D717-4083-846B-1B4D300C1600}" destId="{65A9E9E7-B0E6-431C-9EDA-8BDCE4D9E704}" srcOrd="0" destOrd="0" parTransId="{1948BEC3-2012-4D17-9913-E71AD2C79381}" sibTransId="{E43B5019-0BE9-4E57-9C29-7685834CF8B8}"/>
    <dgm:cxn modelId="{7B60AE4B-6FA1-4600-B379-AEC0A6643C01}" type="presOf" srcId="{65A9E9E7-B0E6-431C-9EDA-8BDCE4D9E704}" destId="{29853373-87B0-425A-B3C1-F9352864BD8C}" srcOrd="1" destOrd="0" presId="urn:microsoft.com/office/officeart/2005/8/layout/list1"/>
    <dgm:cxn modelId="{01DD626F-84B1-4DDD-B3A8-86FBEDFD8183}" type="presOf" srcId="{20E6F6D6-BDDC-4FEC-B7BE-D9486F896287}" destId="{8EB93212-2BC2-4FE3-870E-FEC668344B87}" srcOrd="0" destOrd="0" presId="urn:microsoft.com/office/officeart/2005/8/layout/list1"/>
    <dgm:cxn modelId="{EE255476-436B-442F-9C47-A2E1CB0CD676}" type="presOf" srcId="{C5F6E96D-6B15-4DE1-9D47-7C5569BFD5A8}" destId="{0287068B-03B9-4CC1-B0BD-EAFD15BF5966}" srcOrd="1" destOrd="0" presId="urn:microsoft.com/office/officeart/2005/8/layout/list1"/>
    <dgm:cxn modelId="{D8F0307B-F71E-4DA2-AD16-8207D47750A9}" type="presOf" srcId="{C5F6E96D-6B15-4DE1-9D47-7C5569BFD5A8}" destId="{162A802A-8051-47E9-AC63-E250C7EBDAAC}" srcOrd="0" destOrd="0" presId="urn:microsoft.com/office/officeart/2005/8/layout/list1"/>
    <dgm:cxn modelId="{AF566A91-86A6-4A3E-A7AA-8C0210775E03}" srcId="{F3F4963D-D717-4083-846B-1B4D300C1600}" destId="{C5F6E96D-6B15-4DE1-9D47-7C5569BFD5A8}" srcOrd="1" destOrd="0" parTransId="{2A83B8E5-8D6C-4292-BEE8-4CE53206C843}" sibTransId="{13A7E41C-9DAD-4209-9F1B-930D33251FF4}"/>
    <dgm:cxn modelId="{2B8CDFB0-5909-4813-9AF5-39AA6EBB5EA1}" type="presOf" srcId="{65A9E9E7-B0E6-431C-9EDA-8BDCE4D9E704}" destId="{B0BA6EC6-F3B4-4D7A-BC5D-337282D97A88}" srcOrd="0" destOrd="0" presId="urn:microsoft.com/office/officeart/2005/8/layout/list1"/>
    <dgm:cxn modelId="{096425CA-6789-4C60-8916-69A41982E26E}" srcId="{F3F4963D-D717-4083-846B-1B4D300C1600}" destId="{20E6F6D6-BDDC-4FEC-B7BE-D9486F896287}" srcOrd="2" destOrd="0" parTransId="{56A79B81-BAFA-408B-8E33-9D924FC53CA8}" sibTransId="{1C47B97F-C1CC-4F99-BFF5-7C33C65EFF16}"/>
    <dgm:cxn modelId="{4ADC7FCE-4C80-4B05-BAF4-DC525EC8EB4D}" type="presOf" srcId="{F3F4963D-D717-4083-846B-1B4D300C1600}" destId="{056AA478-4160-46D4-AAD3-F180B4F52998}" srcOrd="0" destOrd="0" presId="urn:microsoft.com/office/officeart/2005/8/layout/list1"/>
    <dgm:cxn modelId="{E03DA46D-2776-40F5-ABF7-9AE5A06DF60A}" type="presParOf" srcId="{056AA478-4160-46D4-AAD3-F180B4F52998}" destId="{CAD19549-DBC8-4E85-8C4E-5432456A4F89}" srcOrd="0" destOrd="0" presId="urn:microsoft.com/office/officeart/2005/8/layout/list1"/>
    <dgm:cxn modelId="{6462583F-3196-416D-8BE9-C761EDA6AC3D}" type="presParOf" srcId="{CAD19549-DBC8-4E85-8C4E-5432456A4F89}" destId="{B0BA6EC6-F3B4-4D7A-BC5D-337282D97A88}" srcOrd="0" destOrd="0" presId="urn:microsoft.com/office/officeart/2005/8/layout/list1"/>
    <dgm:cxn modelId="{A2A984FB-F838-43EF-9339-3B2922F8F76E}" type="presParOf" srcId="{CAD19549-DBC8-4E85-8C4E-5432456A4F89}" destId="{29853373-87B0-425A-B3C1-F9352864BD8C}" srcOrd="1" destOrd="0" presId="urn:microsoft.com/office/officeart/2005/8/layout/list1"/>
    <dgm:cxn modelId="{424C5554-F859-486E-847B-F7AD4C0D997E}" type="presParOf" srcId="{056AA478-4160-46D4-AAD3-F180B4F52998}" destId="{C48215EE-7103-4600-BB6C-54E7834A8F09}" srcOrd="1" destOrd="0" presId="urn:microsoft.com/office/officeart/2005/8/layout/list1"/>
    <dgm:cxn modelId="{A91DFC45-D1CE-44E0-ADC0-53E02481FECD}" type="presParOf" srcId="{056AA478-4160-46D4-AAD3-F180B4F52998}" destId="{8E125D7C-85D4-40AA-88FC-7B42240B40AB}" srcOrd="2" destOrd="0" presId="urn:microsoft.com/office/officeart/2005/8/layout/list1"/>
    <dgm:cxn modelId="{7C4F824D-F555-49BD-B0CE-957D91609CCF}" type="presParOf" srcId="{056AA478-4160-46D4-AAD3-F180B4F52998}" destId="{C697436D-9BC2-4FB9-B671-E055190742BF}" srcOrd="3" destOrd="0" presId="urn:microsoft.com/office/officeart/2005/8/layout/list1"/>
    <dgm:cxn modelId="{67238870-1681-4A25-B6BB-AB763286AB5B}" type="presParOf" srcId="{056AA478-4160-46D4-AAD3-F180B4F52998}" destId="{027653D4-4392-4ACD-84AB-C3BCAA7725DB}" srcOrd="4" destOrd="0" presId="urn:microsoft.com/office/officeart/2005/8/layout/list1"/>
    <dgm:cxn modelId="{DDFD9B77-A517-4A00-A3AF-13BD9B40AD91}" type="presParOf" srcId="{027653D4-4392-4ACD-84AB-C3BCAA7725DB}" destId="{162A802A-8051-47E9-AC63-E250C7EBDAAC}" srcOrd="0" destOrd="0" presId="urn:microsoft.com/office/officeart/2005/8/layout/list1"/>
    <dgm:cxn modelId="{7843C1AD-3635-4D9B-A69D-6772DA7D06CE}" type="presParOf" srcId="{027653D4-4392-4ACD-84AB-C3BCAA7725DB}" destId="{0287068B-03B9-4CC1-B0BD-EAFD15BF5966}" srcOrd="1" destOrd="0" presId="urn:microsoft.com/office/officeart/2005/8/layout/list1"/>
    <dgm:cxn modelId="{5F53E866-B918-4C02-8542-023E1256095F}" type="presParOf" srcId="{056AA478-4160-46D4-AAD3-F180B4F52998}" destId="{F5CEA8E6-586E-40BE-876F-A93A34EF4E1C}" srcOrd="5" destOrd="0" presId="urn:microsoft.com/office/officeart/2005/8/layout/list1"/>
    <dgm:cxn modelId="{6742901B-4949-4806-A24F-7A2277777C58}" type="presParOf" srcId="{056AA478-4160-46D4-AAD3-F180B4F52998}" destId="{898E61FA-1912-4C58-89E4-5B6370FECE29}" srcOrd="6" destOrd="0" presId="urn:microsoft.com/office/officeart/2005/8/layout/list1"/>
    <dgm:cxn modelId="{66A60AAB-60FF-4D74-9E55-F650F613DE64}" type="presParOf" srcId="{056AA478-4160-46D4-AAD3-F180B4F52998}" destId="{B0A57607-8F5D-48F3-A10E-6A549A180D14}" srcOrd="7" destOrd="0" presId="urn:microsoft.com/office/officeart/2005/8/layout/list1"/>
    <dgm:cxn modelId="{25DC0B53-0AD8-4EA9-ADDD-E9D163400CFD}" type="presParOf" srcId="{056AA478-4160-46D4-AAD3-F180B4F52998}" destId="{53562089-06D1-4A3B-AB2F-46966E86BDF6}" srcOrd="8" destOrd="0" presId="urn:microsoft.com/office/officeart/2005/8/layout/list1"/>
    <dgm:cxn modelId="{3F24E8B0-8AA3-46E1-9245-275A54063340}" type="presParOf" srcId="{53562089-06D1-4A3B-AB2F-46966E86BDF6}" destId="{8EB93212-2BC2-4FE3-870E-FEC668344B87}" srcOrd="0" destOrd="0" presId="urn:microsoft.com/office/officeart/2005/8/layout/list1"/>
    <dgm:cxn modelId="{6822FF3F-8EF6-4E3F-9639-B1BF2097DB12}" type="presParOf" srcId="{53562089-06D1-4A3B-AB2F-46966E86BDF6}" destId="{0129EF11-8544-45BF-929B-C1EE8E6F62D6}" srcOrd="1" destOrd="0" presId="urn:microsoft.com/office/officeart/2005/8/layout/list1"/>
    <dgm:cxn modelId="{AD975071-53F3-4B80-9245-796951710C5F}" type="presParOf" srcId="{056AA478-4160-46D4-AAD3-F180B4F52998}" destId="{E8097011-D66E-45BA-9AE1-373780989A1A}" srcOrd="9" destOrd="0" presId="urn:microsoft.com/office/officeart/2005/8/layout/list1"/>
    <dgm:cxn modelId="{2EC2F48D-9120-46B7-849D-67B0B064AB4D}" type="presParOf" srcId="{056AA478-4160-46D4-AAD3-F180B4F52998}" destId="{426C803E-3817-4E79-94D9-7B7D5EDD9C34}" srcOrd="10" destOrd="0" presId="urn:microsoft.com/office/officeart/2005/8/layout/list1"/>
  </dgm:cxnLst>
  <dgm:bg>
    <a:solidFill>
      <a:schemeClr val="accent5">
        <a:lumMod val="60000"/>
        <a:lumOff val="4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F3F4963D-D717-4083-846B-1B4D300C160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A9E9E7-B0E6-431C-9EDA-8BDCE4D9E704}">
      <dgm:prSet phldrT="[Text]"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 (a) There </a:t>
          </a:r>
          <a:r>
            <a:rPr lang="en-IN" sz="2800" b="1" dirty="0">
              <a:solidFill>
                <a:srgbClr val="C00000"/>
              </a:solidFill>
            </a:rPr>
            <a:t>appear</a:t>
          </a:r>
          <a:r>
            <a:rPr lang="en-IN" sz="2800" b="1" dirty="0">
              <a:solidFill>
                <a:schemeClr val="tx1"/>
              </a:solidFill>
            </a:rPr>
            <a:t> </a:t>
          </a:r>
          <a:r>
            <a:rPr lang="en-IN" sz="2800" b="1" strike="sngStrike" dirty="0">
              <a:solidFill>
                <a:srgbClr val="C00000"/>
              </a:solidFill>
            </a:rPr>
            <a:t>appears</a:t>
          </a:r>
          <a:r>
            <a:rPr lang="en-IN" sz="2800" b="1" dirty="0">
              <a:solidFill>
                <a:schemeClr val="tx1"/>
              </a:solidFill>
            </a:rPr>
            <a:t>/ (b) </a:t>
          </a:r>
          <a:r>
            <a:rPr lang="en-IN" sz="2800" b="1" dirty="0">
              <a:solidFill>
                <a:srgbClr val="C00000"/>
              </a:solidFill>
            </a:rPr>
            <a:t>a number </a:t>
          </a:r>
          <a:r>
            <a:rPr lang="en-IN" sz="2800" b="1" dirty="0">
              <a:solidFill>
                <a:schemeClr val="tx1"/>
              </a:solidFill>
            </a:rPr>
            <a:t>of problems/ (c) and I really do not know how to solve them. (d) No error </a:t>
          </a:r>
          <a:r>
            <a:rPr lang="en-IN" sz="2800" b="1" dirty="0">
              <a:solidFill>
                <a:srgbClr val="C00000"/>
              </a:solidFill>
            </a:rPr>
            <a:t>(sub. After verb)</a:t>
          </a:r>
          <a:endParaRPr lang="en-US" sz="2800" b="1" dirty="0">
            <a:solidFill>
              <a:srgbClr val="C00000"/>
            </a:solidFill>
          </a:endParaRPr>
        </a:p>
      </dgm:t>
    </dgm:pt>
    <dgm:pt modelId="{1948BEC3-2012-4D17-9913-E71AD2C79381}" type="parTrans" cxnId="{57ACA82D-73DC-4392-A5EB-D5FB6876BE8F}">
      <dgm:prSet/>
      <dgm:spPr/>
      <dgm:t>
        <a:bodyPr/>
        <a:lstStyle/>
        <a:p>
          <a:endParaRPr lang="en-US"/>
        </a:p>
      </dgm:t>
    </dgm:pt>
    <dgm:pt modelId="{E43B5019-0BE9-4E57-9C29-7685834CF8B8}" type="sibTrans" cxnId="{57ACA82D-73DC-4392-A5EB-D5FB6876BE8F}">
      <dgm:prSet/>
      <dgm:spPr/>
      <dgm:t>
        <a:bodyPr/>
        <a:lstStyle/>
        <a:p>
          <a:endParaRPr lang="en-US"/>
        </a:p>
      </dgm:t>
    </dgm:pt>
    <dgm:pt modelId="{C5F6E96D-6B15-4DE1-9D47-7C5569BFD5A8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 (a) </a:t>
          </a:r>
          <a:r>
            <a:rPr lang="en-IN" sz="2800" b="1" dirty="0">
              <a:solidFill>
                <a:srgbClr val="C00000"/>
              </a:solidFill>
            </a:rPr>
            <a:t>Shingles</a:t>
          </a:r>
          <a:r>
            <a:rPr lang="en-IN" sz="2800" b="1" dirty="0">
              <a:solidFill>
                <a:schemeClr val="tx1"/>
              </a:solidFill>
            </a:rPr>
            <a:t> </a:t>
          </a:r>
          <a:r>
            <a:rPr lang="en-IN" sz="2800" b="1" dirty="0">
              <a:solidFill>
                <a:srgbClr val="C00000"/>
              </a:solidFill>
            </a:rPr>
            <a:t>is </a:t>
          </a:r>
          <a:r>
            <a:rPr lang="en-IN" sz="2800" b="1" strike="sngStrike" dirty="0">
              <a:solidFill>
                <a:srgbClr val="C00000"/>
              </a:solidFill>
            </a:rPr>
            <a:t>are</a:t>
          </a:r>
          <a:r>
            <a:rPr lang="en-IN" sz="2800" b="1" dirty="0">
              <a:solidFill>
                <a:srgbClr val="C00000"/>
              </a:solidFill>
            </a:rPr>
            <a:t> </a:t>
          </a:r>
          <a:r>
            <a:rPr lang="en-IN" sz="2800" b="1" dirty="0">
              <a:solidFill>
                <a:schemeClr val="tx1"/>
              </a:solidFill>
            </a:rPr>
            <a:t>a disease/ (b) in which a person develops/ (c) lots of inflamed spots round the waist./ (d) No error</a:t>
          </a:r>
        </a:p>
      </dgm:t>
    </dgm:pt>
    <dgm:pt modelId="{2A83B8E5-8D6C-4292-BEE8-4CE53206C843}" type="parTrans" cxnId="{AF566A91-86A6-4A3E-A7AA-8C0210775E03}">
      <dgm:prSet/>
      <dgm:spPr/>
      <dgm:t>
        <a:bodyPr/>
        <a:lstStyle/>
        <a:p>
          <a:endParaRPr lang="en-US"/>
        </a:p>
      </dgm:t>
    </dgm:pt>
    <dgm:pt modelId="{13A7E41C-9DAD-4209-9F1B-930D33251FF4}" type="sibTrans" cxnId="{AF566A91-86A6-4A3E-A7AA-8C0210775E03}">
      <dgm:prSet/>
      <dgm:spPr/>
      <dgm:t>
        <a:bodyPr/>
        <a:lstStyle/>
        <a:p>
          <a:endParaRPr lang="en-US"/>
        </a:p>
      </dgm:t>
    </dgm:pt>
    <dgm:pt modelId="{20E6F6D6-BDDC-4FEC-B7BE-D9486F896287}">
      <dgm:prSet custT="1"/>
      <dgm:spPr>
        <a:solidFill>
          <a:schemeClr val="bg1"/>
        </a:solidFill>
      </dgm:spPr>
      <dgm:t>
        <a:bodyPr/>
        <a:lstStyle/>
        <a:p>
          <a:r>
            <a:rPr lang="en-IN" sz="2800" b="1" dirty="0">
              <a:solidFill>
                <a:schemeClr val="tx1"/>
              </a:solidFill>
            </a:rPr>
            <a:t> (a) Whether she should get married/ (b) </a:t>
          </a:r>
          <a:r>
            <a:rPr lang="en-IN" sz="2800" b="1" dirty="0">
              <a:solidFill>
                <a:srgbClr val="C00000"/>
              </a:solidFill>
            </a:rPr>
            <a:t>or</a:t>
          </a:r>
          <a:r>
            <a:rPr lang="en-IN" sz="2800" b="1" dirty="0">
              <a:solidFill>
                <a:schemeClr val="tx1"/>
              </a:solidFill>
            </a:rPr>
            <a:t> whether she should remain/ (c) </a:t>
          </a:r>
          <a:r>
            <a:rPr lang="en-IN" sz="2800" b="1" dirty="0">
              <a:solidFill>
                <a:srgbClr val="C00000"/>
              </a:solidFill>
            </a:rPr>
            <a:t>single</a:t>
          </a:r>
          <a:r>
            <a:rPr lang="en-IN" sz="2800" b="1" dirty="0">
              <a:solidFill>
                <a:schemeClr val="tx1"/>
              </a:solidFill>
            </a:rPr>
            <a:t> </a:t>
          </a:r>
          <a:r>
            <a:rPr lang="en-IN" sz="2800" b="1" dirty="0">
              <a:solidFill>
                <a:srgbClr val="C00000"/>
              </a:solidFill>
            </a:rPr>
            <a:t>is</a:t>
          </a:r>
          <a:r>
            <a:rPr lang="en-IN" sz="2800" b="1" dirty="0">
              <a:solidFill>
                <a:schemeClr val="tx1"/>
              </a:solidFill>
            </a:rPr>
            <a:t> </a:t>
          </a:r>
          <a:r>
            <a:rPr lang="en-IN" sz="2800" b="1" strike="sngStrike" dirty="0">
              <a:solidFill>
                <a:srgbClr val="C00000"/>
              </a:solidFill>
            </a:rPr>
            <a:t>are</a:t>
          </a:r>
          <a:r>
            <a:rPr lang="en-IN" sz="2800" b="1" dirty="0">
              <a:solidFill>
                <a:schemeClr val="tx1"/>
              </a:solidFill>
            </a:rPr>
            <a:t> her personal problem./ (d) No error</a:t>
          </a:r>
        </a:p>
      </dgm:t>
    </dgm:pt>
    <dgm:pt modelId="{56A79B81-BAFA-408B-8E33-9D924FC53CA8}" type="parTrans" cxnId="{096425CA-6789-4C60-8916-69A41982E26E}">
      <dgm:prSet/>
      <dgm:spPr/>
      <dgm:t>
        <a:bodyPr/>
        <a:lstStyle/>
        <a:p>
          <a:endParaRPr lang="en-US"/>
        </a:p>
      </dgm:t>
    </dgm:pt>
    <dgm:pt modelId="{1C47B97F-C1CC-4F99-BFF5-7C33C65EFF16}" type="sibTrans" cxnId="{096425CA-6789-4C60-8916-69A41982E26E}">
      <dgm:prSet/>
      <dgm:spPr/>
      <dgm:t>
        <a:bodyPr/>
        <a:lstStyle/>
        <a:p>
          <a:endParaRPr lang="en-US"/>
        </a:p>
      </dgm:t>
    </dgm:pt>
    <dgm:pt modelId="{056AA478-4160-46D4-AAD3-F180B4F52998}" type="pres">
      <dgm:prSet presAssocID="{F3F4963D-D717-4083-846B-1B4D300C1600}" presName="linear" presStyleCnt="0">
        <dgm:presLayoutVars>
          <dgm:dir/>
          <dgm:animLvl val="lvl"/>
          <dgm:resizeHandles val="exact"/>
        </dgm:presLayoutVars>
      </dgm:prSet>
      <dgm:spPr/>
    </dgm:pt>
    <dgm:pt modelId="{CAD19549-DBC8-4E85-8C4E-5432456A4F89}" type="pres">
      <dgm:prSet presAssocID="{65A9E9E7-B0E6-431C-9EDA-8BDCE4D9E704}" presName="parentLin" presStyleCnt="0"/>
      <dgm:spPr/>
    </dgm:pt>
    <dgm:pt modelId="{B0BA6EC6-F3B4-4D7A-BC5D-337282D97A88}" type="pres">
      <dgm:prSet presAssocID="{65A9E9E7-B0E6-431C-9EDA-8BDCE4D9E704}" presName="parentLeftMargin" presStyleLbl="node1" presStyleIdx="0" presStyleCnt="3"/>
      <dgm:spPr/>
    </dgm:pt>
    <dgm:pt modelId="{29853373-87B0-425A-B3C1-F9352864BD8C}" type="pres">
      <dgm:prSet presAssocID="{65A9E9E7-B0E6-431C-9EDA-8BDCE4D9E70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48215EE-7103-4600-BB6C-54E7834A8F09}" type="pres">
      <dgm:prSet presAssocID="{65A9E9E7-B0E6-431C-9EDA-8BDCE4D9E704}" presName="negativeSpace" presStyleCnt="0"/>
      <dgm:spPr/>
    </dgm:pt>
    <dgm:pt modelId="{8E125D7C-85D4-40AA-88FC-7B42240B40AB}" type="pres">
      <dgm:prSet presAssocID="{65A9E9E7-B0E6-431C-9EDA-8BDCE4D9E704}" presName="childText" presStyleLbl="conFgAcc1" presStyleIdx="0" presStyleCnt="3">
        <dgm:presLayoutVars>
          <dgm:bulletEnabled val="1"/>
        </dgm:presLayoutVars>
      </dgm:prSet>
      <dgm:spPr/>
    </dgm:pt>
    <dgm:pt modelId="{C697436D-9BC2-4FB9-B671-E055190742BF}" type="pres">
      <dgm:prSet presAssocID="{E43B5019-0BE9-4E57-9C29-7685834CF8B8}" presName="spaceBetweenRectangles" presStyleCnt="0"/>
      <dgm:spPr/>
    </dgm:pt>
    <dgm:pt modelId="{027653D4-4392-4ACD-84AB-C3BCAA7725DB}" type="pres">
      <dgm:prSet presAssocID="{C5F6E96D-6B15-4DE1-9D47-7C5569BFD5A8}" presName="parentLin" presStyleCnt="0"/>
      <dgm:spPr/>
    </dgm:pt>
    <dgm:pt modelId="{162A802A-8051-47E9-AC63-E250C7EBDAAC}" type="pres">
      <dgm:prSet presAssocID="{C5F6E96D-6B15-4DE1-9D47-7C5569BFD5A8}" presName="parentLeftMargin" presStyleLbl="node1" presStyleIdx="0" presStyleCnt="3"/>
      <dgm:spPr/>
    </dgm:pt>
    <dgm:pt modelId="{0287068B-03B9-4CC1-B0BD-EAFD15BF5966}" type="pres">
      <dgm:prSet presAssocID="{C5F6E96D-6B15-4DE1-9D47-7C5569BFD5A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5CEA8E6-586E-40BE-876F-A93A34EF4E1C}" type="pres">
      <dgm:prSet presAssocID="{C5F6E96D-6B15-4DE1-9D47-7C5569BFD5A8}" presName="negativeSpace" presStyleCnt="0"/>
      <dgm:spPr/>
    </dgm:pt>
    <dgm:pt modelId="{898E61FA-1912-4C58-89E4-5B6370FECE29}" type="pres">
      <dgm:prSet presAssocID="{C5F6E96D-6B15-4DE1-9D47-7C5569BFD5A8}" presName="childText" presStyleLbl="conFgAcc1" presStyleIdx="1" presStyleCnt="3">
        <dgm:presLayoutVars>
          <dgm:bulletEnabled val="1"/>
        </dgm:presLayoutVars>
      </dgm:prSet>
      <dgm:spPr/>
    </dgm:pt>
    <dgm:pt modelId="{B0A57607-8F5D-48F3-A10E-6A549A180D14}" type="pres">
      <dgm:prSet presAssocID="{13A7E41C-9DAD-4209-9F1B-930D33251FF4}" presName="spaceBetweenRectangles" presStyleCnt="0"/>
      <dgm:spPr/>
    </dgm:pt>
    <dgm:pt modelId="{53562089-06D1-4A3B-AB2F-46966E86BDF6}" type="pres">
      <dgm:prSet presAssocID="{20E6F6D6-BDDC-4FEC-B7BE-D9486F896287}" presName="parentLin" presStyleCnt="0"/>
      <dgm:spPr/>
    </dgm:pt>
    <dgm:pt modelId="{8EB93212-2BC2-4FE3-870E-FEC668344B87}" type="pres">
      <dgm:prSet presAssocID="{20E6F6D6-BDDC-4FEC-B7BE-D9486F896287}" presName="parentLeftMargin" presStyleLbl="node1" presStyleIdx="1" presStyleCnt="3"/>
      <dgm:spPr/>
    </dgm:pt>
    <dgm:pt modelId="{0129EF11-8544-45BF-929B-C1EE8E6F62D6}" type="pres">
      <dgm:prSet presAssocID="{20E6F6D6-BDDC-4FEC-B7BE-D9486F89628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8097011-D66E-45BA-9AE1-373780989A1A}" type="pres">
      <dgm:prSet presAssocID="{20E6F6D6-BDDC-4FEC-B7BE-D9486F896287}" presName="negativeSpace" presStyleCnt="0"/>
      <dgm:spPr/>
    </dgm:pt>
    <dgm:pt modelId="{426C803E-3817-4E79-94D9-7B7D5EDD9C34}" type="pres">
      <dgm:prSet presAssocID="{20E6F6D6-BDDC-4FEC-B7BE-D9486F89628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AA9E21E-BAD6-48A3-95C2-F130FD06D218}" type="presOf" srcId="{20E6F6D6-BDDC-4FEC-B7BE-D9486F896287}" destId="{0129EF11-8544-45BF-929B-C1EE8E6F62D6}" srcOrd="1" destOrd="0" presId="urn:microsoft.com/office/officeart/2005/8/layout/list1"/>
    <dgm:cxn modelId="{57ACA82D-73DC-4392-A5EB-D5FB6876BE8F}" srcId="{F3F4963D-D717-4083-846B-1B4D300C1600}" destId="{65A9E9E7-B0E6-431C-9EDA-8BDCE4D9E704}" srcOrd="0" destOrd="0" parTransId="{1948BEC3-2012-4D17-9913-E71AD2C79381}" sibTransId="{E43B5019-0BE9-4E57-9C29-7685834CF8B8}"/>
    <dgm:cxn modelId="{7B60AE4B-6FA1-4600-B379-AEC0A6643C01}" type="presOf" srcId="{65A9E9E7-B0E6-431C-9EDA-8BDCE4D9E704}" destId="{29853373-87B0-425A-B3C1-F9352864BD8C}" srcOrd="1" destOrd="0" presId="urn:microsoft.com/office/officeart/2005/8/layout/list1"/>
    <dgm:cxn modelId="{01DD626F-84B1-4DDD-B3A8-86FBEDFD8183}" type="presOf" srcId="{20E6F6D6-BDDC-4FEC-B7BE-D9486F896287}" destId="{8EB93212-2BC2-4FE3-870E-FEC668344B87}" srcOrd="0" destOrd="0" presId="urn:microsoft.com/office/officeart/2005/8/layout/list1"/>
    <dgm:cxn modelId="{EE255476-436B-442F-9C47-A2E1CB0CD676}" type="presOf" srcId="{C5F6E96D-6B15-4DE1-9D47-7C5569BFD5A8}" destId="{0287068B-03B9-4CC1-B0BD-EAFD15BF5966}" srcOrd="1" destOrd="0" presId="urn:microsoft.com/office/officeart/2005/8/layout/list1"/>
    <dgm:cxn modelId="{D8F0307B-F71E-4DA2-AD16-8207D47750A9}" type="presOf" srcId="{C5F6E96D-6B15-4DE1-9D47-7C5569BFD5A8}" destId="{162A802A-8051-47E9-AC63-E250C7EBDAAC}" srcOrd="0" destOrd="0" presId="urn:microsoft.com/office/officeart/2005/8/layout/list1"/>
    <dgm:cxn modelId="{AF566A91-86A6-4A3E-A7AA-8C0210775E03}" srcId="{F3F4963D-D717-4083-846B-1B4D300C1600}" destId="{C5F6E96D-6B15-4DE1-9D47-7C5569BFD5A8}" srcOrd="1" destOrd="0" parTransId="{2A83B8E5-8D6C-4292-BEE8-4CE53206C843}" sibTransId="{13A7E41C-9DAD-4209-9F1B-930D33251FF4}"/>
    <dgm:cxn modelId="{2B8CDFB0-5909-4813-9AF5-39AA6EBB5EA1}" type="presOf" srcId="{65A9E9E7-B0E6-431C-9EDA-8BDCE4D9E704}" destId="{B0BA6EC6-F3B4-4D7A-BC5D-337282D97A88}" srcOrd="0" destOrd="0" presId="urn:microsoft.com/office/officeart/2005/8/layout/list1"/>
    <dgm:cxn modelId="{096425CA-6789-4C60-8916-69A41982E26E}" srcId="{F3F4963D-D717-4083-846B-1B4D300C1600}" destId="{20E6F6D6-BDDC-4FEC-B7BE-D9486F896287}" srcOrd="2" destOrd="0" parTransId="{56A79B81-BAFA-408B-8E33-9D924FC53CA8}" sibTransId="{1C47B97F-C1CC-4F99-BFF5-7C33C65EFF16}"/>
    <dgm:cxn modelId="{4ADC7FCE-4C80-4B05-BAF4-DC525EC8EB4D}" type="presOf" srcId="{F3F4963D-D717-4083-846B-1B4D300C1600}" destId="{056AA478-4160-46D4-AAD3-F180B4F52998}" srcOrd="0" destOrd="0" presId="urn:microsoft.com/office/officeart/2005/8/layout/list1"/>
    <dgm:cxn modelId="{E03DA46D-2776-40F5-ABF7-9AE5A06DF60A}" type="presParOf" srcId="{056AA478-4160-46D4-AAD3-F180B4F52998}" destId="{CAD19549-DBC8-4E85-8C4E-5432456A4F89}" srcOrd="0" destOrd="0" presId="urn:microsoft.com/office/officeart/2005/8/layout/list1"/>
    <dgm:cxn modelId="{6462583F-3196-416D-8BE9-C761EDA6AC3D}" type="presParOf" srcId="{CAD19549-DBC8-4E85-8C4E-5432456A4F89}" destId="{B0BA6EC6-F3B4-4D7A-BC5D-337282D97A88}" srcOrd="0" destOrd="0" presId="urn:microsoft.com/office/officeart/2005/8/layout/list1"/>
    <dgm:cxn modelId="{A2A984FB-F838-43EF-9339-3B2922F8F76E}" type="presParOf" srcId="{CAD19549-DBC8-4E85-8C4E-5432456A4F89}" destId="{29853373-87B0-425A-B3C1-F9352864BD8C}" srcOrd="1" destOrd="0" presId="urn:microsoft.com/office/officeart/2005/8/layout/list1"/>
    <dgm:cxn modelId="{424C5554-F859-486E-847B-F7AD4C0D997E}" type="presParOf" srcId="{056AA478-4160-46D4-AAD3-F180B4F52998}" destId="{C48215EE-7103-4600-BB6C-54E7834A8F09}" srcOrd="1" destOrd="0" presId="urn:microsoft.com/office/officeart/2005/8/layout/list1"/>
    <dgm:cxn modelId="{A91DFC45-D1CE-44E0-ADC0-53E02481FECD}" type="presParOf" srcId="{056AA478-4160-46D4-AAD3-F180B4F52998}" destId="{8E125D7C-85D4-40AA-88FC-7B42240B40AB}" srcOrd="2" destOrd="0" presId="urn:microsoft.com/office/officeart/2005/8/layout/list1"/>
    <dgm:cxn modelId="{7C4F824D-F555-49BD-B0CE-957D91609CCF}" type="presParOf" srcId="{056AA478-4160-46D4-AAD3-F180B4F52998}" destId="{C697436D-9BC2-4FB9-B671-E055190742BF}" srcOrd="3" destOrd="0" presId="urn:microsoft.com/office/officeart/2005/8/layout/list1"/>
    <dgm:cxn modelId="{67238870-1681-4A25-B6BB-AB763286AB5B}" type="presParOf" srcId="{056AA478-4160-46D4-AAD3-F180B4F52998}" destId="{027653D4-4392-4ACD-84AB-C3BCAA7725DB}" srcOrd="4" destOrd="0" presId="urn:microsoft.com/office/officeart/2005/8/layout/list1"/>
    <dgm:cxn modelId="{DDFD9B77-A517-4A00-A3AF-13BD9B40AD91}" type="presParOf" srcId="{027653D4-4392-4ACD-84AB-C3BCAA7725DB}" destId="{162A802A-8051-47E9-AC63-E250C7EBDAAC}" srcOrd="0" destOrd="0" presId="urn:microsoft.com/office/officeart/2005/8/layout/list1"/>
    <dgm:cxn modelId="{7843C1AD-3635-4D9B-A69D-6772DA7D06CE}" type="presParOf" srcId="{027653D4-4392-4ACD-84AB-C3BCAA7725DB}" destId="{0287068B-03B9-4CC1-B0BD-EAFD15BF5966}" srcOrd="1" destOrd="0" presId="urn:microsoft.com/office/officeart/2005/8/layout/list1"/>
    <dgm:cxn modelId="{5F53E866-B918-4C02-8542-023E1256095F}" type="presParOf" srcId="{056AA478-4160-46D4-AAD3-F180B4F52998}" destId="{F5CEA8E6-586E-40BE-876F-A93A34EF4E1C}" srcOrd="5" destOrd="0" presId="urn:microsoft.com/office/officeart/2005/8/layout/list1"/>
    <dgm:cxn modelId="{6742901B-4949-4806-A24F-7A2277777C58}" type="presParOf" srcId="{056AA478-4160-46D4-AAD3-F180B4F52998}" destId="{898E61FA-1912-4C58-89E4-5B6370FECE29}" srcOrd="6" destOrd="0" presId="urn:microsoft.com/office/officeart/2005/8/layout/list1"/>
    <dgm:cxn modelId="{66A60AAB-60FF-4D74-9E55-F650F613DE64}" type="presParOf" srcId="{056AA478-4160-46D4-AAD3-F180B4F52998}" destId="{B0A57607-8F5D-48F3-A10E-6A549A180D14}" srcOrd="7" destOrd="0" presId="urn:microsoft.com/office/officeart/2005/8/layout/list1"/>
    <dgm:cxn modelId="{25DC0B53-0AD8-4EA9-ADDD-E9D163400CFD}" type="presParOf" srcId="{056AA478-4160-46D4-AAD3-F180B4F52998}" destId="{53562089-06D1-4A3B-AB2F-46966E86BDF6}" srcOrd="8" destOrd="0" presId="urn:microsoft.com/office/officeart/2005/8/layout/list1"/>
    <dgm:cxn modelId="{3F24E8B0-8AA3-46E1-9245-275A54063340}" type="presParOf" srcId="{53562089-06D1-4A3B-AB2F-46966E86BDF6}" destId="{8EB93212-2BC2-4FE3-870E-FEC668344B87}" srcOrd="0" destOrd="0" presId="urn:microsoft.com/office/officeart/2005/8/layout/list1"/>
    <dgm:cxn modelId="{6822FF3F-8EF6-4E3F-9639-B1BF2097DB12}" type="presParOf" srcId="{53562089-06D1-4A3B-AB2F-46966E86BDF6}" destId="{0129EF11-8544-45BF-929B-C1EE8E6F62D6}" srcOrd="1" destOrd="0" presId="urn:microsoft.com/office/officeart/2005/8/layout/list1"/>
    <dgm:cxn modelId="{AD975071-53F3-4B80-9245-796951710C5F}" type="presParOf" srcId="{056AA478-4160-46D4-AAD3-F180B4F52998}" destId="{E8097011-D66E-45BA-9AE1-373780989A1A}" srcOrd="9" destOrd="0" presId="urn:microsoft.com/office/officeart/2005/8/layout/list1"/>
    <dgm:cxn modelId="{2EC2F48D-9120-46B7-849D-67B0B064AB4D}" type="presParOf" srcId="{056AA478-4160-46D4-AAD3-F180B4F52998}" destId="{426C803E-3817-4E79-94D9-7B7D5EDD9C34}" srcOrd="10" destOrd="0" presId="urn:microsoft.com/office/officeart/2005/8/layout/list1"/>
  </dgm:cxnLst>
  <dgm:bg>
    <a:solidFill>
      <a:schemeClr val="accent5">
        <a:lumMod val="60000"/>
        <a:lumOff val="4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F9FF45D6-919C-4A61-87AB-A6B04812D21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4BCFB9-DAAB-4C11-A453-2086228B2A7E}">
      <dgm:prSet phldrT="[Text]"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191. (a) Two and two/ (b) makes/ (c) four./ (d) No error.</a:t>
          </a:r>
          <a:endParaRPr lang="en-US" sz="3200" b="1" dirty="0">
            <a:solidFill>
              <a:schemeClr val="tx1"/>
            </a:solidFill>
          </a:endParaRPr>
        </a:p>
      </dgm:t>
    </dgm:pt>
    <dgm:pt modelId="{7BC035D0-038B-4BA4-B113-C1FA219EA972}" type="parTrans" cxnId="{EC2CF61C-3F96-43E8-8634-9E95250182F6}">
      <dgm:prSet/>
      <dgm:spPr/>
      <dgm:t>
        <a:bodyPr/>
        <a:lstStyle/>
        <a:p>
          <a:endParaRPr lang="en-US"/>
        </a:p>
      </dgm:t>
    </dgm:pt>
    <dgm:pt modelId="{81C7E2DA-ED23-4CB9-A314-26971D357E36}" type="sibTrans" cxnId="{EC2CF61C-3F96-43E8-8634-9E95250182F6}">
      <dgm:prSet/>
      <dgm:spPr/>
      <dgm:t>
        <a:bodyPr/>
        <a:lstStyle/>
        <a:p>
          <a:endParaRPr lang="en-US"/>
        </a:p>
      </dgm:t>
    </dgm:pt>
    <dgm:pt modelId="{0CA29628-784B-4171-A58E-E2E7F08C3333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192. (a) Many a men/ (b) attended the meeting/ (c) last night./ (d) No error.</a:t>
          </a:r>
        </a:p>
      </dgm:t>
    </dgm:pt>
    <dgm:pt modelId="{F53BFFF0-418C-4024-9784-B3B3F6A16A71}" type="parTrans" cxnId="{28263183-81B5-496F-B4C9-8280CA112CAE}">
      <dgm:prSet/>
      <dgm:spPr/>
      <dgm:t>
        <a:bodyPr/>
        <a:lstStyle/>
        <a:p>
          <a:endParaRPr lang="en-US"/>
        </a:p>
      </dgm:t>
    </dgm:pt>
    <dgm:pt modelId="{A4A749F6-D61A-4EF6-8878-79C107CFB7C5}" type="sibTrans" cxnId="{28263183-81B5-496F-B4C9-8280CA112CAE}">
      <dgm:prSet/>
      <dgm:spPr/>
      <dgm:t>
        <a:bodyPr/>
        <a:lstStyle/>
        <a:p>
          <a:endParaRPr lang="en-US"/>
        </a:p>
      </dgm:t>
    </dgm:pt>
    <dgm:pt modelId="{56B72EAA-6CB8-48C6-87D7-6A18651BFCFB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193. (a) The perquisites/ (b) to this job makes it/ (c) even more attractive than the salary indicated/ (d) No error.</a:t>
          </a:r>
        </a:p>
      </dgm:t>
    </dgm:pt>
    <dgm:pt modelId="{32456546-A4E1-4286-B670-9CF38C980A85}" type="parTrans" cxnId="{AD37042E-4202-4FF5-9C14-D06AD8733B43}">
      <dgm:prSet/>
      <dgm:spPr/>
      <dgm:t>
        <a:bodyPr/>
        <a:lstStyle/>
        <a:p>
          <a:endParaRPr lang="en-US"/>
        </a:p>
      </dgm:t>
    </dgm:pt>
    <dgm:pt modelId="{3D4C29ED-45D0-422E-88CF-2C683CE11811}" type="sibTrans" cxnId="{AD37042E-4202-4FF5-9C14-D06AD8733B43}">
      <dgm:prSet/>
      <dgm:spPr/>
      <dgm:t>
        <a:bodyPr/>
        <a:lstStyle/>
        <a:p>
          <a:endParaRPr lang="en-US"/>
        </a:p>
      </dgm:t>
    </dgm:pt>
    <dgm:pt modelId="{37C14BAE-5692-46A6-91FE-5C094AAB9910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194. (a) Either you/ (b) or he/ (c) are happy./ (d) No error.</a:t>
          </a:r>
        </a:p>
      </dgm:t>
    </dgm:pt>
    <dgm:pt modelId="{C720E060-0A8C-4CFC-BEB1-E616509DD791}" type="parTrans" cxnId="{CA990372-9BF0-4626-A056-F5695F763893}">
      <dgm:prSet/>
      <dgm:spPr/>
      <dgm:t>
        <a:bodyPr/>
        <a:lstStyle/>
        <a:p>
          <a:endParaRPr lang="en-US"/>
        </a:p>
      </dgm:t>
    </dgm:pt>
    <dgm:pt modelId="{510E30EC-F4FB-4ADB-94FA-B986904AA91A}" type="sibTrans" cxnId="{CA990372-9BF0-4626-A056-F5695F763893}">
      <dgm:prSet/>
      <dgm:spPr/>
      <dgm:t>
        <a:bodyPr/>
        <a:lstStyle/>
        <a:p>
          <a:endParaRPr lang="en-US"/>
        </a:p>
      </dgm:t>
    </dgm:pt>
    <dgm:pt modelId="{06A516CC-AE67-4E64-A8BA-A431F6300409}" type="pres">
      <dgm:prSet presAssocID="{F9FF45D6-919C-4A61-87AB-A6B04812D218}" presName="linear" presStyleCnt="0">
        <dgm:presLayoutVars>
          <dgm:dir/>
          <dgm:animLvl val="lvl"/>
          <dgm:resizeHandles val="exact"/>
        </dgm:presLayoutVars>
      </dgm:prSet>
      <dgm:spPr/>
    </dgm:pt>
    <dgm:pt modelId="{6CD5DF78-1267-44F9-B93B-C5B8FA2941B8}" type="pres">
      <dgm:prSet presAssocID="{424BCFB9-DAAB-4C11-A453-2086228B2A7E}" presName="parentLin" presStyleCnt="0"/>
      <dgm:spPr/>
    </dgm:pt>
    <dgm:pt modelId="{B4051DF8-FB1A-40E1-A9F7-3502EE744F85}" type="pres">
      <dgm:prSet presAssocID="{424BCFB9-DAAB-4C11-A453-2086228B2A7E}" presName="parentLeftMargin" presStyleLbl="node1" presStyleIdx="0" presStyleCnt="4"/>
      <dgm:spPr/>
    </dgm:pt>
    <dgm:pt modelId="{D56CF33B-2282-47D4-91E6-7D12532D2B8B}" type="pres">
      <dgm:prSet presAssocID="{424BCFB9-DAAB-4C11-A453-2086228B2A7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0483C44-4132-4753-9606-0301F4E11BB6}" type="pres">
      <dgm:prSet presAssocID="{424BCFB9-DAAB-4C11-A453-2086228B2A7E}" presName="negativeSpace" presStyleCnt="0"/>
      <dgm:spPr/>
    </dgm:pt>
    <dgm:pt modelId="{37A77636-E79E-45FC-A642-966E90235885}" type="pres">
      <dgm:prSet presAssocID="{424BCFB9-DAAB-4C11-A453-2086228B2A7E}" presName="childText" presStyleLbl="conFgAcc1" presStyleIdx="0" presStyleCnt="4">
        <dgm:presLayoutVars>
          <dgm:bulletEnabled val="1"/>
        </dgm:presLayoutVars>
      </dgm:prSet>
      <dgm:spPr/>
    </dgm:pt>
    <dgm:pt modelId="{8DEFB806-5544-4B5B-A866-C01BC47193F8}" type="pres">
      <dgm:prSet presAssocID="{81C7E2DA-ED23-4CB9-A314-26971D357E36}" presName="spaceBetweenRectangles" presStyleCnt="0"/>
      <dgm:spPr/>
    </dgm:pt>
    <dgm:pt modelId="{C6BE5B96-984A-4488-9CCE-885EB0577B3D}" type="pres">
      <dgm:prSet presAssocID="{0CA29628-784B-4171-A58E-E2E7F08C3333}" presName="parentLin" presStyleCnt="0"/>
      <dgm:spPr/>
    </dgm:pt>
    <dgm:pt modelId="{C429961E-75AC-43A3-AE00-A4D01B50586D}" type="pres">
      <dgm:prSet presAssocID="{0CA29628-784B-4171-A58E-E2E7F08C3333}" presName="parentLeftMargin" presStyleLbl="node1" presStyleIdx="0" presStyleCnt="4"/>
      <dgm:spPr/>
    </dgm:pt>
    <dgm:pt modelId="{A7783708-DEE5-4E23-975B-3B6C12377C83}" type="pres">
      <dgm:prSet presAssocID="{0CA29628-784B-4171-A58E-E2E7F08C333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7502C79-BE18-465B-A529-083709C53CB8}" type="pres">
      <dgm:prSet presAssocID="{0CA29628-784B-4171-A58E-E2E7F08C3333}" presName="negativeSpace" presStyleCnt="0"/>
      <dgm:spPr/>
    </dgm:pt>
    <dgm:pt modelId="{18BC6031-BE3C-4D28-8426-C39884B1F3D5}" type="pres">
      <dgm:prSet presAssocID="{0CA29628-784B-4171-A58E-E2E7F08C3333}" presName="childText" presStyleLbl="conFgAcc1" presStyleIdx="1" presStyleCnt="4">
        <dgm:presLayoutVars>
          <dgm:bulletEnabled val="1"/>
        </dgm:presLayoutVars>
      </dgm:prSet>
      <dgm:spPr/>
    </dgm:pt>
    <dgm:pt modelId="{FDE1BA1C-A897-4B48-9D5B-8E1FA0AA9613}" type="pres">
      <dgm:prSet presAssocID="{A4A749F6-D61A-4EF6-8878-79C107CFB7C5}" presName="spaceBetweenRectangles" presStyleCnt="0"/>
      <dgm:spPr/>
    </dgm:pt>
    <dgm:pt modelId="{6BD46C28-3AD1-4120-B4FC-7956F94CCF71}" type="pres">
      <dgm:prSet presAssocID="{56B72EAA-6CB8-48C6-87D7-6A18651BFCFB}" presName="parentLin" presStyleCnt="0"/>
      <dgm:spPr/>
    </dgm:pt>
    <dgm:pt modelId="{0D6B2941-1F1B-45C5-B64A-64E1407C6FDB}" type="pres">
      <dgm:prSet presAssocID="{56B72EAA-6CB8-48C6-87D7-6A18651BFCFB}" presName="parentLeftMargin" presStyleLbl="node1" presStyleIdx="1" presStyleCnt="4"/>
      <dgm:spPr/>
    </dgm:pt>
    <dgm:pt modelId="{CDD67090-B975-47BA-AA01-B2687E602F4A}" type="pres">
      <dgm:prSet presAssocID="{56B72EAA-6CB8-48C6-87D7-6A18651BFCFB}" presName="parentText" presStyleLbl="node1" presStyleIdx="2" presStyleCnt="4" custScaleY="149569">
        <dgm:presLayoutVars>
          <dgm:chMax val="0"/>
          <dgm:bulletEnabled val="1"/>
        </dgm:presLayoutVars>
      </dgm:prSet>
      <dgm:spPr/>
    </dgm:pt>
    <dgm:pt modelId="{801A699D-BA38-4F42-B8CB-E7EC16DAED79}" type="pres">
      <dgm:prSet presAssocID="{56B72EAA-6CB8-48C6-87D7-6A18651BFCFB}" presName="negativeSpace" presStyleCnt="0"/>
      <dgm:spPr/>
    </dgm:pt>
    <dgm:pt modelId="{2C59EB41-09DD-484B-99D1-8C7EDAE68225}" type="pres">
      <dgm:prSet presAssocID="{56B72EAA-6CB8-48C6-87D7-6A18651BFCFB}" presName="childText" presStyleLbl="conFgAcc1" presStyleIdx="2" presStyleCnt="4">
        <dgm:presLayoutVars>
          <dgm:bulletEnabled val="1"/>
        </dgm:presLayoutVars>
      </dgm:prSet>
      <dgm:spPr/>
    </dgm:pt>
    <dgm:pt modelId="{849822B1-BBBB-4634-A356-E2F164B563C2}" type="pres">
      <dgm:prSet presAssocID="{3D4C29ED-45D0-422E-88CF-2C683CE11811}" presName="spaceBetweenRectangles" presStyleCnt="0"/>
      <dgm:spPr/>
    </dgm:pt>
    <dgm:pt modelId="{A6223C2C-B69B-4162-8430-7F8A9B8F7607}" type="pres">
      <dgm:prSet presAssocID="{37C14BAE-5692-46A6-91FE-5C094AAB9910}" presName="parentLin" presStyleCnt="0"/>
      <dgm:spPr/>
    </dgm:pt>
    <dgm:pt modelId="{F9885EDA-8B7D-4EF2-9E53-819947128486}" type="pres">
      <dgm:prSet presAssocID="{37C14BAE-5692-46A6-91FE-5C094AAB9910}" presName="parentLeftMargin" presStyleLbl="node1" presStyleIdx="2" presStyleCnt="4"/>
      <dgm:spPr/>
    </dgm:pt>
    <dgm:pt modelId="{0B63F931-42D6-4208-AE5D-424C4F34EFA0}" type="pres">
      <dgm:prSet presAssocID="{37C14BAE-5692-46A6-91FE-5C094AAB991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207A852-3308-4D86-B141-A344D7B933C4}" type="pres">
      <dgm:prSet presAssocID="{37C14BAE-5692-46A6-91FE-5C094AAB9910}" presName="negativeSpace" presStyleCnt="0"/>
      <dgm:spPr/>
    </dgm:pt>
    <dgm:pt modelId="{1B733DD0-A6C8-4FCE-9E53-90B4A4B1D39A}" type="pres">
      <dgm:prSet presAssocID="{37C14BAE-5692-46A6-91FE-5C094AAB991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CA6AE07-4FE3-45F7-955F-530B043FF734}" type="presOf" srcId="{F9FF45D6-919C-4A61-87AB-A6B04812D218}" destId="{06A516CC-AE67-4E64-A8BA-A431F6300409}" srcOrd="0" destOrd="0" presId="urn:microsoft.com/office/officeart/2005/8/layout/list1"/>
    <dgm:cxn modelId="{EC2CF61C-3F96-43E8-8634-9E95250182F6}" srcId="{F9FF45D6-919C-4A61-87AB-A6B04812D218}" destId="{424BCFB9-DAAB-4C11-A453-2086228B2A7E}" srcOrd="0" destOrd="0" parTransId="{7BC035D0-038B-4BA4-B113-C1FA219EA972}" sibTransId="{81C7E2DA-ED23-4CB9-A314-26971D357E36}"/>
    <dgm:cxn modelId="{F3461122-92B0-45D3-A38D-145E9F6CFEE3}" type="presOf" srcId="{37C14BAE-5692-46A6-91FE-5C094AAB9910}" destId="{F9885EDA-8B7D-4EF2-9E53-819947128486}" srcOrd="0" destOrd="0" presId="urn:microsoft.com/office/officeart/2005/8/layout/list1"/>
    <dgm:cxn modelId="{EA98A923-E9CA-4AFD-81E3-8F9A36AB16FA}" type="presOf" srcId="{424BCFB9-DAAB-4C11-A453-2086228B2A7E}" destId="{B4051DF8-FB1A-40E1-A9F7-3502EE744F85}" srcOrd="0" destOrd="0" presId="urn:microsoft.com/office/officeart/2005/8/layout/list1"/>
    <dgm:cxn modelId="{AD37042E-4202-4FF5-9C14-D06AD8733B43}" srcId="{F9FF45D6-919C-4A61-87AB-A6B04812D218}" destId="{56B72EAA-6CB8-48C6-87D7-6A18651BFCFB}" srcOrd="2" destOrd="0" parTransId="{32456546-A4E1-4286-B670-9CF38C980A85}" sibTransId="{3D4C29ED-45D0-422E-88CF-2C683CE11811}"/>
    <dgm:cxn modelId="{5506BE40-4B6F-448E-8656-0024F6152202}" type="presOf" srcId="{424BCFB9-DAAB-4C11-A453-2086228B2A7E}" destId="{D56CF33B-2282-47D4-91E6-7D12532D2B8B}" srcOrd="1" destOrd="0" presId="urn:microsoft.com/office/officeart/2005/8/layout/list1"/>
    <dgm:cxn modelId="{84DCC745-D010-421E-A13C-148111965836}" type="presOf" srcId="{56B72EAA-6CB8-48C6-87D7-6A18651BFCFB}" destId="{CDD67090-B975-47BA-AA01-B2687E602F4A}" srcOrd="1" destOrd="0" presId="urn:microsoft.com/office/officeart/2005/8/layout/list1"/>
    <dgm:cxn modelId="{CA990372-9BF0-4626-A056-F5695F763893}" srcId="{F9FF45D6-919C-4A61-87AB-A6B04812D218}" destId="{37C14BAE-5692-46A6-91FE-5C094AAB9910}" srcOrd="3" destOrd="0" parTransId="{C720E060-0A8C-4CFC-BEB1-E616509DD791}" sibTransId="{510E30EC-F4FB-4ADB-94FA-B986904AA91A}"/>
    <dgm:cxn modelId="{3061C676-EFFB-447D-88F1-34BBFB17CAA4}" type="presOf" srcId="{0CA29628-784B-4171-A58E-E2E7F08C3333}" destId="{A7783708-DEE5-4E23-975B-3B6C12377C83}" srcOrd="1" destOrd="0" presId="urn:microsoft.com/office/officeart/2005/8/layout/list1"/>
    <dgm:cxn modelId="{28263183-81B5-496F-B4C9-8280CA112CAE}" srcId="{F9FF45D6-919C-4A61-87AB-A6B04812D218}" destId="{0CA29628-784B-4171-A58E-E2E7F08C3333}" srcOrd="1" destOrd="0" parTransId="{F53BFFF0-418C-4024-9784-B3B3F6A16A71}" sibTransId="{A4A749F6-D61A-4EF6-8878-79C107CFB7C5}"/>
    <dgm:cxn modelId="{9DA2DB8A-D1E2-4DE0-81E2-B304CED57F61}" type="presOf" srcId="{0CA29628-784B-4171-A58E-E2E7F08C3333}" destId="{C429961E-75AC-43A3-AE00-A4D01B50586D}" srcOrd="0" destOrd="0" presId="urn:microsoft.com/office/officeart/2005/8/layout/list1"/>
    <dgm:cxn modelId="{4E33D1BD-F0B4-4D15-8810-FB9D907005F6}" type="presOf" srcId="{37C14BAE-5692-46A6-91FE-5C094AAB9910}" destId="{0B63F931-42D6-4208-AE5D-424C4F34EFA0}" srcOrd="1" destOrd="0" presId="urn:microsoft.com/office/officeart/2005/8/layout/list1"/>
    <dgm:cxn modelId="{1E05C7CE-058B-4A80-8933-A7942186AB86}" type="presOf" srcId="{56B72EAA-6CB8-48C6-87D7-6A18651BFCFB}" destId="{0D6B2941-1F1B-45C5-B64A-64E1407C6FDB}" srcOrd="0" destOrd="0" presId="urn:microsoft.com/office/officeart/2005/8/layout/list1"/>
    <dgm:cxn modelId="{FD8B3777-3BB8-4397-B4C6-FDC75F8882A8}" type="presParOf" srcId="{06A516CC-AE67-4E64-A8BA-A431F6300409}" destId="{6CD5DF78-1267-44F9-B93B-C5B8FA2941B8}" srcOrd="0" destOrd="0" presId="urn:microsoft.com/office/officeart/2005/8/layout/list1"/>
    <dgm:cxn modelId="{A1B68F04-22F0-43E7-816E-EFE17DDAE1D1}" type="presParOf" srcId="{6CD5DF78-1267-44F9-B93B-C5B8FA2941B8}" destId="{B4051DF8-FB1A-40E1-A9F7-3502EE744F85}" srcOrd="0" destOrd="0" presId="urn:microsoft.com/office/officeart/2005/8/layout/list1"/>
    <dgm:cxn modelId="{E91BE59C-F86F-4754-A40B-01F64A2A44DD}" type="presParOf" srcId="{6CD5DF78-1267-44F9-B93B-C5B8FA2941B8}" destId="{D56CF33B-2282-47D4-91E6-7D12532D2B8B}" srcOrd="1" destOrd="0" presId="urn:microsoft.com/office/officeart/2005/8/layout/list1"/>
    <dgm:cxn modelId="{DA25D509-311A-408E-979A-B9832CDA6E37}" type="presParOf" srcId="{06A516CC-AE67-4E64-A8BA-A431F6300409}" destId="{50483C44-4132-4753-9606-0301F4E11BB6}" srcOrd="1" destOrd="0" presId="urn:microsoft.com/office/officeart/2005/8/layout/list1"/>
    <dgm:cxn modelId="{7697CB88-C966-435D-B616-87AFC88277C1}" type="presParOf" srcId="{06A516CC-AE67-4E64-A8BA-A431F6300409}" destId="{37A77636-E79E-45FC-A642-966E90235885}" srcOrd="2" destOrd="0" presId="urn:microsoft.com/office/officeart/2005/8/layout/list1"/>
    <dgm:cxn modelId="{794E42CD-9C32-4BDB-B99B-13BA31F38EF4}" type="presParOf" srcId="{06A516CC-AE67-4E64-A8BA-A431F6300409}" destId="{8DEFB806-5544-4B5B-A866-C01BC47193F8}" srcOrd="3" destOrd="0" presId="urn:microsoft.com/office/officeart/2005/8/layout/list1"/>
    <dgm:cxn modelId="{B7DF0633-3AE4-4C42-95BF-64DDAF367C53}" type="presParOf" srcId="{06A516CC-AE67-4E64-A8BA-A431F6300409}" destId="{C6BE5B96-984A-4488-9CCE-885EB0577B3D}" srcOrd="4" destOrd="0" presId="urn:microsoft.com/office/officeart/2005/8/layout/list1"/>
    <dgm:cxn modelId="{4AE30044-D188-46E1-B1B2-B7ED7531EBA2}" type="presParOf" srcId="{C6BE5B96-984A-4488-9CCE-885EB0577B3D}" destId="{C429961E-75AC-43A3-AE00-A4D01B50586D}" srcOrd="0" destOrd="0" presId="urn:microsoft.com/office/officeart/2005/8/layout/list1"/>
    <dgm:cxn modelId="{26D704D8-D107-4794-A1AC-0F3A8F70B18D}" type="presParOf" srcId="{C6BE5B96-984A-4488-9CCE-885EB0577B3D}" destId="{A7783708-DEE5-4E23-975B-3B6C12377C83}" srcOrd="1" destOrd="0" presId="urn:microsoft.com/office/officeart/2005/8/layout/list1"/>
    <dgm:cxn modelId="{72AE234D-6ACA-4B3E-AECC-3207FC4EDA9C}" type="presParOf" srcId="{06A516CC-AE67-4E64-A8BA-A431F6300409}" destId="{B7502C79-BE18-465B-A529-083709C53CB8}" srcOrd="5" destOrd="0" presId="urn:microsoft.com/office/officeart/2005/8/layout/list1"/>
    <dgm:cxn modelId="{2B766CBC-F1C2-4286-AC12-984951149AC2}" type="presParOf" srcId="{06A516CC-AE67-4E64-A8BA-A431F6300409}" destId="{18BC6031-BE3C-4D28-8426-C39884B1F3D5}" srcOrd="6" destOrd="0" presId="urn:microsoft.com/office/officeart/2005/8/layout/list1"/>
    <dgm:cxn modelId="{000ECCBE-3A02-40C1-B9B6-95041B72477A}" type="presParOf" srcId="{06A516CC-AE67-4E64-A8BA-A431F6300409}" destId="{FDE1BA1C-A897-4B48-9D5B-8E1FA0AA9613}" srcOrd="7" destOrd="0" presId="urn:microsoft.com/office/officeart/2005/8/layout/list1"/>
    <dgm:cxn modelId="{1F52FC11-87EF-41B5-9F66-2DEF7ED5988B}" type="presParOf" srcId="{06A516CC-AE67-4E64-A8BA-A431F6300409}" destId="{6BD46C28-3AD1-4120-B4FC-7956F94CCF71}" srcOrd="8" destOrd="0" presId="urn:microsoft.com/office/officeart/2005/8/layout/list1"/>
    <dgm:cxn modelId="{A8EF1912-9728-4984-BA45-1411BFA31F28}" type="presParOf" srcId="{6BD46C28-3AD1-4120-B4FC-7956F94CCF71}" destId="{0D6B2941-1F1B-45C5-B64A-64E1407C6FDB}" srcOrd="0" destOrd="0" presId="urn:microsoft.com/office/officeart/2005/8/layout/list1"/>
    <dgm:cxn modelId="{1216BAC6-E6F3-4F2C-BA20-2D0FD957AEF6}" type="presParOf" srcId="{6BD46C28-3AD1-4120-B4FC-7956F94CCF71}" destId="{CDD67090-B975-47BA-AA01-B2687E602F4A}" srcOrd="1" destOrd="0" presId="urn:microsoft.com/office/officeart/2005/8/layout/list1"/>
    <dgm:cxn modelId="{97A5E7EC-E7B5-490E-BD0A-BB896448CA6A}" type="presParOf" srcId="{06A516CC-AE67-4E64-A8BA-A431F6300409}" destId="{801A699D-BA38-4F42-B8CB-E7EC16DAED79}" srcOrd="9" destOrd="0" presId="urn:microsoft.com/office/officeart/2005/8/layout/list1"/>
    <dgm:cxn modelId="{4600521F-0A08-450B-B81E-94BFDD1F04CB}" type="presParOf" srcId="{06A516CC-AE67-4E64-A8BA-A431F6300409}" destId="{2C59EB41-09DD-484B-99D1-8C7EDAE68225}" srcOrd="10" destOrd="0" presId="urn:microsoft.com/office/officeart/2005/8/layout/list1"/>
    <dgm:cxn modelId="{ACCC5725-C037-4AF4-8F48-702F61D68DBB}" type="presParOf" srcId="{06A516CC-AE67-4E64-A8BA-A431F6300409}" destId="{849822B1-BBBB-4634-A356-E2F164B563C2}" srcOrd="11" destOrd="0" presId="urn:microsoft.com/office/officeart/2005/8/layout/list1"/>
    <dgm:cxn modelId="{12F2E035-1F78-48BB-A5E4-4B6A4C7587E6}" type="presParOf" srcId="{06A516CC-AE67-4E64-A8BA-A431F6300409}" destId="{A6223C2C-B69B-4162-8430-7F8A9B8F7607}" srcOrd="12" destOrd="0" presId="urn:microsoft.com/office/officeart/2005/8/layout/list1"/>
    <dgm:cxn modelId="{54AFAF29-F7E8-4999-9AFE-A844C49FA7A0}" type="presParOf" srcId="{A6223C2C-B69B-4162-8430-7F8A9B8F7607}" destId="{F9885EDA-8B7D-4EF2-9E53-819947128486}" srcOrd="0" destOrd="0" presId="urn:microsoft.com/office/officeart/2005/8/layout/list1"/>
    <dgm:cxn modelId="{64A10773-3C80-4E47-8D53-EBAEEE19E6CC}" type="presParOf" srcId="{A6223C2C-B69B-4162-8430-7F8A9B8F7607}" destId="{0B63F931-42D6-4208-AE5D-424C4F34EFA0}" srcOrd="1" destOrd="0" presId="urn:microsoft.com/office/officeart/2005/8/layout/list1"/>
    <dgm:cxn modelId="{F95E8128-D38A-41D8-90AF-5C85B247A135}" type="presParOf" srcId="{06A516CC-AE67-4E64-A8BA-A431F6300409}" destId="{F207A852-3308-4D86-B141-A344D7B933C4}" srcOrd="13" destOrd="0" presId="urn:microsoft.com/office/officeart/2005/8/layout/list1"/>
    <dgm:cxn modelId="{AB8E3DB5-71BB-4914-AE94-93B8DF3313D3}" type="presParOf" srcId="{06A516CC-AE67-4E64-A8BA-A431F6300409}" destId="{1B733DD0-A6C8-4FCE-9E53-90B4A4B1D39A}" srcOrd="14" destOrd="0" presId="urn:microsoft.com/office/officeart/2005/8/layout/list1"/>
  </dgm:cxnLst>
  <dgm:bg>
    <a:solidFill>
      <a:schemeClr val="accent6">
        <a:lumMod val="40000"/>
        <a:lumOff val="6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F9FF45D6-919C-4A61-87AB-A6B04812D21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4BCFB9-DAAB-4C11-A453-2086228B2A7E}">
      <dgm:prSet phldrT="[Text]"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 (a) </a:t>
          </a:r>
          <a:r>
            <a:rPr lang="en-IN" sz="3200" b="1" dirty="0">
              <a:solidFill>
                <a:srgbClr val="C00000"/>
              </a:solidFill>
            </a:rPr>
            <a:t>Two and two</a:t>
          </a:r>
          <a:r>
            <a:rPr lang="en-IN" sz="3200" b="1" dirty="0">
              <a:solidFill>
                <a:schemeClr val="tx1"/>
              </a:solidFill>
            </a:rPr>
            <a:t>/ (b)</a:t>
          </a:r>
          <a:r>
            <a:rPr lang="en-IN" sz="3200" b="1" dirty="0">
              <a:solidFill>
                <a:srgbClr val="C00000"/>
              </a:solidFill>
            </a:rPr>
            <a:t>make</a:t>
          </a:r>
          <a:r>
            <a:rPr lang="en-IN" sz="3200" b="1" dirty="0">
              <a:solidFill>
                <a:schemeClr val="tx1"/>
              </a:solidFill>
            </a:rPr>
            <a:t>  </a:t>
          </a:r>
          <a:r>
            <a:rPr lang="en-IN" sz="3200" b="1" strike="sngStrike" dirty="0">
              <a:solidFill>
                <a:srgbClr val="C00000"/>
              </a:solidFill>
            </a:rPr>
            <a:t>makes</a:t>
          </a:r>
          <a:r>
            <a:rPr lang="en-IN" sz="3200" b="1" dirty="0">
              <a:solidFill>
                <a:schemeClr val="tx1"/>
              </a:solidFill>
            </a:rPr>
            <a:t>/ (c) four./ (d) No error.</a:t>
          </a:r>
          <a:endParaRPr lang="en-US" sz="3200" b="1" dirty="0">
            <a:solidFill>
              <a:schemeClr val="tx1"/>
            </a:solidFill>
          </a:endParaRPr>
        </a:p>
      </dgm:t>
    </dgm:pt>
    <dgm:pt modelId="{7BC035D0-038B-4BA4-B113-C1FA219EA972}" type="parTrans" cxnId="{EC2CF61C-3F96-43E8-8634-9E95250182F6}">
      <dgm:prSet/>
      <dgm:spPr/>
      <dgm:t>
        <a:bodyPr/>
        <a:lstStyle/>
        <a:p>
          <a:endParaRPr lang="en-US"/>
        </a:p>
      </dgm:t>
    </dgm:pt>
    <dgm:pt modelId="{81C7E2DA-ED23-4CB9-A314-26971D357E36}" type="sibTrans" cxnId="{EC2CF61C-3F96-43E8-8634-9E95250182F6}">
      <dgm:prSet/>
      <dgm:spPr/>
      <dgm:t>
        <a:bodyPr/>
        <a:lstStyle/>
        <a:p>
          <a:endParaRPr lang="en-US"/>
        </a:p>
      </dgm:t>
    </dgm:pt>
    <dgm:pt modelId="{0CA29628-784B-4171-A58E-E2E7F08C3333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 (a) </a:t>
          </a:r>
          <a:r>
            <a:rPr lang="en-IN" sz="3200" b="1" dirty="0">
              <a:solidFill>
                <a:srgbClr val="C00000"/>
              </a:solidFill>
            </a:rPr>
            <a:t>Many a man  </a:t>
          </a:r>
          <a:r>
            <a:rPr lang="en-IN" sz="3200" b="1" strike="sngStrike" dirty="0">
              <a:solidFill>
                <a:srgbClr val="C00000"/>
              </a:solidFill>
            </a:rPr>
            <a:t>men</a:t>
          </a:r>
          <a:r>
            <a:rPr lang="en-IN" sz="3200" b="1" dirty="0">
              <a:solidFill>
                <a:schemeClr val="tx1"/>
              </a:solidFill>
            </a:rPr>
            <a:t>/ (b) attended the meeting/ (c) last night./ (d) No error.</a:t>
          </a:r>
        </a:p>
      </dgm:t>
    </dgm:pt>
    <dgm:pt modelId="{F53BFFF0-418C-4024-9784-B3B3F6A16A71}" type="parTrans" cxnId="{28263183-81B5-496F-B4C9-8280CA112CAE}">
      <dgm:prSet/>
      <dgm:spPr/>
      <dgm:t>
        <a:bodyPr/>
        <a:lstStyle/>
        <a:p>
          <a:endParaRPr lang="en-US"/>
        </a:p>
      </dgm:t>
    </dgm:pt>
    <dgm:pt modelId="{A4A749F6-D61A-4EF6-8878-79C107CFB7C5}" type="sibTrans" cxnId="{28263183-81B5-496F-B4C9-8280CA112CAE}">
      <dgm:prSet/>
      <dgm:spPr/>
      <dgm:t>
        <a:bodyPr/>
        <a:lstStyle/>
        <a:p>
          <a:endParaRPr lang="en-US"/>
        </a:p>
      </dgm:t>
    </dgm:pt>
    <dgm:pt modelId="{56B72EAA-6CB8-48C6-87D7-6A18651BFCFB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 (a) </a:t>
          </a:r>
          <a:r>
            <a:rPr lang="en-IN" sz="3200" b="1" dirty="0">
              <a:solidFill>
                <a:srgbClr val="C00000"/>
              </a:solidFill>
            </a:rPr>
            <a:t>The perquisites</a:t>
          </a:r>
          <a:r>
            <a:rPr lang="en-IN" sz="3200" b="1" dirty="0">
              <a:solidFill>
                <a:schemeClr val="tx1"/>
              </a:solidFill>
            </a:rPr>
            <a:t>/ (b) to this job </a:t>
          </a:r>
          <a:r>
            <a:rPr lang="en-IN" sz="3200" b="1" strike="sngStrike" dirty="0">
              <a:solidFill>
                <a:srgbClr val="C00000"/>
              </a:solidFill>
            </a:rPr>
            <a:t>makes</a:t>
          </a:r>
          <a:r>
            <a:rPr lang="en-IN" sz="3200" b="1" dirty="0">
              <a:solidFill>
                <a:schemeClr val="tx1"/>
              </a:solidFill>
            </a:rPr>
            <a:t> </a:t>
          </a:r>
          <a:r>
            <a:rPr lang="en-IN" sz="3200" b="1" dirty="0">
              <a:solidFill>
                <a:srgbClr val="C00000"/>
              </a:solidFill>
            </a:rPr>
            <a:t>make</a:t>
          </a:r>
          <a:r>
            <a:rPr lang="en-IN" sz="3200" b="1" dirty="0">
              <a:solidFill>
                <a:schemeClr val="tx1"/>
              </a:solidFill>
            </a:rPr>
            <a:t> it/ (c) even more attractive than the salary indicated/ (d) No error.</a:t>
          </a:r>
        </a:p>
      </dgm:t>
    </dgm:pt>
    <dgm:pt modelId="{32456546-A4E1-4286-B670-9CF38C980A85}" type="parTrans" cxnId="{AD37042E-4202-4FF5-9C14-D06AD8733B43}">
      <dgm:prSet/>
      <dgm:spPr/>
      <dgm:t>
        <a:bodyPr/>
        <a:lstStyle/>
        <a:p>
          <a:endParaRPr lang="en-US"/>
        </a:p>
      </dgm:t>
    </dgm:pt>
    <dgm:pt modelId="{3D4C29ED-45D0-422E-88CF-2C683CE11811}" type="sibTrans" cxnId="{AD37042E-4202-4FF5-9C14-D06AD8733B43}">
      <dgm:prSet/>
      <dgm:spPr/>
      <dgm:t>
        <a:bodyPr/>
        <a:lstStyle/>
        <a:p>
          <a:endParaRPr lang="en-US"/>
        </a:p>
      </dgm:t>
    </dgm:pt>
    <dgm:pt modelId="{37C14BAE-5692-46A6-91FE-5C094AAB9910}">
      <dgm:prSet custT="1"/>
      <dgm:spPr>
        <a:solidFill>
          <a:schemeClr val="bg1"/>
        </a:solidFill>
      </dgm:spPr>
      <dgm:t>
        <a:bodyPr/>
        <a:lstStyle/>
        <a:p>
          <a:r>
            <a:rPr lang="en-IN" sz="3200" b="1" dirty="0">
              <a:solidFill>
                <a:schemeClr val="tx1"/>
              </a:solidFill>
            </a:rPr>
            <a:t> (a) Either you/ (b) </a:t>
          </a:r>
          <a:r>
            <a:rPr lang="en-IN" sz="3200" b="1" dirty="0">
              <a:solidFill>
                <a:srgbClr val="C00000"/>
              </a:solidFill>
            </a:rPr>
            <a:t>or</a:t>
          </a:r>
          <a:r>
            <a:rPr lang="en-IN" sz="3200" b="1" dirty="0">
              <a:solidFill>
                <a:schemeClr val="tx1"/>
              </a:solidFill>
            </a:rPr>
            <a:t> </a:t>
          </a:r>
          <a:r>
            <a:rPr lang="en-IN" sz="3200" b="1" dirty="0">
              <a:solidFill>
                <a:srgbClr val="C00000"/>
              </a:solidFill>
            </a:rPr>
            <a:t>he</a:t>
          </a:r>
          <a:r>
            <a:rPr lang="en-IN" sz="3200" b="1" dirty="0">
              <a:solidFill>
                <a:schemeClr val="tx1"/>
              </a:solidFill>
            </a:rPr>
            <a:t>/ (c) </a:t>
          </a:r>
          <a:r>
            <a:rPr lang="en-IN" sz="3200" b="1" dirty="0">
              <a:solidFill>
                <a:srgbClr val="C00000"/>
              </a:solidFill>
            </a:rPr>
            <a:t>is </a:t>
          </a:r>
          <a:r>
            <a:rPr lang="en-IN" sz="3200" b="1" dirty="0">
              <a:solidFill>
                <a:schemeClr val="tx1"/>
              </a:solidFill>
            </a:rPr>
            <a:t> </a:t>
          </a:r>
          <a:r>
            <a:rPr lang="en-IN" sz="3200" b="1" strike="sngStrike" dirty="0">
              <a:solidFill>
                <a:srgbClr val="C00000"/>
              </a:solidFill>
            </a:rPr>
            <a:t>are</a:t>
          </a:r>
          <a:r>
            <a:rPr lang="en-IN" sz="3200" b="1" dirty="0">
              <a:solidFill>
                <a:schemeClr val="tx1"/>
              </a:solidFill>
            </a:rPr>
            <a:t> happy./ (d) No error.</a:t>
          </a:r>
        </a:p>
      </dgm:t>
    </dgm:pt>
    <dgm:pt modelId="{C720E060-0A8C-4CFC-BEB1-E616509DD791}" type="parTrans" cxnId="{CA990372-9BF0-4626-A056-F5695F763893}">
      <dgm:prSet/>
      <dgm:spPr/>
      <dgm:t>
        <a:bodyPr/>
        <a:lstStyle/>
        <a:p>
          <a:endParaRPr lang="en-US"/>
        </a:p>
      </dgm:t>
    </dgm:pt>
    <dgm:pt modelId="{510E30EC-F4FB-4ADB-94FA-B986904AA91A}" type="sibTrans" cxnId="{CA990372-9BF0-4626-A056-F5695F763893}">
      <dgm:prSet/>
      <dgm:spPr/>
      <dgm:t>
        <a:bodyPr/>
        <a:lstStyle/>
        <a:p>
          <a:endParaRPr lang="en-US"/>
        </a:p>
      </dgm:t>
    </dgm:pt>
    <dgm:pt modelId="{06A516CC-AE67-4E64-A8BA-A431F6300409}" type="pres">
      <dgm:prSet presAssocID="{F9FF45D6-919C-4A61-87AB-A6B04812D218}" presName="linear" presStyleCnt="0">
        <dgm:presLayoutVars>
          <dgm:dir/>
          <dgm:animLvl val="lvl"/>
          <dgm:resizeHandles val="exact"/>
        </dgm:presLayoutVars>
      </dgm:prSet>
      <dgm:spPr/>
    </dgm:pt>
    <dgm:pt modelId="{6CD5DF78-1267-44F9-B93B-C5B8FA2941B8}" type="pres">
      <dgm:prSet presAssocID="{424BCFB9-DAAB-4C11-A453-2086228B2A7E}" presName="parentLin" presStyleCnt="0"/>
      <dgm:spPr/>
    </dgm:pt>
    <dgm:pt modelId="{B4051DF8-FB1A-40E1-A9F7-3502EE744F85}" type="pres">
      <dgm:prSet presAssocID="{424BCFB9-DAAB-4C11-A453-2086228B2A7E}" presName="parentLeftMargin" presStyleLbl="node1" presStyleIdx="0" presStyleCnt="4"/>
      <dgm:spPr/>
    </dgm:pt>
    <dgm:pt modelId="{D56CF33B-2282-47D4-91E6-7D12532D2B8B}" type="pres">
      <dgm:prSet presAssocID="{424BCFB9-DAAB-4C11-A453-2086228B2A7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0483C44-4132-4753-9606-0301F4E11BB6}" type="pres">
      <dgm:prSet presAssocID="{424BCFB9-DAAB-4C11-A453-2086228B2A7E}" presName="negativeSpace" presStyleCnt="0"/>
      <dgm:spPr/>
    </dgm:pt>
    <dgm:pt modelId="{37A77636-E79E-45FC-A642-966E90235885}" type="pres">
      <dgm:prSet presAssocID="{424BCFB9-DAAB-4C11-A453-2086228B2A7E}" presName="childText" presStyleLbl="conFgAcc1" presStyleIdx="0" presStyleCnt="4">
        <dgm:presLayoutVars>
          <dgm:bulletEnabled val="1"/>
        </dgm:presLayoutVars>
      </dgm:prSet>
      <dgm:spPr/>
    </dgm:pt>
    <dgm:pt modelId="{8DEFB806-5544-4B5B-A866-C01BC47193F8}" type="pres">
      <dgm:prSet presAssocID="{81C7E2DA-ED23-4CB9-A314-26971D357E36}" presName="spaceBetweenRectangles" presStyleCnt="0"/>
      <dgm:spPr/>
    </dgm:pt>
    <dgm:pt modelId="{C6BE5B96-984A-4488-9CCE-885EB0577B3D}" type="pres">
      <dgm:prSet presAssocID="{0CA29628-784B-4171-A58E-E2E7F08C3333}" presName="parentLin" presStyleCnt="0"/>
      <dgm:spPr/>
    </dgm:pt>
    <dgm:pt modelId="{C429961E-75AC-43A3-AE00-A4D01B50586D}" type="pres">
      <dgm:prSet presAssocID="{0CA29628-784B-4171-A58E-E2E7F08C3333}" presName="parentLeftMargin" presStyleLbl="node1" presStyleIdx="0" presStyleCnt="4"/>
      <dgm:spPr/>
    </dgm:pt>
    <dgm:pt modelId="{A7783708-DEE5-4E23-975B-3B6C12377C83}" type="pres">
      <dgm:prSet presAssocID="{0CA29628-784B-4171-A58E-E2E7F08C333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7502C79-BE18-465B-A529-083709C53CB8}" type="pres">
      <dgm:prSet presAssocID="{0CA29628-784B-4171-A58E-E2E7F08C3333}" presName="negativeSpace" presStyleCnt="0"/>
      <dgm:spPr/>
    </dgm:pt>
    <dgm:pt modelId="{18BC6031-BE3C-4D28-8426-C39884B1F3D5}" type="pres">
      <dgm:prSet presAssocID="{0CA29628-784B-4171-A58E-E2E7F08C3333}" presName="childText" presStyleLbl="conFgAcc1" presStyleIdx="1" presStyleCnt="4">
        <dgm:presLayoutVars>
          <dgm:bulletEnabled val="1"/>
        </dgm:presLayoutVars>
      </dgm:prSet>
      <dgm:spPr/>
    </dgm:pt>
    <dgm:pt modelId="{FDE1BA1C-A897-4B48-9D5B-8E1FA0AA9613}" type="pres">
      <dgm:prSet presAssocID="{A4A749F6-D61A-4EF6-8878-79C107CFB7C5}" presName="spaceBetweenRectangles" presStyleCnt="0"/>
      <dgm:spPr/>
    </dgm:pt>
    <dgm:pt modelId="{6BD46C28-3AD1-4120-B4FC-7956F94CCF71}" type="pres">
      <dgm:prSet presAssocID="{56B72EAA-6CB8-48C6-87D7-6A18651BFCFB}" presName="parentLin" presStyleCnt="0"/>
      <dgm:spPr/>
    </dgm:pt>
    <dgm:pt modelId="{0D6B2941-1F1B-45C5-B64A-64E1407C6FDB}" type="pres">
      <dgm:prSet presAssocID="{56B72EAA-6CB8-48C6-87D7-6A18651BFCFB}" presName="parentLeftMargin" presStyleLbl="node1" presStyleIdx="1" presStyleCnt="4"/>
      <dgm:spPr/>
    </dgm:pt>
    <dgm:pt modelId="{CDD67090-B975-47BA-AA01-B2687E602F4A}" type="pres">
      <dgm:prSet presAssocID="{56B72EAA-6CB8-48C6-87D7-6A18651BFCFB}" presName="parentText" presStyleLbl="node1" presStyleIdx="2" presStyleCnt="4" custScaleY="149569">
        <dgm:presLayoutVars>
          <dgm:chMax val="0"/>
          <dgm:bulletEnabled val="1"/>
        </dgm:presLayoutVars>
      </dgm:prSet>
      <dgm:spPr/>
    </dgm:pt>
    <dgm:pt modelId="{801A699D-BA38-4F42-B8CB-E7EC16DAED79}" type="pres">
      <dgm:prSet presAssocID="{56B72EAA-6CB8-48C6-87D7-6A18651BFCFB}" presName="negativeSpace" presStyleCnt="0"/>
      <dgm:spPr/>
    </dgm:pt>
    <dgm:pt modelId="{2C59EB41-09DD-484B-99D1-8C7EDAE68225}" type="pres">
      <dgm:prSet presAssocID="{56B72EAA-6CB8-48C6-87D7-6A18651BFCFB}" presName="childText" presStyleLbl="conFgAcc1" presStyleIdx="2" presStyleCnt="4">
        <dgm:presLayoutVars>
          <dgm:bulletEnabled val="1"/>
        </dgm:presLayoutVars>
      </dgm:prSet>
      <dgm:spPr/>
    </dgm:pt>
    <dgm:pt modelId="{849822B1-BBBB-4634-A356-E2F164B563C2}" type="pres">
      <dgm:prSet presAssocID="{3D4C29ED-45D0-422E-88CF-2C683CE11811}" presName="spaceBetweenRectangles" presStyleCnt="0"/>
      <dgm:spPr/>
    </dgm:pt>
    <dgm:pt modelId="{A6223C2C-B69B-4162-8430-7F8A9B8F7607}" type="pres">
      <dgm:prSet presAssocID="{37C14BAE-5692-46A6-91FE-5C094AAB9910}" presName="parentLin" presStyleCnt="0"/>
      <dgm:spPr/>
    </dgm:pt>
    <dgm:pt modelId="{F9885EDA-8B7D-4EF2-9E53-819947128486}" type="pres">
      <dgm:prSet presAssocID="{37C14BAE-5692-46A6-91FE-5C094AAB9910}" presName="parentLeftMargin" presStyleLbl="node1" presStyleIdx="2" presStyleCnt="4"/>
      <dgm:spPr/>
    </dgm:pt>
    <dgm:pt modelId="{0B63F931-42D6-4208-AE5D-424C4F34EFA0}" type="pres">
      <dgm:prSet presAssocID="{37C14BAE-5692-46A6-91FE-5C094AAB991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207A852-3308-4D86-B141-A344D7B933C4}" type="pres">
      <dgm:prSet presAssocID="{37C14BAE-5692-46A6-91FE-5C094AAB9910}" presName="negativeSpace" presStyleCnt="0"/>
      <dgm:spPr/>
    </dgm:pt>
    <dgm:pt modelId="{1B733DD0-A6C8-4FCE-9E53-90B4A4B1D39A}" type="pres">
      <dgm:prSet presAssocID="{37C14BAE-5692-46A6-91FE-5C094AAB991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CA6AE07-4FE3-45F7-955F-530B043FF734}" type="presOf" srcId="{F9FF45D6-919C-4A61-87AB-A6B04812D218}" destId="{06A516CC-AE67-4E64-A8BA-A431F6300409}" srcOrd="0" destOrd="0" presId="urn:microsoft.com/office/officeart/2005/8/layout/list1"/>
    <dgm:cxn modelId="{EC2CF61C-3F96-43E8-8634-9E95250182F6}" srcId="{F9FF45D6-919C-4A61-87AB-A6B04812D218}" destId="{424BCFB9-DAAB-4C11-A453-2086228B2A7E}" srcOrd="0" destOrd="0" parTransId="{7BC035D0-038B-4BA4-B113-C1FA219EA972}" sibTransId="{81C7E2DA-ED23-4CB9-A314-26971D357E36}"/>
    <dgm:cxn modelId="{F3461122-92B0-45D3-A38D-145E9F6CFEE3}" type="presOf" srcId="{37C14BAE-5692-46A6-91FE-5C094AAB9910}" destId="{F9885EDA-8B7D-4EF2-9E53-819947128486}" srcOrd="0" destOrd="0" presId="urn:microsoft.com/office/officeart/2005/8/layout/list1"/>
    <dgm:cxn modelId="{EA98A923-E9CA-4AFD-81E3-8F9A36AB16FA}" type="presOf" srcId="{424BCFB9-DAAB-4C11-A453-2086228B2A7E}" destId="{B4051DF8-FB1A-40E1-A9F7-3502EE744F85}" srcOrd="0" destOrd="0" presId="urn:microsoft.com/office/officeart/2005/8/layout/list1"/>
    <dgm:cxn modelId="{AD37042E-4202-4FF5-9C14-D06AD8733B43}" srcId="{F9FF45D6-919C-4A61-87AB-A6B04812D218}" destId="{56B72EAA-6CB8-48C6-87D7-6A18651BFCFB}" srcOrd="2" destOrd="0" parTransId="{32456546-A4E1-4286-B670-9CF38C980A85}" sibTransId="{3D4C29ED-45D0-422E-88CF-2C683CE11811}"/>
    <dgm:cxn modelId="{5506BE40-4B6F-448E-8656-0024F6152202}" type="presOf" srcId="{424BCFB9-DAAB-4C11-A453-2086228B2A7E}" destId="{D56CF33B-2282-47D4-91E6-7D12532D2B8B}" srcOrd="1" destOrd="0" presId="urn:microsoft.com/office/officeart/2005/8/layout/list1"/>
    <dgm:cxn modelId="{84DCC745-D010-421E-A13C-148111965836}" type="presOf" srcId="{56B72EAA-6CB8-48C6-87D7-6A18651BFCFB}" destId="{CDD67090-B975-47BA-AA01-B2687E602F4A}" srcOrd="1" destOrd="0" presId="urn:microsoft.com/office/officeart/2005/8/layout/list1"/>
    <dgm:cxn modelId="{CA990372-9BF0-4626-A056-F5695F763893}" srcId="{F9FF45D6-919C-4A61-87AB-A6B04812D218}" destId="{37C14BAE-5692-46A6-91FE-5C094AAB9910}" srcOrd="3" destOrd="0" parTransId="{C720E060-0A8C-4CFC-BEB1-E616509DD791}" sibTransId="{510E30EC-F4FB-4ADB-94FA-B986904AA91A}"/>
    <dgm:cxn modelId="{3061C676-EFFB-447D-88F1-34BBFB17CAA4}" type="presOf" srcId="{0CA29628-784B-4171-A58E-E2E7F08C3333}" destId="{A7783708-DEE5-4E23-975B-3B6C12377C83}" srcOrd="1" destOrd="0" presId="urn:microsoft.com/office/officeart/2005/8/layout/list1"/>
    <dgm:cxn modelId="{28263183-81B5-496F-B4C9-8280CA112CAE}" srcId="{F9FF45D6-919C-4A61-87AB-A6B04812D218}" destId="{0CA29628-784B-4171-A58E-E2E7F08C3333}" srcOrd="1" destOrd="0" parTransId="{F53BFFF0-418C-4024-9784-B3B3F6A16A71}" sibTransId="{A4A749F6-D61A-4EF6-8878-79C107CFB7C5}"/>
    <dgm:cxn modelId="{9DA2DB8A-D1E2-4DE0-81E2-B304CED57F61}" type="presOf" srcId="{0CA29628-784B-4171-A58E-E2E7F08C3333}" destId="{C429961E-75AC-43A3-AE00-A4D01B50586D}" srcOrd="0" destOrd="0" presId="urn:microsoft.com/office/officeart/2005/8/layout/list1"/>
    <dgm:cxn modelId="{4E33D1BD-F0B4-4D15-8810-FB9D907005F6}" type="presOf" srcId="{37C14BAE-5692-46A6-91FE-5C094AAB9910}" destId="{0B63F931-42D6-4208-AE5D-424C4F34EFA0}" srcOrd="1" destOrd="0" presId="urn:microsoft.com/office/officeart/2005/8/layout/list1"/>
    <dgm:cxn modelId="{1E05C7CE-058B-4A80-8933-A7942186AB86}" type="presOf" srcId="{56B72EAA-6CB8-48C6-87D7-6A18651BFCFB}" destId="{0D6B2941-1F1B-45C5-B64A-64E1407C6FDB}" srcOrd="0" destOrd="0" presId="urn:microsoft.com/office/officeart/2005/8/layout/list1"/>
    <dgm:cxn modelId="{FD8B3777-3BB8-4397-B4C6-FDC75F8882A8}" type="presParOf" srcId="{06A516CC-AE67-4E64-A8BA-A431F6300409}" destId="{6CD5DF78-1267-44F9-B93B-C5B8FA2941B8}" srcOrd="0" destOrd="0" presId="urn:microsoft.com/office/officeart/2005/8/layout/list1"/>
    <dgm:cxn modelId="{A1B68F04-22F0-43E7-816E-EFE17DDAE1D1}" type="presParOf" srcId="{6CD5DF78-1267-44F9-B93B-C5B8FA2941B8}" destId="{B4051DF8-FB1A-40E1-A9F7-3502EE744F85}" srcOrd="0" destOrd="0" presId="urn:microsoft.com/office/officeart/2005/8/layout/list1"/>
    <dgm:cxn modelId="{E91BE59C-F86F-4754-A40B-01F64A2A44DD}" type="presParOf" srcId="{6CD5DF78-1267-44F9-B93B-C5B8FA2941B8}" destId="{D56CF33B-2282-47D4-91E6-7D12532D2B8B}" srcOrd="1" destOrd="0" presId="urn:microsoft.com/office/officeart/2005/8/layout/list1"/>
    <dgm:cxn modelId="{DA25D509-311A-408E-979A-B9832CDA6E37}" type="presParOf" srcId="{06A516CC-AE67-4E64-A8BA-A431F6300409}" destId="{50483C44-4132-4753-9606-0301F4E11BB6}" srcOrd="1" destOrd="0" presId="urn:microsoft.com/office/officeart/2005/8/layout/list1"/>
    <dgm:cxn modelId="{7697CB88-C966-435D-B616-87AFC88277C1}" type="presParOf" srcId="{06A516CC-AE67-4E64-A8BA-A431F6300409}" destId="{37A77636-E79E-45FC-A642-966E90235885}" srcOrd="2" destOrd="0" presId="urn:microsoft.com/office/officeart/2005/8/layout/list1"/>
    <dgm:cxn modelId="{794E42CD-9C32-4BDB-B99B-13BA31F38EF4}" type="presParOf" srcId="{06A516CC-AE67-4E64-A8BA-A431F6300409}" destId="{8DEFB806-5544-4B5B-A866-C01BC47193F8}" srcOrd="3" destOrd="0" presId="urn:microsoft.com/office/officeart/2005/8/layout/list1"/>
    <dgm:cxn modelId="{B7DF0633-3AE4-4C42-95BF-64DDAF367C53}" type="presParOf" srcId="{06A516CC-AE67-4E64-A8BA-A431F6300409}" destId="{C6BE5B96-984A-4488-9CCE-885EB0577B3D}" srcOrd="4" destOrd="0" presId="urn:microsoft.com/office/officeart/2005/8/layout/list1"/>
    <dgm:cxn modelId="{4AE30044-D188-46E1-B1B2-B7ED7531EBA2}" type="presParOf" srcId="{C6BE5B96-984A-4488-9CCE-885EB0577B3D}" destId="{C429961E-75AC-43A3-AE00-A4D01B50586D}" srcOrd="0" destOrd="0" presId="urn:microsoft.com/office/officeart/2005/8/layout/list1"/>
    <dgm:cxn modelId="{26D704D8-D107-4794-A1AC-0F3A8F70B18D}" type="presParOf" srcId="{C6BE5B96-984A-4488-9CCE-885EB0577B3D}" destId="{A7783708-DEE5-4E23-975B-3B6C12377C83}" srcOrd="1" destOrd="0" presId="urn:microsoft.com/office/officeart/2005/8/layout/list1"/>
    <dgm:cxn modelId="{72AE234D-6ACA-4B3E-AECC-3207FC4EDA9C}" type="presParOf" srcId="{06A516CC-AE67-4E64-A8BA-A431F6300409}" destId="{B7502C79-BE18-465B-A529-083709C53CB8}" srcOrd="5" destOrd="0" presId="urn:microsoft.com/office/officeart/2005/8/layout/list1"/>
    <dgm:cxn modelId="{2B766CBC-F1C2-4286-AC12-984951149AC2}" type="presParOf" srcId="{06A516CC-AE67-4E64-A8BA-A431F6300409}" destId="{18BC6031-BE3C-4D28-8426-C39884B1F3D5}" srcOrd="6" destOrd="0" presId="urn:microsoft.com/office/officeart/2005/8/layout/list1"/>
    <dgm:cxn modelId="{000ECCBE-3A02-40C1-B9B6-95041B72477A}" type="presParOf" srcId="{06A516CC-AE67-4E64-A8BA-A431F6300409}" destId="{FDE1BA1C-A897-4B48-9D5B-8E1FA0AA9613}" srcOrd="7" destOrd="0" presId="urn:microsoft.com/office/officeart/2005/8/layout/list1"/>
    <dgm:cxn modelId="{1F52FC11-87EF-41B5-9F66-2DEF7ED5988B}" type="presParOf" srcId="{06A516CC-AE67-4E64-A8BA-A431F6300409}" destId="{6BD46C28-3AD1-4120-B4FC-7956F94CCF71}" srcOrd="8" destOrd="0" presId="urn:microsoft.com/office/officeart/2005/8/layout/list1"/>
    <dgm:cxn modelId="{A8EF1912-9728-4984-BA45-1411BFA31F28}" type="presParOf" srcId="{6BD46C28-3AD1-4120-B4FC-7956F94CCF71}" destId="{0D6B2941-1F1B-45C5-B64A-64E1407C6FDB}" srcOrd="0" destOrd="0" presId="urn:microsoft.com/office/officeart/2005/8/layout/list1"/>
    <dgm:cxn modelId="{1216BAC6-E6F3-4F2C-BA20-2D0FD957AEF6}" type="presParOf" srcId="{6BD46C28-3AD1-4120-B4FC-7956F94CCF71}" destId="{CDD67090-B975-47BA-AA01-B2687E602F4A}" srcOrd="1" destOrd="0" presId="urn:microsoft.com/office/officeart/2005/8/layout/list1"/>
    <dgm:cxn modelId="{97A5E7EC-E7B5-490E-BD0A-BB896448CA6A}" type="presParOf" srcId="{06A516CC-AE67-4E64-A8BA-A431F6300409}" destId="{801A699D-BA38-4F42-B8CB-E7EC16DAED79}" srcOrd="9" destOrd="0" presId="urn:microsoft.com/office/officeart/2005/8/layout/list1"/>
    <dgm:cxn modelId="{4600521F-0A08-450B-B81E-94BFDD1F04CB}" type="presParOf" srcId="{06A516CC-AE67-4E64-A8BA-A431F6300409}" destId="{2C59EB41-09DD-484B-99D1-8C7EDAE68225}" srcOrd="10" destOrd="0" presId="urn:microsoft.com/office/officeart/2005/8/layout/list1"/>
    <dgm:cxn modelId="{ACCC5725-C037-4AF4-8F48-702F61D68DBB}" type="presParOf" srcId="{06A516CC-AE67-4E64-A8BA-A431F6300409}" destId="{849822B1-BBBB-4634-A356-E2F164B563C2}" srcOrd="11" destOrd="0" presId="urn:microsoft.com/office/officeart/2005/8/layout/list1"/>
    <dgm:cxn modelId="{12F2E035-1F78-48BB-A5E4-4B6A4C7587E6}" type="presParOf" srcId="{06A516CC-AE67-4E64-A8BA-A431F6300409}" destId="{A6223C2C-B69B-4162-8430-7F8A9B8F7607}" srcOrd="12" destOrd="0" presId="urn:microsoft.com/office/officeart/2005/8/layout/list1"/>
    <dgm:cxn modelId="{54AFAF29-F7E8-4999-9AFE-A844C49FA7A0}" type="presParOf" srcId="{A6223C2C-B69B-4162-8430-7F8A9B8F7607}" destId="{F9885EDA-8B7D-4EF2-9E53-819947128486}" srcOrd="0" destOrd="0" presId="urn:microsoft.com/office/officeart/2005/8/layout/list1"/>
    <dgm:cxn modelId="{64A10773-3C80-4E47-8D53-EBAEEE19E6CC}" type="presParOf" srcId="{A6223C2C-B69B-4162-8430-7F8A9B8F7607}" destId="{0B63F931-42D6-4208-AE5D-424C4F34EFA0}" srcOrd="1" destOrd="0" presId="urn:microsoft.com/office/officeart/2005/8/layout/list1"/>
    <dgm:cxn modelId="{F95E8128-D38A-41D8-90AF-5C85B247A135}" type="presParOf" srcId="{06A516CC-AE67-4E64-A8BA-A431F6300409}" destId="{F207A852-3308-4D86-B141-A344D7B933C4}" srcOrd="13" destOrd="0" presId="urn:microsoft.com/office/officeart/2005/8/layout/list1"/>
    <dgm:cxn modelId="{AB8E3DB5-71BB-4914-AE94-93B8DF3313D3}" type="presParOf" srcId="{06A516CC-AE67-4E64-A8BA-A431F6300409}" destId="{1B733DD0-A6C8-4FCE-9E53-90B4A4B1D39A}" srcOrd="14" destOrd="0" presId="urn:microsoft.com/office/officeart/2005/8/layout/list1"/>
  </dgm:cxnLst>
  <dgm:bg>
    <a:solidFill>
      <a:schemeClr val="accent6">
        <a:lumMod val="40000"/>
        <a:lumOff val="6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9695FB-6FD6-48A0-8EA9-666CF2DD5B57}">
      <dsp:nvSpPr>
        <dsp:cNvPr id="0" name=""/>
        <dsp:cNvSpPr/>
      </dsp:nvSpPr>
      <dsp:spPr>
        <a:xfrm>
          <a:off x="0" y="645119"/>
          <a:ext cx="11998036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857886-0A56-48E0-B3AA-22279AF89BBE}">
      <dsp:nvSpPr>
        <dsp:cNvPr id="0" name=""/>
        <dsp:cNvSpPr/>
      </dsp:nvSpPr>
      <dsp:spPr>
        <a:xfrm>
          <a:off x="599901" y="84239"/>
          <a:ext cx="8398625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448" tIns="0" rIns="317448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137. (a) Neither of them/ (b) are going to attend/ (c) the party on 10th October./ (d) No error</a:t>
          </a:r>
          <a:endParaRPr lang="en-US" sz="2800" b="1" kern="1200" dirty="0">
            <a:solidFill>
              <a:schemeClr val="tx1"/>
            </a:solidFill>
          </a:endParaRPr>
        </a:p>
      </dsp:txBody>
      <dsp:txXfrm>
        <a:off x="654661" y="138999"/>
        <a:ext cx="8289105" cy="1012240"/>
      </dsp:txXfrm>
    </dsp:sp>
    <dsp:sp modelId="{BEDBB044-EB67-413D-8790-8EF2712A6817}">
      <dsp:nvSpPr>
        <dsp:cNvPr id="0" name=""/>
        <dsp:cNvSpPr/>
      </dsp:nvSpPr>
      <dsp:spPr>
        <a:xfrm>
          <a:off x="0" y="2368800"/>
          <a:ext cx="11998036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CEC52D-B6B9-4031-AE41-1EF6587D68E7}">
      <dsp:nvSpPr>
        <dsp:cNvPr id="0" name=""/>
        <dsp:cNvSpPr/>
      </dsp:nvSpPr>
      <dsp:spPr>
        <a:xfrm>
          <a:off x="599901" y="1807920"/>
          <a:ext cx="8398625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448" tIns="0" rIns="317448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138. (a) He walked five miles which are really a great distance/ (b) for a man like him who is not only old but also ill./ (d) No error</a:t>
          </a:r>
        </a:p>
      </dsp:txBody>
      <dsp:txXfrm>
        <a:off x="654661" y="1862680"/>
        <a:ext cx="8289105" cy="1012240"/>
      </dsp:txXfrm>
    </dsp:sp>
    <dsp:sp modelId="{02005120-7F64-476E-B85F-D2C07ABD1D2F}">
      <dsp:nvSpPr>
        <dsp:cNvPr id="0" name=""/>
        <dsp:cNvSpPr/>
      </dsp:nvSpPr>
      <dsp:spPr>
        <a:xfrm>
          <a:off x="0" y="4092480"/>
          <a:ext cx="11998036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236366-DC61-484E-B8E8-ADA1E1F5117D}">
      <dsp:nvSpPr>
        <dsp:cNvPr id="0" name=""/>
        <dsp:cNvSpPr/>
      </dsp:nvSpPr>
      <dsp:spPr>
        <a:xfrm>
          <a:off x="599901" y="3531600"/>
          <a:ext cx="8398625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448" tIns="0" rIns="317448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139. (a) Either my colleague/ (b) or a peon are coming home/ (c) with the material today./ (d) No error</a:t>
          </a:r>
        </a:p>
      </dsp:txBody>
      <dsp:txXfrm>
        <a:off x="654661" y="3586360"/>
        <a:ext cx="8289105" cy="1012240"/>
      </dsp:txXfrm>
    </dsp:sp>
    <dsp:sp modelId="{98A41EF5-3AFB-4AD4-9040-6344315F9A86}">
      <dsp:nvSpPr>
        <dsp:cNvPr id="0" name=""/>
        <dsp:cNvSpPr/>
      </dsp:nvSpPr>
      <dsp:spPr>
        <a:xfrm>
          <a:off x="0" y="5816160"/>
          <a:ext cx="11998036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6982C1-6A79-4C94-9905-3EB5BCCA6742}">
      <dsp:nvSpPr>
        <dsp:cNvPr id="0" name=""/>
        <dsp:cNvSpPr/>
      </dsp:nvSpPr>
      <dsp:spPr>
        <a:xfrm>
          <a:off x="599901" y="5255280"/>
          <a:ext cx="8398625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448" tIns="0" rIns="317448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140. (a) The rise and fall/ (b) of the tide are due/ (c) to lunar influence./ (d) No error</a:t>
          </a:r>
        </a:p>
      </dsp:txBody>
      <dsp:txXfrm>
        <a:off x="654661" y="5310040"/>
        <a:ext cx="8289105" cy="10122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9695FB-6FD6-48A0-8EA9-666CF2DD5B57}">
      <dsp:nvSpPr>
        <dsp:cNvPr id="0" name=""/>
        <dsp:cNvSpPr/>
      </dsp:nvSpPr>
      <dsp:spPr>
        <a:xfrm>
          <a:off x="0" y="645119"/>
          <a:ext cx="11998036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857886-0A56-48E0-B3AA-22279AF89BBE}">
      <dsp:nvSpPr>
        <dsp:cNvPr id="0" name=""/>
        <dsp:cNvSpPr/>
      </dsp:nvSpPr>
      <dsp:spPr>
        <a:xfrm>
          <a:off x="599901" y="84239"/>
          <a:ext cx="8398625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448" tIns="0" rIns="317448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 (a) </a:t>
          </a:r>
          <a:r>
            <a:rPr lang="en-IN" sz="2800" b="1" kern="1200" dirty="0">
              <a:solidFill>
                <a:srgbClr val="C00000"/>
              </a:solidFill>
            </a:rPr>
            <a:t>Neither</a:t>
          </a:r>
          <a:r>
            <a:rPr lang="en-IN" sz="2800" b="0" kern="1200" dirty="0">
              <a:solidFill>
                <a:schemeClr val="tx1"/>
              </a:solidFill>
            </a:rPr>
            <a:t> </a:t>
          </a:r>
          <a:r>
            <a:rPr lang="en-IN" sz="2800" b="1" kern="1200" dirty="0">
              <a:solidFill>
                <a:schemeClr val="tx1"/>
              </a:solidFill>
            </a:rPr>
            <a:t>of them/ (b) </a:t>
          </a:r>
          <a:r>
            <a:rPr lang="en-IN" sz="2800" b="1" strike="sngStrike" kern="1200" dirty="0">
              <a:solidFill>
                <a:srgbClr val="C00000"/>
              </a:solidFill>
            </a:rPr>
            <a:t>are</a:t>
          </a:r>
          <a:r>
            <a:rPr lang="en-IN" sz="2800" b="1" kern="1200" dirty="0">
              <a:solidFill>
                <a:srgbClr val="C00000"/>
              </a:solidFill>
            </a:rPr>
            <a:t> is  </a:t>
          </a:r>
          <a:r>
            <a:rPr lang="en-IN" sz="2800" b="1" kern="1200" dirty="0">
              <a:solidFill>
                <a:schemeClr val="tx1"/>
              </a:solidFill>
            </a:rPr>
            <a:t>going to attend/ (c) the party on 10th October./ (d) No error</a:t>
          </a:r>
          <a:endParaRPr lang="en-US" sz="2800" b="1" kern="1200" dirty="0">
            <a:solidFill>
              <a:schemeClr val="tx1"/>
            </a:solidFill>
          </a:endParaRPr>
        </a:p>
      </dsp:txBody>
      <dsp:txXfrm>
        <a:off x="654661" y="138999"/>
        <a:ext cx="8289105" cy="1012240"/>
      </dsp:txXfrm>
    </dsp:sp>
    <dsp:sp modelId="{BEDBB044-EB67-413D-8790-8EF2712A6817}">
      <dsp:nvSpPr>
        <dsp:cNvPr id="0" name=""/>
        <dsp:cNvSpPr/>
      </dsp:nvSpPr>
      <dsp:spPr>
        <a:xfrm>
          <a:off x="0" y="2368800"/>
          <a:ext cx="11998036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CEC52D-B6B9-4031-AE41-1EF6587D68E7}">
      <dsp:nvSpPr>
        <dsp:cNvPr id="0" name=""/>
        <dsp:cNvSpPr/>
      </dsp:nvSpPr>
      <dsp:spPr>
        <a:xfrm>
          <a:off x="599901" y="1807920"/>
          <a:ext cx="8398625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448" tIns="0" rIns="317448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 (a) He walked </a:t>
          </a:r>
          <a:r>
            <a:rPr lang="en-IN" sz="2800" b="1" kern="1200" dirty="0">
              <a:solidFill>
                <a:srgbClr val="C00000"/>
              </a:solidFill>
            </a:rPr>
            <a:t>five miles </a:t>
          </a:r>
          <a:r>
            <a:rPr lang="en-IN" sz="2800" b="1" kern="1200" dirty="0">
              <a:solidFill>
                <a:schemeClr val="tx1"/>
              </a:solidFill>
            </a:rPr>
            <a:t>which </a:t>
          </a:r>
          <a:r>
            <a:rPr lang="en-IN" sz="2800" b="1" kern="1200" dirty="0">
              <a:solidFill>
                <a:srgbClr val="C00000"/>
              </a:solidFill>
            </a:rPr>
            <a:t>is </a:t>
          </a:r>
          <a:r>
            <a:rPr lang="en-IN" sz="2800" b="1" strike="sngStrike" kern="1200" dirty="0">
              <a:solidFill>
                <a:srgbClr val="C00000"/>
              </a:solidFill>
            </a:rPr>
            <a:t>are</a:t>
          </a:r>
          <a:r>
            <a:rPr lang="en-IN" sz="2800" b="1" kern="1200" dirty="0">
              <a:solidFill>
                <a:srgbClr val="C00000"/>
              </a:solidFill>
            </a:rPr>
            <a:t> </a:t>
          </a:r>
          <a:r>
            <a:rPr lang="en-IN" sz="2800" b="1" kern="1200" dirty="0">
              <a:solidFill>
                <a:schemeClr val="tx1"/>
              </a:solidFill>
            </a:rPr>
            <a:t>really a great distance/ (b) for a man like him who is not only old but also ill./ (d) No error </a:t>
          </a:r>
          <a:r>
            <a:rPr lang="en-IN" sz="1800" b="1" kern="1200" dirty="0">
              <a:solidFill>
                <a:srgbClr val="C00000"/>
              </a:solidFill>
            </a:rPr>
            <a:t>(unit of measurement)</a:t>
          </a:r>
          <a:endParaRPr lang="en-IN" sz="2800" b="1" kern="1200" dirty="0">
            <a:solidFill>
              <a:srgbClr val="C00000"/>
            </a:solidFill>
          </a:endParaRPr>
        </a:p>
      </dsp:txBody>
      <dsp:txXfrm>
        <a:off x="654661" y="1862680"/>
        <a:ext cx="8289105" cy="1012240"/>
      </dsp:txXfrm>
    </dsp:sp>
    <dsp:sp modelId="{02005120-7F64-476E-B85F-D2C07ABD1D2F}">
      <dsp:nvSpPr>
        <dsp:cNvPr id="0" name=""/>
        <dsp:cNvSpPr/>
      </dsp:nvSpPr>
      <dsp:spPr>
        <a:xfrm>
          <a:off x="0" y="4092480"/>
          <a:ext cx="11998036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236366-DC61-484E-B8E8-ADA1E1F5117D}">
      <dsp:nvSpPr>
        <dsp:cNvPr id="0" name=""/>
        <dsp:cNvSpPr/>
      </dsp:nvSpPr>
      <dsp:spPr>
        <a:xfrm>
          <a:off x="599901" y="3531600"/>
          <a:ext cx="8398625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448" tIns="0" rIns="317448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 (a) Either my colleague/ (b) </a:t>
          </a:r>
          <a:r>
            <a:rPr lang="en-IN" sz="2800" b="1" kern="1200" dirty="0">
              <a:solidFill>
                <a:srgbClr val="002060"/>
              </a:solidFill>
            </a:rPr>
            <a:t>or</a:t>
          </a:r>
          <a:r>
            <a:rPr lang="en-IN" sz="2800" b="1" kern="1200" dirty="0">
              <a:solidFill>
                <a:schemeClr val="tx1"/>
              </a:solidFill>
            </a:rPr>
            <a:t> a </a:t>
          </a:r>
          <a:r>
            <a:rPr lang="en-IN" sz="2800" b="1" kern="1200" dirty="0">
              <a:solidFill>
                <a:srgbClr val="C00000"/>
              </a:solidFill>
            </a:rPr>
            <a:t>peon </a:t>
          </a:r>
          <a:r>
            <a:rPr lang="en-IN" sz="2800" b="1" strike="sngStrike" kern="1200" dirty="0">
              <a:solidFill>
                <a:srgbClr val="C00000"/>
              </a:solidFill>
            </a:rPr>
            <a:t>are</a:t>
          </a:r>
          <a:r>
            <a:rPr lang="en-IN" sz="2800" b="1" kern="1200" dirty="0">
              <a:solidFill>
                <a:srgbClr val="C00000"/>
              </a:solidFill>
            </a:rPr>
            <a:t> is </a:t>
          </a:r>
          <a:r>
            <a:rPr lang="en-IN" sz="2800" b="1" kern="1200" dirty="0">
              <a:solidFill>
                <a:schemeClr val="tx1"/>
              </a:solidFill>
            </a:rPr>
            <a:t>coming home/ (c) with the material today./ (d) No error (either…or )</a:t>
          </a:r>
        </a:p>
      </dsp:txBody>
      <dsp:txXfrm>
        <a:off x="654661" y="3586360"/>
        <a:ext cx="8289105" cy="1012240"/>
      </dsp:txXfrm>
    </dsp:sp>
    <dsp:sp modelId="{98A41EF5-3AFB-4AD4-9040-6344315F9A86}">
      <dsp:nvSpPr>
        <dsp:cNvPr id="0" name=""/>
        <dsp:cNvSpPr/>
      </dsp:nvSpPr>
      <dsp:spPr>
        <a:xfrm>
          <a:off x="0" y="5816160"/>
          <a:ext cx="11998036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6982C1-6A79-4C94-9905-3EB5BCCA6742}">
      <dsp:nvSpPr>
        <dsp:cNvPr id="0" name=""/>
        <dsp:cNvSpPr/>
      </dsp:nvSpPr>
      <dsp:spPr>
        <a:xfrm>
          <a:off x="599901" y="5255280"/>
          <a:ext cx="8398625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448" tIns="0" rIns="317448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 (a) </a:t>
          </a:r>
          <a:r>
            <a:rPr lang="en-IN" sz="2800" b="1" kern="1200" dirty="0">
              <a:solidFill>
                <a:srgbClr val="C00000"/>
              </a:solidFill>
            </a:rPr>
            <a:t>The rise and fall</a:t>
          </a:r>
          <a:r>
            <a:rPr lang="en-IN" sz="2800" b="1" kern="1200" dirty="0">
              <a:solidFill>
                <a:schemeClr val="tx1"/>
              </a:solidFill>
            </a:rPr>
            <a:t>/ (b) of the tide </a:t>
          </a:r>
          <a:r>
            <a:rPr lang="en-IN" sz="2800" b="1" strike="sngStrike" kern="1200" dirty="0">
              <a:solidFill>
                <a:srgbClr val="C00000"/>
              </a:solidFill>
            </a:rPr>
            <a:t>are </a:t>
          </a:r>
          <a:r>
            <a:rPr lang="en-IN" sz="2800" b="1" strike="noStrike" kern="1200" dirty="0">
              <a:solidFill>
                <a:srgbClr val="C00000"/>
              </a:solidFill>
            </a:rPr>
            <a:t> is </a:t>
          </a:r>
          <a:r>
            <a:rPr lang="en-IN" sz="2800" b="1" kern="1200" dirty="0">
              <a:solidFill>
                <a:schemeClr val="tx1"/>
              </a:solidFill>
            </a:rPr>
            <a:t>due/ (c) to lunar influence./ (d) No error </a:t>
          </a:r>
          <a:r>
            <a:rPr lang="en-IN" sz="1600" b="1" kern="1200" dirty="0">
              <a:solidFill>
                <a:srgbClr val="C00000"/>
              </a:solidFill>
            </a:rPr>
            <a:t>(singleness of meaning)</a:t>
          </a:r>
          <a:endParaRPr lang="en-IN" sz="2800" b="1" kern="1200" dirty="0">
            <a:solidFill>
              <a:srgbClr val="C00000"/>
            </a:solidFill>
          </a:endParaRPr>
        </a:p>
      </dsp:txBody>
      <dsp:txXfrm>
        <a:off x="654661" y="5310040"/>
        <a:ext cx="8289105" cy="10122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6C84EB-965F-4072-B66E-4F03F6D67BA8}">
      <dsp:nvSpPr>
        <dsp:cNvPr id="0" name=""/>
        <dsp:cNvSpPr/>
      </dsp:nvSpPr>
      <dsp:spPr>
        <a:xfrm>
          <a:off x="0" y="798839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06CD43-D2FB-4C07-B318-FB38F6AF94D6}">
      <dsp:nvSpPr>
        <dsp:cNvPr id="0" name=""/>
        <dsp:cNvSpPr/>
      </dsp:nvSpPr>
      <dsp:spPr>
        <a:xfrm>
          <a:off x="609600" y="31319"/>
          <a:ext cx="8534400" cy="1535040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/>
            <a:t>141. (a) Many a man/ (b) have succumbed/ (c) to this temptation./ (d) No error</a:t>
          </a:r>
          <a:endParaRPr lang="en-US" sz="3200" b="1" kern="1200" dirty="0"/>
        </a:p>
      </dsp:txBody>
      <dsp:txXfrm>
        <a:off x="684534" y="106253"/>
        <a:ext cx="8384532" cy="1385172"/>
      </dsp:txXfrm>
    </dsp:sp>
    <dsp:sp modelId="{C3E5D5FC-9E80-4B76-BD10-C4559D6A5C36}">
      <dsp:nvSpPr>
        <dsp:cNvPr id="0" name=""/>
        <dsp:cNvSpPr/>
      </dsp:nvSpPr>
      <dsp:spPr>
        <a:xfrm>
          <a:off x="0" y="3157559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32044D-93FC-4E18-B503-43CFF9D779DF}">
      <dsp:nvSpPr>
        <dsp:cNvPr id="0" name=""/>
        <dsp:cNvSpPr/>
      </dsp:nvSpPr>
      <dsp:spPr>
        <a:xfrm>
          <a:off x="609600" y="2390040"/>
          <a:ext cx="8534400" cy="1535040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/>
            <a:t>142. (a) The introduction of tea, coffee/ (b) and such other beverages/ (c) have not been without some effect./ (d) No error</a:t>
          </a:r>
        </a:p>
      </dsp:txBody>
      <dsp:txXfrm>
        <a:off x="684534" y="2464974"/>
        <a:ext cx="8384532" cy="1385172"/>
      </dsp:txXfrm>
    </dsp:sp>
    <dsp:sp modelId="{0F4FF162-471A-4D45-ACA9-B294C62ADAAF}">
      <dsp:nvSpPr>
        <dsp:cNvPr id="0" name=""/>
        <dsp:cNvSpPr/>
      </dsp:nvSpPr>
      <dsp:spPr>
        <a:xfrm>
          <a:off x="0" y="5516280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2AF9FD-F13B-45F3-BC65-E0E268850B99}">
      <dsp:nvSpPr>
        <dsp:cNvPr id="0" name=""/>
        <dsp:cNvSpPr/>
      </dsp:nvSpPr>
      <dsp:spPr>
        <a:xfrm>
          <a:off x="609600" y="4748760"/>
          <a:ext cx="8534400" cy="1535040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/>
            <a:t>143. (a) The newer type of automatic machines/ (b) wash/ (c) clothes faster./ (d) No error</a:t>
          </a:r>
        </a:p>
      </dsp:txBody>
      <dsp:txXfrm>
        <a:off x="684534" y="4823694"/>
        <a:ext cx="8384532" cy="13851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6C84EB-965F-4072-B66E-4F03F6D67BA8}">
      <dsp:nvSpPr>
        <dsp:cNvPr id="0" name=""/>
        <dsp:cNvSpPr/>
      </dsp:nvSpPr>
      <dsp:spPr>
        <a:xfrm>
          <a:off x="0" y="798839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06CD43-D2FB-4C07-B318-FB38F6AF94D6}">
      <dsp:nvSpPr>
        <dsp:cNvPr id="0" name=""/>
        <dsp:cNvSpPr/>
      </dsp:nvSpPr>
      <dsp:spPr>
        <a:xfrm>
          <a:off x="609600" y="31319"/>
          <a:ext cx="8534400" cy="1535040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/>
            <a:t> (a) </a:t>
          </a:r>
          <a:r>
            <a:rPr lang="en-IN" sz="3200" b="1" kern="1200" dirty="0">
              <a:solidFill>
                <a:srgbClr val="C00000"/>
              </a:solidFill>
            </a:rPr>
            <a:t>Many a</a:t>
          </a:r>
          <a:r>
            <a:rPr lang="en-IN" sz="3200" b="1" kern="1200" dirty="0"/>
            <a:t> man/ (b) </a:t>
          </a:r>
          <a:r>
            <a:rPr lang="en-IN" sz="3200" b="1" strike="sngStrike" kern="1200" dirty="0">
              <a:solidFill>
                <a:srgbClr val="C00000"/>
              </a:solidFill>
            </a:rPr>
            <a:t>have</a:t>
          </a:r>
          <a:r>
            <a:rPr lang="en-IN" sz="3200" b="1" kern="1200" dirty="0">
              <a:solidFill>
                <a:srgbClr val="C00000"/>
              </a:solidFill>
            </a:rPr>
            <a:t> has </a:t>
          </a:r>
          <a:r>
            <a:rPr lang="en-IN" sz="3200" b="1" kern="1200" dirty="0"/>
            <a:t>succumbed/ (c) to this temptation./ (d) No error (</a:t>
          </a:r>
          <a:r>
            <a:rPr lang="en-IN" sz="3200" b="1" kern="1200" dirty="0">
              <a:solidFill>
                <a:srgbClr val="C00000"/>
              </a:solidFill>
            </a:rPr>
            <a:t>many a sing.)</a:t>
          </a:r>
          <a:endParaRPr lang="en-US" sz="3200" b="1" kern="1200" dirty="0">
            <a:solidFill>
              <a:srgbClr val="C00000"/>
            </a:solidFill>
          </a:endParaRPr>
        </a:p>
      </dsp:txBody>
      <dsp:txXfrm>
        <a:off x="684534" y="106253"/>
        <a:ext cx="8384532" cy="1385172"/>
      </dsp:txXfrm>
    </dsp:sp>
    <dsp:sp modelId="{C3E5D5FC-9E80-4B76-BD10-C4559D6A5C36}">
      <dsp:nvSpPr>
        <dsp:cNvPr id="0" name=""/>
        <dsp:cNvSpPr/>
      </dsp:nvSpPr>
      <dsp:spPr>
        <a:xfrm>
          <a:off x="0" y="3157559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32044D-93FC-4E18-B503-43CFF9D779DF}">
      <dsp:nvSpPr>
        <dsp:cNvPr id="0" name=""/>
        <dsp:cNvSpPr/>
      </dsp:nvSpPr>
      <dsp:spPr>
        <a:xfrm>
          <a:off x="609600" y="2390040"/>
          <a:ext cx="8534400" cy="1535040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/>
            <a:t> (a) </a:t>
          </a:r>
          <a:r>
            <a:rPr lang="en-IN" sz="3200" b="1" kern="1200" dirty="0">
              <a:solidFill>
                <a:srgbClr val="C00000"/>
              </a:solidFill>
            </a:rPr>
            <a:t>The introduction </a:t>
          </a:r>
          <a:r>
            <a:rPr lang="en-IN" sz="3200" b="1" kern="1200" dirty="0"/>
            <a:t>of tea, coffee/ (b) and such other beverages/ (c) </a:t>
          </a:r>
          <a:r>
            <a:rPr lang="en-IN" sz="3200" b="1" strike="sngStrike" kern="1200" dirty="0">
              <a:solidFill>
                <a:srgbClr val="C00000"/>
              </a:solidFill>
            </a:rPr>
            <a:t>have</a:t>
          </a:r>
          <a:r>
            <a:rPr lang="en-IN" sz="3200" b="1" kern="1200" dirty="0"/>
            <a:t> </a:t>
          </a:r>
          <a:r>
            <a:rPr lang="en-IN" sz="3200" b="1" kern="1200" dirty="0">
              <a:solidFill>
                <a:srgbClr val="C00000"/>
              </a:solidFill>
            </a:rPr>
            <a:t>has</a:t>
          </a:r>
          <a:r>
            <a:rPr lang="en-IN" sz="3200" b="1" kern="1200" dirty="0"/>
            <a:t> not been without some effect./ (d) No error</a:t>
          </a:r>
        </a:p>
      </dsp:txBody>
      <dsp:txXfrm>
        <a:off x="684534" y="2464974"/>
        <a:ext cx="8384532" cy="1385172"/>
      </dsp:txXfrm>
    </dsp:sp>
    <dsp:sp modelId="{0F4FF162-471A-4D45-ACA9-B294C62ADAAF}">
      <dsp:nvSpPr>
        <dsp:cNvPr id="0" name=""/>
        <dsp:cNvSpPr/>
      </dsp:nvSpPr>
      <dsp:spPr>
        <a:xfrm>
          <a:off x="0" y="5516280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2AF9FD-F13B-45F3-BC65-E0E268850B99}">
      <dsp:nvSpPr>
        <dsp:cNvPr id="0" name=""/>
        <dsp:cNvSpPr/>
      </dsp:nvSpPr>
      <dsp:spPr>
        <a:xfrm>
          <a:off x="609600" y="4748760"/>
          <a:ext cx="8534400" cy="1535040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/>
            <a:t> (a) The newer </a:t>
          </a:r>
          <a:r>
            <a:rPr lang="en-IN" sz="3200" b="1" kern="1200" dirty="0">
              <a:solidFill>
                <a:srgbClr val="C00000"/>
              </a:solidFill>
            </a:rPr>
            <a:t>type</a:t>
          </a:r>
          <a:r>
            <a:rPr lang="en-IN" sz="3200" b="1" kern="1200" dirty="0"/>
            <a:t> of automatic machines/ (b) </a:t>
          </a:r>
          <a:r>
            <a:rPr lang="en-IN" sz="3200" b="1" strike="sngStrike" kern="1200" dirty="0">
              <a:solidFill>
                <a:srgbClr val="C00000"/>
              </a:solidFill>
            </a:rPr>
            <a:t>wash</a:t>
          </a:r>
          <a:r>
            <a:rPr lang="en-IN" sz="3200" b="1" kern="1200" dirty="0">
              <a:solidFill>
                <a:srgbClr val="C00000"/>
              </a:solidFill>
            </a:rPr>
            <a:t> washes </a:t>
          </a:r>
          <a:r>
            <a:rPr lang="en-IN" sz="3200" b="1" kern="1200" dirty="0"/>
            <a:t>/ (c) clothes faster./ (d) No error</a:t>
          </a:r>
        </a:p>
      </dsp:txBody>
      <dsp:txXfrm>
        <a:off x="684534" y="4823694"/>
        <a:ext cx="8384532" cy="13851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348391-FC44-4ABE-96F3-0011490ABB70}">
      <dsp:nvSpPr>
        <dsp:cNvPr id="0" name=""/>
        <dsp:cNvSpPr/>
      </dsp:nvSpPr>
      <dsp:spPr>
        <a:xfrm>
          <a:off x="0" y="798839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13C0E4-28A1-4732-9B99-BC9A4F2E6350}">
      <dsp:nvSpPr>
        <dsp:cNvPr id="0" name=""/>
        <dsp:cNvSpPr/>
      </dsp:nvSpPr>
      <dsp:spPr>
        <a:xfrm>
          <a:off x="609600" y="31319"/>
          <a:ext cx="8534400" cy="1535040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144. (a) Each of the students in the computer class/ (b) has to type/ (c) their own research paper this semester./ (d) No error</a:t>
          </a:r>
          <a:endParaRPr lang="en-US" sz="2800" b="1" kern="1200" dirty="0"/>
        </a:p>
      </dsp:txBody>
      <dsp:txXfrm>
        <a:off x="684534" y="106253"/>
        <a:ext cx="8384532" cy="1385172"/>
      </dsp:txXfrm>
    </dsp:sp>
    <dsp:sp modelId="{35A9392A-67AA-4230-A9CA-D372F96BF935}">
      <dsp:nvSpPr>
        <dsp:cNvPr id="0" name=""/>
        <dsp:cNvSpPr/>
      </dsp:nvSpPr>
      <dsp:spPr>
        <a:xfrm>
          <a:off x="0" y="3157559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0C0002-8888-48D2-841B-8A6DC5B583C0}">
      <dsp:nvSpPr>
        <dsp:cNvPr id="0" name=""/>
        <dsp:cNvSpPr/>
      </dsp:nvSpPr>
      <dsp:spPr>
        <a:xfrm>
          <a:off x="609600" y="2390040"/>
          <a:ext cx="8534400" cy="1535040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145. (a) Everyone of the films/ (b) you suggested/ (c) are not worth seeing./ (d) No error </a:t>
          </a:r>
        </a:p>
      </dsp:txBody>
      <dsp:txXfrm>
        <a:off x="684534" y="2464974"/>
        <a:ext cx="8384532" cy="1385172"/>
      </dsp:txXfrm>
    </dsp:sp>
    <dsp:sp modelId="{BC918CE4-BADA-454C-B4C4-A84A4EA12D23}">
      <dsp:nvSpPr>
        <dsp:cNvPr id="0" name=""/>
        <dsp:cNvSpPr/>
      </dsp:nvSpPr>
      <dsp:spPr>
        <a:xfrm>
          <a:off x="0" y="5516280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9DB70E-25BA-451B-9139-547263D8389A}">
      <dsp:nvSpPr>
        <dsp:cNvPr id="0" name=""/>
        <dsp:cNvSpPr/>
      </dsp:nvSpPr>
      <dsp:spPr>
        <a:xfrm>
          <a:off x="609600" y="4748760"/>
          <a:ext cx="8534400" cy="1535040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146. (a) The Secretary and Principal of the college/ (b) are attending/ (c) the District Development Council Meeting at the </a:t>
          </a:r>
          <a:r>
            <a:rPr lang="en-IN" sz="2800" b="1" kern="1200" dirty="0" err="1"/>
            <a:t>Collectorate</a:t>
          </a:r>
          <a:r>
            <a:rPr lang="en-IN" sz="2800" b="1" kern="1200" dirty="0"/>
            <a:t>./ (d) No error(b) lead/ (c) to the park/ (d) No error</a:t>
          </a:r>
        </a:p>
      </dsp:txBody>
      <dsp:txXfrm>
        <a:off x="684534" y="4823694"/>
        <a:ext cx="8384532" cy="13851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348391-FC44-4ABE-96F3-0011490ABB70}">
      <dsp:nvSpPr>
        <dsp:cNvPr id="0" name=""/>
        <dsp:cNvSpPr/>
      </dsp:nvSpPr>
      <dsp:spPr>
        <a:xfrm>
          <a:off x="0" y="798839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13C0E4-28A1-4732-9B99-BC9A4F2E6350}">
      <dsp:nvSpPr>
        <dsp:cNvPr id="0" name=""/>
        <dsp:cNvSpPr/>
      </dsp:nvSpPr>
      <dsp:spPr>
        <a:xfrm>
          <a:off x="609600" y="31319"/>
          <a:ext cx="8534400" cy="1535040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 (a) </a:t>
          </a:r>
          <a:r>
            <a:rPr lang="en-IN" sz="2800" b="1" kern="1200" dirty="0">
              <a:solidFill>
                <a:srgbClr val="C00000"/>
              </a:solidFill>
            </a:rPr>
            <a:t>Each</a:t>
          </a:r>
          <a:r>
            <a:rPr lang="en-IN" sz="2800" b="1" kern="1200" dirty="0"/>
            <a:t> of the students in the computer class/ (b) </a:t>
          </a:r>
          <a:r>
            <a:rPr lang="en-IN" sz="2800" b="1" kern="1200" dirty="0">
              <a:solidFill>
                <a:srgbClr val="C00000"/>
              </a:solidFill>
            </a:rPr>
            <a:t>has</a:t>
          </a:r>
          <a:r>
            <a:rPr lang="en-IN" sz="2800" b="1" kern="1200" dirty="0"/>
            <a:t> to type/ (c) </a:t>
          </a:r>
          <a:r>
            <a:rPr lang="en-IN" sz="2800" b="1" strike="sngStrike" kern="1200" dirty="0">
              <a:solidFill>
                <a:srgbClr val="C00000"/>
              </a:solidFill>
            </a:rPr>
            <a:t>their  </a:t>
          </a:r>
          <a:r>
            <a:rPr lang="en-IN" sz="2800" b="1" strike="noStrike" kern="1200" dirty="0">
              <a:solidFill>
                <a:srgbClr val="C00000"/>
              </a:solidFill>
            </a:rPr>
            <a:t>his </a:t>
          </a:r>
          <a:r>
            <a:rPr lang="en-IN" sz="2800" b="1" kern="1200" dirty="0"/>
            <a:t>own research paper this semester./ (d) No error (agreement of Pronoun)</a:t>
          </a:r>
          <a:endParaRPr lang="en-US" sz="2800" b="1" kern="1200" dirty="0"/>
        </a:p>
      </dsp:txBody>
      <dsp:txXfrm>
        <a:off x="684534" y="106253"/>
        <a:ext cx="8384532" cy="1385172"/>
      </dsp:txXfrm>
    </dsp:sp>
    <dsp:sp modelId="{35A9392A-67AA-4230-A9CA-D372F96BF935}">
      <dsp:nvSpPr>
        <dsp:cNvPr id="0" name=""/>
        <dsp:cNvSpPr/>
      </dsp:nvSpPr>
      <dsp:spPr>
        <a:xfrm>
          <a:off x="0" y="3157559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0C0002-8888-48D2-841B-8A6DC5B583C0}">
      <dsp:nvSpPr>
        <dsp:cNvPr id="0" name=""/>
        <dsp:cNvSpPr/>
      </dsp:nvSpPr>
      <dsp:spPr>
        <a:xfrm>
          <a:off x="609600" y="2390040"/>
          <a:ext cx="8534400" cy="1535040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 (a) </a:t>
          </a:r>
          <a:r>
            <a:rPr lang="en-IN" sz="2800" b="1" kern="1200" dirty="0">
              <a:solidFill>
                <a:srgbClr val="C00000"/>
              </a:solidFill>
            </a:rPr>
            <a:t>Everyone </a:t>
          </a:r>
          <a:r>
            <a:rPr lang="en-IN" sz="2800" b="1" kern="1200" dirty="0"/>
            <a:t>of the films/ (b) you suggested/ (c) </a:t>
          </a:r>
          <a:r>
            <a:rPr lang="en-IN" sz="2800" b="1" strike="sngStrike" kern="1200" dirty="0">
              <a:solidFill>
                <a:srgbClr val="C00000"/>
              </a:solidFill>
            </a:rPr>
            <a:t>are</a:t>
          </a:r>
          <a:r>
            <a:rPr lang="en-IN" sz="2800" b="1" kern="1200" dirty="0">
              <a:solidFill>
                <a:srgbClr val="C00000"/>
              </a:solidFill>
            </a:rPr>
            <a:t> is </a:t>
          </a:r>
          <a:r>
            <a:rPr lang="en-IN" sz="2800" b="1" kern="1200" dirty="0"/>
            <a:t>not worth seeing./ (d) No error </a:t>
          </a:r>
        </a:p>
      </dsp:txBody>
      <dsp:txXfrm>
        <a:off x="684534" y="2464974"/>
        <a:ext cx="8384532" cy="1385172"/>
      </dsp:txXfrm>
    </dsp:sp>
    <dsp:sp modelId="{BC918CE4-BADA-454C-B4C4-A84A4EA12D23}">
      <dsp:nvSpPr>
        <dsp:cNvPr id="0" name=""/>
        <dsp:cNvSpPr/>
      </dsp:nvSpPr>
      <dsp:spPr>
        <a:xfrm>
          <a:off x="0" y="5516280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9DB70E-25BA-451B-9139-547263D8389A}">
      <dsp:nvSpPr>
        <dsp:cNvPr id="0" name=""/>
        <dsp:cNvSpPr/>
      </dsp:nvSpPr>
      <dsp:spPr>
        <a:xfrm>
          <a:off x="609600" y="4748760"/>
          <a:ext cx="8534400" cy="1535040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 (a) </a:t>
          </a:r>
          <a:r>
            <a:rPr lang="en-IN" sz="2800" b="1" kern="1200" dirty="0">
              <a:solidFill>
                <a:srgbClr val="C00000"/>
              </a:solidFill>
            </a:rPr>
            <a:t>The Secretary and Principal </a:t>
          </a:r>
          <a:r>
            <a:rPr lang="en-IN" sz="2800" b="1" kern="1200" dirty="0"/>
            <a:t>of the college/ (b) </a:t>
          </a:r>
          <a:r>
            <a:rPr lang="en-IN" sz="2800" b="1" strike="sngStrike" kern="1200" dirty="0">
              <a:solidFill>
                <a:srgbClr val="C00000"/>
              </a:solidFill>
            </a:rPr>
            <a:t>are</a:t>
          </a:r>
          <a:r>
            <a:rPr lang="en-IN" sz="2800" b="1" kern="1200" dirty="0"/>
            <a:t> </a:t>
          </a:r>
          <a:r>
            <a:rPr lang="en-IN" sz="2800" b="1" kern="1200" dirty="0">
              <a:solidFill>
                <a:srgbClr val="C00000"/>
              </a:solidFill>
            </a:rPr>
            <a:t>is </a:t>
          </a:r>
          <a:r>
            <a:rPr lang="en-IN" sz="2800" b="1" kern="1200" dirty="0"/>
            <a:t>attending/ (c) the District Development Council Meeting at the Collectorate./ (d) No error(b) lead/ (c) to the park/ (d) No error</a:t>
          </a:r>
        </a:p>
      </dsp:txBody>
      <dsp:txXfrm>
        <a:off x="684534" y="4823694"/>
        <a:ext cx="8384532" cy="138517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88C36D-260A-4046-9AB5-25D2194B6402}">
      <dsp:nvSpPr>
        <dsp:cNvPr id="0" name=""/>
        <dsp:cNvSpPr/>
      </dsp:nvSpPr>
      <dsp:spPr>
        <a:xfrm>
          <a:off x="0" y="645119"/>
          <a:ext cx="12192000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F2694F-74CE-412A-BEE2-C6EE296C6CF9}">
      <dsp:nvSpPr>
        <dsp:cNvPr id="0" name=""/>
        <dsp:cNvSpPr/>
      </dsp:nvSpPr>
      <dsp:spPr>
        <a:xfrm>
          <a:off x="609600" y="84239"/>
          <a:ext cx="8534400" cy="1121760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147. (a) There is/ (b) only one of his novels/ (c) that are interesting./ (d) No error</a:t>
          </a:r>
          <a:endParaRPr lang="en-US" sz="2400" b="1" kern="1200" dirty="0">
            <a:solidFill>
              <a:schemeClr val="tx1"/>
            </a:solidFill>
          </a:endParaRPr>
        </a:p>
      </dsp:txBody>
      <dsp:txXfrm>
        <a:off x="664360" y="138999"/>
        <a:ext cx="8424880" cy="1012240"/>
      </dsp:txXfrm>
    </dsp:sp>
    <dsp:sp modelId="{AF5CC58B-7290-4457-910B-1201FAC0AE17}">
      <dsp:nvSpPr>
        <dsp:cNvPr id="0" name=""/>
        <dsp:cNvSpPr/>
      </dsp:nvSpPr>
      <dsp:spPr>
        <a:xfrm>
          <a:off x="0" y="2368800"/>
          <a:ext cx="12192000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383252-8F67-4376-9037-474B5B23E293}">
      <dsp:nvSpPr>
        <dsp:cNvPr id="0" name=""/>
        <dsp:cNvSpPr/>
      </dsp:nvSpPr>
      <dsp:spPr>
        <a:xfrm>
          <a:off x="609600" y="1807920"/>
          <a:ext cx="8534400" cy="1121760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148. (a) Knowledge of/ (b) at least two languages/ (c) are required to pass the examination./ (d) No error</a:t>
          </a:r>
        </a:p>
      </dsp:txBody>
      <dsp:txXfrm>
        <a:off x="664360" y="1862680"/>
        <a:ext cx="8424880" cy="1012240"/>
      </dsp:txXfrm>
    </dsp:sp>
    <dsp:sp modelId="{FA53B976-F6C5-422B-B18F-2303F9D2564C}">
      <dsp:nvSpPr>
        <dsp:cNvPr id="0" name=""/>
        <dsp:cNvSpPr/>
      </dsp:nvSpPr>
      <dsp:spPr>
        <a:xfrm>
          <a:off x="0" y="4092480"/>
          <a:ext cx="12192000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2F4C9C-7D39-4AB0-A913-6CA55462E917}">
      <dsp:nvSpPr>
        <dsp:cNvPr id="0" name=""/>
        <dsp:cNvSpPr/>
      </dsp:nvSpPr>
      <dsp:spPr>
        <a:xfrm>
          <a:off x="609600" y="3531600"/>
          <a:ext cx="8534400" cy="1121760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149. (a) It is I/ (b) who is to blame/ (c) for this bad situation./ (d) No error</a:t>
          </a:r>
        </a:p>
      </dsp:txBody>
      <dsp:txXfrm>
        <a:off x="664360" y="3586360"/>
        <a:ext cx="8424880" cy="1012240"/>
      </dsp:txXfrm>
    </dsp:sp>
    <dsp:sp modelId="{E38604B3-A481-4B28-92A1-7C298301A134}">
      <dsp:nvSpPr>
        <dsp:cNvPr id="0" name=""/>
        <dsp:cNvSpPr/>
      </dsp:nvSpPr>
      <dsp:spPr>
        <a:xfrm>
          <a:off x="0" y="5816160"/>
          <a:ext cx="12192000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DFE467-9F02-4139-A75E-C7B7C5C40750}">
      <dsp:nvSpPr>
        <dsp:cNvPr id="0" name=""/>
        <dsp:cNvSpPr/>
      </dsp:nvSpPr>
      <dsp:spPr>
        <a:xfrm>
          <a:off x="609600" y="5255280"/>
          <a:ext cx="8534400" cy="1121760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150. (a) Romanticism of melancholy/ (b) in art and literature are the reason/ (c) for insensitivity to those suffering from depression./ (d) No error</a:t>
          </a:r>
        </a:p>
      </dsp:txBody>
      <dsp:txXfrm>
        <a:off x="664360" y="5310040"/>
        <a:ext cx="8424880" cy="10122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88C36D-260A-4046-9AB5-25D2194B6402}">
      <dsp:nvSpPr>
        <dsp:cNvPr id="0" name=""/>
        <dsp:cNvSpPr/>
      </dsp:nvSpPr>
      <dsp:spPr>
        <a:xfrm>
          <a:off x="0" y="645119"/>
          <a:ext cx="12192000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F2694F-74CE-412A-BEE2-C6EE296C6CF9}">
      <dsp:nvSpPr>
        <dsp:cNvPr id="0" name=""/>
        <dsp:cNvSpPr/>
      </dsp:nvSpPr>
      <dsp:spPr>
        <a:xfrm>
          <a:off x="609600" y="84239"/>
          <a:ext cx="8534400" cy="1121760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 (a) There is/ (b) only </a:t>
          </a:r>
          <a:r>
            <a:rPr lang="en-IN" sz="2400" b="1" kern="1200" dirty="0">
              <a:solidFill>
                <a:srgbClr val="C00000"/>
              </a:solidFill>
            </a:rPr>
            <a:t>one</a:t>
          </a:r>
          <a:r>
            <a:rPr lang="en-IN" sz="2400" b="1" kern="1200" dirty="0">
              <a:solidFill>
                <a:schemeClr val="tx1"/>
              </a:solidFill>
            </a:rPr>
            <a:t> of his novels/ (c) that</a:t>
          </a:r>
          <a:r>
            <a:rPr lang="en-IN" sz="2400" b="1" strike="sngStrike" kern="1200" dirty="0">
              <a:solidFill>
                <a:srgbClr val="C00000"/>
              </a:solidFill>
            </a:rPr>
            <a:t> are</a:t>
          </a:r>
          <a:r>
            <a:rPr lang="en-IN" sz="2400" b="1" strike="noStrike" kern="1200" dirty="0">
              <a:solidFill>
                <a:srgbClr val="C00000"/>
              </a:solidFill>
            </a:rPr>
            <a:t> is </a:t>
          </a:r>
          <a:r>
            <a:rPr lang="en-IN" sz="2400" b="1" kern="1200" dirty="0">
              <a:solidFill>
                <a:schemeClr val="tx1"/>
              </a:solidFill>
            </a:rPr>
            <a:t>interesting./ (d) No error</a:t>
          </a:r>
          <a:endParaRPr lang="en-US" sz="2400" b="1" kern="1200" dirty="0">
            <a:solidFill>
              <a:schemeClr val="tx1"/>
            </a:solidFill>
          </a:endParaRPr>
        </a:p>
      </dsp:txBody>
      <dsp:txXfrm>
        <a:off x="664360" y="138999"/>
        <a:ext cx="8424880" cy="1012240"/>
      </dsp:txXfrm>
    </dsp:sp>
    <dsp:sp modelId="{AF5CC58B-7290-4457-910B-1201FAC0AE17}">
      <dsp:nvSpPr>
        <dsp:cNvPr id="0" name=""/>
        <dsp:cNvSpPr/>
      </dsp:nvSpPr>
      <dsp:spPr>
        <a:xfrm>
          <a:off x="0" y="2368800"/>
          <a:ext cx="12192000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383252-8F67-4376-9037-474B5B23E293}">
      <dsp:nvSpPr>
        <dsp:cNvPr id="0" name=""/>
        <dsp:cNvSpPr/>
      </dsp:nvSpPr>
      <dsp:spPr>
        <a:xfrm>
          <a:off x="609600" y="1807920"/>
          <a:ext cx="8534400" cy="1121760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 (a) </a:t>
          </a:r>
          <a:r>
            <a:rPr lang="en-IN" sz="2400" b="1" kern="1200" dirty="0">
              <a:solidFill>
                <a:srgbClr val="C00000"/>
              </a:solidFill>
            </a:rPr>
            <a:t>Knowledge</a:t>
          </a:r>
          <a:r>
            <a:rPr lang="en-IN" sz="2400" b="1" kern="1200" dirty="0">
              <a:solidFill>
                <a:schemeClr val="tx1"/>
              </a:solidFill>
            </a:rPr>
            <a:t> of/ (b) at least two languages/ (c) </a:t>
          </a:r>
          <a:r>
            <a:rPr lang="en-IN" sz="2400" b="1" kern="1200" dirty="0">
              <a:solidFill>
                <a:srgbClr val="C00000"/>
              </a:solidFill>
            </a:rPr>
            <a:t>is </a:t>
          </a:r>
          <a:r>
            <a:rPr lang="en-IN" sz="2400" b="1" strike="sngStrike" kern="1200" dirty="0">
              <a:solidFill>
                <a:srgbClr val="C00000"/>
              </a:solidFill>
            </a:rPr>
            <a:t>are </a:t>
          </a:r>
          <a:r>
            <a:rPr lang="en-IN" sz="2400" b="1" kern="1200" dirty="0">
              <a:solidFill>
                <a:schemeClr val="tx1"/>
              </a:solidFill>
            </a:rPr>
            <a:t>required to pass the examination./ (d) No error</a:t>
          </a:r>
        </a:p>
      </dsp:txBody>
      <dsp:txXfrm>
        <a:off x="664360" y="1862680"/>
        <a:ext cx="8424880" cy="1012240"/>
      </dsp:txXfrm>
    </dsp:sp>
    <dsp:sp modelId="{FA53B976-F6C5-422B-B18F-2303F9D2564C}">
      <dsp:nvSpPr>
        <dsp:cNvPr id="0" name=""/>
        <dsp:cNvSpPr/>
      </dsp:nvSpPr>
      <dsp:spPr>
        <a:xfrm>
          <a:off x="0" y="4092480"/>
          <a:ext cx="12192000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2F4C9C-7D39-4AB0-A913-6CA55462E917}">
      <dsp:nvSpPr>
        <dsp:cNvPr id="0" name=""/>
        <dsp:cNvSpPr/>
      </dsp:nvSpPr>
      <dsp:spPr>
        <a:xfrm>
          <a:off x="609600" y="3531600"/>
          <a:ext cx="8534400" cy="1121760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 (a) It is I/ (b) who </a:t>
          </a:r>
          <a:r>
            <a:rPr lang="en-IN" sz="2400" b="1" strike="sngStrike" kern="1200" dirty="0">
              <a:solidFill>
                <a:srgbClr val="C00000"/>
              </a:solidFill>
            </a:rPr>
            <a:t>is</a:t>
          </a:r>
          <a:r>
            <a:rPr lang="en-IN" sz="2400" b="1" kern="1200" dirty="0">
              <a:solidFill>
                <a:schemeClr val="tx1"/>
              </a:solidFill>
            </a:rPr>
            <a:t> </a:t>
          </a:r>
          <a:r>
            <a:rPr lang="en-IN" sz="2400" b="1" kern="1200" dirty="0">
              <a:solidFill>
                <a:srgbClr val="C00000"/>
              </a:solidFill>
            </a:rPr>
            <a:t>am</a:t>
          </a:r>
          <a:r>
            <a:rPr lang="en-IN" sz="2400" b="1" kern="1200" dirty="0">
              <a:solidFill>
                <a:schemeClr val="tx1"/>
              </a:solidFill>
            </a:rPr>
            <a:t> to be  blamed/ (c) for this bad situation./ (d) No error</a:t>
          </a:r>
        </a:p>
      </dsp:txBody>
      <dsp:txXfrm>
        <a:off x="664360" y="3586360"/>
        <a:ext cx="8424880" cy="1012240"/>
      </dsp:txXfrm>
    </dsp:sp>
    <dsp:sp modelId="{E38604B3-A481-4B28-92A1-7C298301A134}">
      <dsp:nvSpPr>
        <dsp:cNvPr id="0" name=""/>
        <dsp:cNvSpPr/>
      </dsp:nvSpPr>
      <dsp:spPr>
        <a:xfrm>
          <a:off x="0" y="5816160"/>
          <a:ext cx="12192000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DFE467-9F02-4139-A75E-C7B7C5C40750}">
      <dsp:nvSpPr>
        <dsp:cNvPr id="0" name=""/>
        <dsp:cNvSpPr/>
      </dsp:nvSpPr>
      <dsp:spPr>
        <a:xfrm>
          <a:off x="609600" y="5255280"/>
          <a:ext cx="8534400" cy="1121760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 (a)</a:t>
          </a:r>
          <a:r>
            <a:rPr lang="en-IN" sz="2400" b="1" kern="1200" dirty="0">
              <a:solidFill>
                <a:srgbClr val="C00000"/>
              </a:solidFill>
            </a:rPr>
            <a:t> Romanticism </a:t>
          </a:r>
          <a:r>
            <a:rPr lang="en-IN" sz="2400" b="1" kern="1200" dirty="0">
              <a:solidFill>
                <a:schemeClr val="tx1"/>
              </a:solidFill>
            </a:rPr>
            <a:t>of melancholy/ (b) in art and literature </a:t>
          </a:r>
          <a:r>
            <a:rPr lang="en-IN" sz="2400" b="1" kern="1200" dirty="0">
              <a:solidFill>
                <a:srgbClr val="C00000"/>
              </a:solidFill>
            </a:rPr>
            <a:t>is</a:t>
          </a:r>
          <a:r>
            <a:rPr lang="en-IN" sz="2400" b="1" kern="1200" dirty="0">
              <a:solidFill>
                <a:schemeClr val="tx1"/>
              </a:solidFill>
            </a:rPr>
            <a:t> </a:t>
          </a:r>
          <a:r>
            <a:rPr lang="en-IN" sz="2400" b="1" strike="sngStrike" kern="1200" dirty="0">
              <a:solidFill>
                <a:srgbClr val="C00000"/>
              </a:solidFill>
            </a:rPr>
            <a:t>are </a:t>
          </a:r>
          <a:r>
            <a:rPr lang="en-IN" sz="2400" b="1" kern="1200" dirty="0">
              <a:solidFill>
                <a:schemeClr val="tx1"/>
              </a:solidFill>
            </a:rPr>
            <a:t>the reason/ (c) for insensitivity to those suffering from depression./ (d) No error</a:t>
          </a:r>
        </a:p>
      </dsp:txBody>
      <dsp:txXfrm>
        <a:off x="664360" y="5310040"/>
        <a:ext cx="8424880" cy="10122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EB4961-84E8-4649-8145-386A59EAA9E9}">
      <dsp:nvSpPr>
        <dsp:cNvPr id="0" name=""/>
        <dsp:cNvSpPr/>
      </dsp:nvSpPr>
      <dsp:spPr>
        <a:xfrm>
          <a:off x="0" y="613921"/>
          <a:ext cx="11984182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10F081-DC00-42A2-8F23-B0E4BD115C66}">
      <dsp:nvSpPr>
        <dsp:cNvPr id="0" name=""/>
        <dsp:cNvSpPr/>
      </dsp:nvSpPr>
      <dsp:spPr>
        <a:xfrm>
          <a:off x="599209" y="82561"/>
          <a:ext cx="8388927" cy="1062720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081" tIns="0" rIns="317081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151. (a) Patience as well as perseverance (b) are necessary/ (c) for success./ (d) No error</a:t>
          </a:r>
          <a:endParaRPr lang="en-US" sz="3200" b="1" kern="1200" dirty="0">
            <a:solidFill>
              <a:schemeClr val="tx1"/>
            </a:solidFill>
          </a:endParaRPr>
        </a:p>
      </dsp:txBody>
      <dsp:txXfrm>
        <a:off x="651087" y="134439"/>
        <a:ext cx="8285171" cy="958964"/>
      </dsp:txXfrm>
    </dsp:sp>
    <dsp:sp modelId="{BF1E9E4A-51F5-413B-9849-512601F26C08}">
      <dsp:nvSpPr>
        <dsp:cNvPr id="0" name=""/>
        <dsp:cNvSpPr/>
      </dsp:nvSpPr>
      <dsp:spPr>
        <a:xfrm>
          <a:off x="0" y="2602318"/>
          <a:ext cx="11984182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3A112B-D6E6-469A-86C2-19E43344E1BD}">
      <dsp:nvSpPr>
        <dsp:cNvPr id="0" name=""/>
        <dsp:cNvSpPr/>
      </dsp:nvSpPr>
      <dsp:spPr>
        <a:xfrm>
          <a:off x="599209" y="1715521"/>
          <a:ext cx="8388927" cy="1418157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081" tIns="0" rIns="317081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152. (a) In Singapore/ (b) my brother-in-law with his wife/ (c) were present at the function./ (d) No error</a:t>
          </a:r>
        </a:p>
      </dsp:txBody>
      <dsp:txXfrm>
        <a:off x="668438" y="1784750"/>
        <a:ext cx="8250469" cy="1279699"/>
      </dsp:txXfrm>
    </dsp:sp>
    <dsp:sp modelId="{DC64004E-9CF4-4F1C-9CF1-58616BAD1E8F}">
      <dsp:nvSpPr>
        <dsp:cNvPr id="0" name=""/>
        <dsp:cNvSpPr/>
      </dsp:nvSpPr>
      <dsp:spPr>
        <a:xfrm>
          <a:off x="0" y="4235278"/>
          <a:ext cx="11984182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0B99EF-47DF-4294-88B6-BB3FB3281E9D}">
      <dsp:nvSpPr>
        <dsp:cNvPr id="0" name=""/>
        <dsp:cNvSpPr/>
      </dsp:nvSpPr>
      <dsp:spPr>
        <a:xfrm>
          <a:off x="599209" y="3703918"/>
          <a:ext cx="8388927" cy="1062720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081" tIns="0" rIns="317081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153. (a) A hot and/ (b) a cold spring/ (c) was found near each other./ (d) No error</a:t>
          </a:r>
        </a:p>
      </dsp:txBody>
      <dsp:txXfrm>
        <a:off x="651087" y="3755796"/>
        <a:ext cx="8285171" cy="958964"/>
      </dsp:txXfrm>
    </dsp:sp>
    <dsp:sp modelId="{FD6D5E9C-E2C5-4139-8ED6-234EC8CAE2E3}">
      <dsp:nvSpPr>
        <dsp:cNvPr id="0" name=""/>
        <dsp:cNvSpPr/>
      </dsp:nvSpPr>
      <dsp:spPr>
        <a:xfrm>
          <a:off x="0" y="5868238"/>
          <a:ext cx="11984182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B1098F-C6B4-4ADC-982C-FA1F2E9065CF}">
      <dsp:nvSpPr>
        <dsp:cNvPr id="0" name=""/>
        <dsp:cNvSpPr/>
      </dsp:nvSpPr>
      <dsp:spPr>
        <a:xfrm>
          <a:off x="599209" y="5336878"/>
          <a:ext cx="8388927" cy="1062720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081" tIns="0" rIns="317081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154. (a) Either of the roads/ (b) lead/ (c) to the park/ (d) No error</a:t>
          </a:r>
        </a:p>
      </dsp:txBody>
      <dsp:txXfrm>
        <a:off x="651087" y="5388756"/>
        <a:ext cx="8285171" cy="95896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EB4961-84E8-4649-8145-386A59EAA9E9}">
      <dsp:nvSpPr>
        <dsp:cNvPr id="0" name=""/>
        <dsp:cNvSpPr/>
      </dsp:nvSpPr>
      <dsp:spPr>
        <a:xfrm>
          <a:off x="0" y="613921"/>
          <a:ext cx="11984182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10F081-DC00-42A2-8F23-B0E4BD115C66}">
      <dsp:nvSpPr>
        <dsp:cNvPr id="0" name=""/>
        <dsp:cNvSpPr/>
      </dsp:nvSpPr>
      <dsp:spPr>
        <a:xfrm>
          <a:off x="599209" y="82561"/>
          <a:ext cx="8388927" cy="1062720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081" tIns="0" rIns="317081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 (a) </a:t>
          </a:r>
          <a:r>
            <a:rPr lang="en-IN" sz="3200" b="1" kern="1200" dirty="0">
              <a:solidFill>
                <a:srgbClr val="C00000"/>
              </a:solidFill>
            </a:rPr>
            <a:t>Patience</a:t>
          </a:r>
          <a:r>
            <a:rPr lang="en-IN" sz="3200" b="1" kern="1200" dirty="0">
              <a:solidFill>
                <a:schemeClr val="tx1"/>
              </a:solidFill>
            </a:rPr>
            <a:t> </a:t>
          </a:r>
          <a:r>
            <a:rPr lang="en-IN" sz="3200" b="1" kern="1200" dirty="0">
              <a:solidFill>
                <a:srgbClr val="002060"/>
              </a:solidFill>
            </a:rPr>
            <a:t>as well as perseverance </a:t>
          </a:r>
          <a:r>
            <a:rPr lang="en-IN" sz="3200" b="1" kern="1200" dirty="0">
              <a:solidFill>
                <a:schemeClr val="tx1"/>
              </a:solidFill>
            </a:rPr>
            <a:t>(b) </a:t>
          </a:r>
          <a:r>
            <a:rPr lang="en-IN" sz="3200" b="1" strike="sngStrike" kern="1200" dirty="0">
              <a:solidFill>
                <a:srgbClr val="C00000"/>
              </a:solidFill>
            </a:rPr>
            <a:t>are</a:t>
          </a:r>
          <a:r>
            <a:rPr lang="en-IN" sz="3200" b="1" kern="1200" dirty="0">
              <a:solidFill>
                <a:srgbClr val="C00000"/>
              </a:solidFill>
            </a:rPr>
            <a:t> is </a:t>
          </a:r>
          <a:r>
            <a:rPr lang="en-IN" sz="3200" b="1" kern="1200" dirty="0">
              <a:solidFill>
                <a:schemeClr val="tx1"/>
              </a:solidFill>
            </a:rPr>
            <a:t>necessary/ (c) for success./ (d) No error</a:t>
          </a:r>
          <a:endParaRPr lang="en-US" sz="3200" b="1" kern="1200" dirty="0">
            <a:solidFill>
              <a:schemeClr val="tx1"/>
            </a:solidFill>
          </a:endParaRPr>
        </a:p>
      </dsp:txBody>
      <dsp:txXfrm>
        <a:off x="651087" y="134439"/>
        <a:ext cx="8285171" cy="958964"/>
      </dsp:txXfrm>
    </dsp:sp>
    <dsp:sp modelId="{BF1E9E4A-51F5-413B-9849-512601F26C08}">
      <dsp:nvSpPr>
        <dsp:cNvPr id="0" name=""/>
        <dsp:cNvSpPr/>
      </dsp:nvSpPr>
      <dsp:spPr>
        <a:xfrm>
          <a:off x="0" y="2602318"/>
          <a:ext cx="11984182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3A112B-D6E6-469A-86C2-19E43344E1BD}">
      <dsp:nvSpPr>
        <dsp:cNvPr id="0" name=""/>
        <dsp:cNvSpPr/>
      </dsp:nvSpPr>
      <dsp:spPr>
        <a:xfrm>
          <a:off x="599209" y="1715521"/>
          <a:ext cx="8388927" cy="1418157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081" tIns="0" rIns="317081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 (a) In Singapore/ (b) my </a:t>
          </a:r>
          <a:r>
            <a:rPr lang="en-IN" sz="3200" b="1" kern="1200" dirty="0">
              <a:solidFill>
                <a:srgbClr val="C00000"/>
              </a:solidFill>
            </a:rPr>
            <a:t>brother-in-law</a:t>
          </a:r>
          <a:r>
            <a:rPr lang="en-IN" sz="3200" b="1" kern="1200" dirty="0">
              <a:solidFill>
                <a:schemeClr val="tx1"/>
              </a:solidFill>
            </a:rPr>
            <a:t> </a:t>
          </a:r>
          <a:r>
            <a:rPr lang="en-IN" sz="3200" b="1" kern="1200" dirty="0">
              <a:solidFill>
                <a:srgbClr val="002060"/>
              </a:solidFill>
            </a:rPr>
            <a:t>with his wife</a:t>
          </a:r>
          <a:r>
            <a:rPr lang="en-IN" sz="3200" b="1" kern="1200" dirty="0">
              <a:solidFill>
                <a:schemeClr val="tx1"/>
              </a:solidFill>
            </a:rPr>
            <a:t>/ (c) </a:t>
          </a:r>
          <a:r>
            <a:rPr lang="en-IN" sz="3200" b="1" kern="1200" dirty="0">
              <a:solidFill>
                <a:srgbClr val="C00000"/>
              </a:solidFill>
            </a:rPr>
            <a:t>was </a:t>
          </a:r>
          <a:r>
            <a:rPr lang="en-IN" sz="3200" b="1" strike="sngStrike" kern="1200" dirty="0">
              <a:solidFill>
                <a:srgbClr val="C00000"/>
              </a:solidFill>
            </a:rPr>
            <a:t>were</a:t>
          </a:r>
          <a:r>
            <a:rPr lang="en-IN" sz="3200" b="1" kern="1200" dirty="0">
              <a:solidFill>
                <a:srgbClr val="C00000"/>
              </a:solidFill>
            </a:rPr>
            <a:t> </a:t>
          </a:r>
          <a:r>
            <a:rPr lang="en-IN" sz="3200" b="1" kern="1200" dirty="0">
              <a:solidFill>
                <a:schemeClr val="tx1"/>
              </a:solidFill>
            </a:rPr>
            <a:t>present at the function./ (d) No error </a:t>
          </a:r>
          <a:r>
            <a:rPr lang="en-IN" sz="2400" b="1" kern="1200" dirty="0">
              <a:solidFill>
                <a:srgbClr val="C00000"/>
              </a:solidFill>
            </a:rPr>
            <a:t>(pseudo compound sub)</a:t>
          </a:r>
          <a:endParaRPr lang="en-IN" sz="3200" b="1" kern="1200" dirty="0">
            <a:solidFill>
              <a:srgbClr val="C00000"/>
            </a:solidFill>
          </a:endParaRPr>
        </a:p>
      </dsp:txBody>
      <dsp:txXfrm>
        <a:off x="668438" y="1784750"/>
        <a:ext cx="8250469" cy="1279699"/>
      </dsp:txXfrm>
    </dsp:sp>
    <dsp:sp modelId="{DC64004E-9CF4-4F1C-9CF1-58616BAD1E8F}">
      <dsp:nvSpPr>
        <dsp:cNvPr id="0" name=""/>
        <dsp:cNvSpPr/>
      </dsp:nvSpPr>
      <dsp:spPr>
        <a:xfrm>
          <a:off x="0" y="4235278"/>
          <a:ext cx="11984182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0B99EF-47DF-4294-88B6-BB3FB3281E9D}">
      <dsp:nvSpPr>
        <dsp:cNvPr id="0" name=""/>
        <dsp:cNvSpPr/>
      </dsp:nvSpPr>
      <dsp:spPr>
        <a:xfrm>
          <a:off x="599209" y="3703918"/>
          <a:ext cx="8388927" cy="1062720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081" tIns="0" rIns="317081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 (a) </a:t>
          </a:r>
          <a:r>
            <a:rPr lang="en-IN" sz="3200" b="1" kern="1200" dirty="0">
              <a:solidFill>
                <a:srgbClr val="C00000"/>
              </a:solidFill>
            </a:rPr>
            <a:t>A hot </a:t>
          </a:r>
          <a:r>
            <a:rPr lang="en-IN" sz="3200" b="1" kern="1200" dirty="0">
              <a:solidFill>
                <a:schemeClr val="tx1"/>
              </a:solidFill>
            </a:rPr>
            <a:t>and/ (b) </a:t>
          </a:r>
          <a:r>
            <a:rPr lang="en-IN" sz="3200" b="1" kern="1200" dirty="0">
              <a:solidFill>
                <a:srgbClr val="C00000"/>
              </a:solidFill>
            </a:rPr>
            <a:t>a cold spring</a:t>
          </a:r>
          <a:r>
            <a:rPr lang="en-IN" sz="3200" b="1" kern="1200" dirty="0">
              <a:solidFill>
                <a:schemeClr val="tx1"/>
              </a:solidFill>
            </a:rPr>
            <a:t>/ (c)</a:t>
          </a:r>
          <a:r>
            <a:rPr lang="en-IN" sz="3200" b="1" strike="sngStrike" kern="1200" dirty="0">
              <a:solidFill>
                <a:srgbClr val="C00000"/>
              </a:solidFill>
            </a:rPr>
            <a:t> was </a:t>
          </a:r>
          <a:r>
            <a:rPr lang="en-IN" sz="3200" b="1" kern="1200" dirty="0">
              <a:solidFill>
                <a:srgbClr val="C00000"/>
              </a:solidFill>
            </a:rPr>
            <a:t>were</a:t>
          </a:r>
          <a:r>
            <a:rPr lang="en-IN" sz="3200" b="1" kern="1200" dirty="0">
              <a:solidFill>
                <a:schemeClr val="tx1"/>
              </a:solidFill>
            </a:rPr>
            <a:t> found near each other./ (d) No error</a:t>
          </a:r>
        </a:p>
      </dsp:txBody>
      <dsp:txXfrm>
        <a:off x="651087" y="3755796"/>
        <a:ext cx="8285171" cy="958964"/>
      </dsp:txXfrm>
    </dsp:sp>
    <dsp:sp modelId="{FD6D5E9C-E2C5-4139-8ED6-234EC8CAE2E3}">
      <dsp:nvSpPr>
        <dsp:cNvPr id="0" name=""/>
        <dsp:cNvSpPr/>
      </dsp:nvSpPr>
      <dsp:spPr>
        <a:xfrm>
          <a:off x="0" y="5868238"/>
          <a:ext cx="11984182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B1098F-C6B4-4ADC-982C-FA1F2E9065CF}">
      <dsp:nvSpPr>
        <dsp:cNvPr id="0" name=""/>
        <dsp:cNvSpPr/>
      </dsp:nvSpPr>
      <dsp:spPr>
        <a:xfrm>
          <a:off x="599209" y="5336878"/>
          <a:ext cx="8388927" cy="1062720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081" tIns="0" rIns="317081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 (a) </a:t>
          </a:r>
          <a:r>
            <a:rPr lang="en-IN" sz="3200" b="1" kern="1200" dirty="0">
              <a:solidFill>
                <a:srgbClr val="C00000"/>
              </a:solidFill>
            </a:rPr>
            <a:t>Either</a:t>
          </a:r>
          <a:r>
            <a:rPr lang="en-IN" sz="3200" b="1" kern="1200" dirty="0">
              <a:solidFill>
                <a:schemeClr val="tx1"/>
              </a:solidFill>
            </a:rPr>
            <a:t> of the roads/ (b)</a:t>
          </a:r>
          <a:r>
            <a:rPr lang="en-IN" sz="3200" b="1" strike="sngStrike" kern="1200" dirty="0">
              <a:solidFill>
                <a:srgbClr val="C00000"/>
              </a:solidFill>
            </a:rPr>
            <a:t> lead </a:t>
          </a:r>
          <a:r>
            <a:rPr lang="en-IN" sz="3200" b="1" strike="noStrike" kern="1200" dirty="0">
              <a:solidFill>
                <a:srgbClr val="C00000"/>
              </a:solidFill>
            </a:rPr>
            <a:t>leads</a:t>
          </a:r>
          <a:r>
            <a:rPr lang="en-IN" sz="3200" b="1" kern="1200" dirty="0">
              <a:solidFill>
                <a:schemeClr val="tx1"/>
              </a:solidFill>
            </a:rPr>
            <a:t>/ (c) to the park/ (d) No error</a:t>
          </a:r>
        </a:p>
      </dsp:txBody>
      <dsp:txXfrm>
        <a:off x="651087" y="5388756"/>
        <a:ext cx="8285171" cy="95896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44C9D9-BA53-49D4-83F3-F85AD8324B14}">
      <dsp:nvSpPr>
        <dsp:cNvPr id="0" name=""/>
        <dsp:cNvSpPr/>
      </dsp:nvSpPr>
      <dsp:spPr>
        <a:xfrm>
          <a:off x="0" y="796812"/>
          <a:ext cx="11187545" cy="126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62D748-5196-44C3-B43C-09BCFCC96AE5}">
      <dsp:nvSpPr>
        <dsp:cNvPr id="0" name=""/>
        <dsp:cNvSpPr/>
      </dsp:nvSpPr>
      <dsp:spPr>
        <a:xfrm>
          <a:off x="590551" y="89985"/>
          <a:ext cx="7831281" cy="147600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004" tIns="0" rIns="296004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155. (a) One of my desires/ (b) are to become/ (c) a doctor./ (d) No error</a:t>
          </a:r>
          <a:endParaRPr lang="en-US" sz="2800" b="1" kern="1200" dirty="0">
            <a:solidFill>
              <a:schemeClr val="tx1"/>
            </a:solidFill>
          </a:endParaRPr>
        </a:p>
      </dsp:txBody>
      <dsp:txXfrm>
        <a:off x="662603" y="162037"/>
        <a:ext cx="7687177" cy="1331896"/>
      </dsp:txXfrm>
    </dsp:sp>
    <dsp:sp modelId="{7F071F97-6C84-4D1B-A26F-C92F5EBC0AAC}">
      <dsp:nvSpPr>
        <dsp:cNvPr id="0" name=""/>
        <dsp:cNvSpPr/>
      </dsp:nvSpPr>
      <dsp:spPr>
        <a:xfrm>
          <a:off x="0" y="3064812"/>
          <a:ext cx="11187545" cy="126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F2D2F1-A87D-418D-8675-C7D55EA4028C}">
      <dsp:nvSpPr>
        <dsp:cNvPr id="0" name=""/>
        <dsp:cNvSpPr/>
      </dsp:nvSpPr>
      <dsp:spPr>
        <a:xfrm>
          <a:off x="559377" y="2326812"/>
          <a:ext cx="7831281" cy="147600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004" tIns="0" rIns="296004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156. (a) The whole block of flats/ (b) including two shops were/ (c) destroyed in fire./ (d) No error</a:t>
          </a:r>
        </a:p>
      </dsp:txBody>
      <dsp:txXfrm>
        <a:off x="631429" y="2398864"/>
        <a:ext cx="7687177" cy="1331896"/>
      </dsp:txXfrm>
    </dsp:sp>
    <dsp:sp modelId="{3B7F194B-4139-4F41-ACD1-E02EA220DAC5}">
      <dsp:nvSpPr>
        <dsp:cNvPr id="0" name=""/>
        <dsp:cNvSpPr/>
      </dsp:nvSpPr>
      <dsp:spPr>
        <a:xfrm>
          <a:off x="0" y="5332812"/>
          <a:ext cx="11187545" cy="126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B23D48-D911-43FE-953D-7D63FC758A3C}">
      <dsp:nvSpPr>
        <dsp:cNvPr id="0" name=""/>
        <dsp:cNvSpPr/>
      </dsp:nvSpPr>
      <dsp:spPr>
        <a:xfrm>
          <a:off x="559377" y="4594812"/>
          <a:ext cx="7831281" cy="147600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004" tIns="0" rIns="296004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 157.(a) The sum and substance/ (b) of his poem/ (c) are as follows./ (d) No error</a:t>
          </a:r>
        </a:p>
      </dsp:txBody>
      <dsp:txXfrm>
        <a:off x="631429" y="4666864"/>
        <a:ext cx="7687177" cy="133189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44C9D9-BA53-49D4-83F3-F85AD8324B14}">
      <dsp:nvSpPr>
        <dsp:cNvPr id="0" name=""/>
        <dsp:cNvSpPr/>
      </dsp:nvSpPr>
      <dsp:spPr>
        <a:xfrm>
          <a:off x="0" y="796812"/>
          <a:ext cx="11187545" cy="126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62D748-5196-44C3-B43C-09BCFCC96AE5}">
      <dsp:nvSpPr>
        <dsp:cNvPr id="0" name=""/>
        <dsp:cNvSpPr/>
      </dsp:nvSpPr>
      <dsp:spPr>
        <a:xfrm>
          <a:off x="559377" y="58812"/>
          <a:ext cx="7831281" cy="147600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004" tIns="0" rIns="296004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 (a) </a:t>
          </a:r>
          <a:r>
            <a:rPr lang="en-IN" sz="2800" b="1" kern="1200" dirty="0">
              <a:solidFill>
                <a:srgbClr val="C00000"/>
              </a:solidFill>
            </a:rPr>
            <a:t>One</a:t>
          </a:r>
          <a:r>
            <a:rPr lang="en-IN" sz="2800" b="1" kern="1200" dirty="0">
              <a:solidFill>
                <a:schemeClr val="tx1"/>
              </a:solidFill>
            </a:rPr>
            <a:t> of my desires/ (b) </a:t>
          </a:r>
          <a:r>
            <a:rPr lang="en-IN" sz="2800" b="1" strike="sngStrike" kern="1200" dirty="0">
              <a:solidFill>
                <a:srgbClr val="C00000"/>
              </a:solidFill>
            </a:rPr>
            <a:t>are</a:t>
          </a:r>
          <a:r>
            <a:rPr lang="en-IN" sz="2800" b="1" kern="1200" dirty="0">
              <a:solidFill>
                <a:schemeClr val="tx1"/>
              </a:solidFill>
            </a:rPr>
            <a:t> </a:t>
          </a:r>
          <a:r>
            <a:rPr lang="en-IN" sz="2800" b="1" kern="1200" dirty="0">
              <a:solidFill>
                <a:srgbClr val="C00000"/>
              </a:solidFill>
            </a:rPr>
            <a:t>is</a:t>
          </a:r>
          <a:r>
            <a:rPr lang="en-IN" sz="2800" b="1" kern="1200" dirty="0">
              <a:solidFill>
                <a:schemeClr val="tx1"/>
              </a:solidFill>
            </a:rPr>
            <a:t> to become/ (c) a doctor./ (d) No error</a:t>
          </a:r>
          <a:endParaRPr lang="en-US" sz="2800" b="1" kern="1200" dirty="0">
            <a:solidFill>
              <a:schemeClr val="tx1"/>
            </a:solidFill>
          </a:endParaRPr>
        </a:p>
      </dsp:txBody>
      <dsp:txXfrm>
        <a:off x="631429" y="130864"/>
        <a:ext cx="7687177" cy="1331896"/>
      </dsp:txXfrm>
    </dsp:sp>
    <dsp:sp modelId="{7F071F97-6C84-4D1B-A26F-C92F5EBC0AAC}">
      <dsp:nvSpPr>
        <dsp:cNvPr id="0" name=""/>
        <dsp:cNvSpPr/>
      </dsp:nvSpPr>
      <dsp:spPr>
        <a:xfrm>
          <a:off x="0" y="3064812"/>
          <a:ext cx="11187545" cy="126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F2D2F1-A87D-418D-8675-C7D55EA4028C}">
      <dsp:nvSpPr>
        <dsp:cNvPr id="0" name=""/>
        <dsp:cNvSpPr/>
      </dsp:nvSpPr>
      <dsp:spPr>
        <a:xfrm>
          <a:off x="559377" y="2326812"/>
          <a:ext cx="7831281" cy="147600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004" tIns="0" rIns="296004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 (a) The whole </a:t>
          </a:r>
          <a:r>
            <a:rPr lang="en-IN" sz="3200" b="1" kern="1200" dirty="0">
              <a:solidFill>
                <a:srgbClr val="C00000"/>
              </a:solidFill>
            </a:rPr>
            <a:t>block </a:t>
          </a:r>
          <a:r>
            <a:rPr lang="en-IN" sz="3200" b="1" kern="1200" dirty="0">
              <a:solidFill>
                <a:schemeClr val="tx1"/>
              </a:solidFill>
            </a:rPr>
            <a:t>of flats/ (b) including two shops </a:t>
          </a:r>
          <a:r>
            <a:rPr lang="en-IN" sz="3200" b="1" strike="sngStrike" kern="1200" dirty="0">
              <a:solidFill>
                <a:srgbClr val="C00000"/>
              </a:solidFill>
            </a:rPr>
            <a:t>were </a:t>
          </a:r>
          <a:r>
            <a:rPr lang="en-IN" sz="3200" b="1" strike="noStrike" kern="1200" dirty="0">
              <a:solidFill>
                <a:srgbClr val="C00000"/>
              </a:solidFill>
            </a:rPr>
            <a:t>was</a:t>
          </a:r>
          <a:r>
            <a:rPr lang="en-IN" sz="3200" b="1" kern="1200" dirty="0">
              <a:solidFill>
                <a:schemeClr val="tx1"/>
              </a:solidFill>
            </a:rPr>
            <a:t>/ (c) destroyed in fire./ (d) No error</a:t>
          </a:r>
        </a:p>
      </dsp:txBody>
      <dsp:txXfrm>
        <a:off x="631429" y="2398864"/>
        <a:ext cx="7687177" cy="1331896"/>
      </dsp:txXfrm>
    </dsp:sp>
    <dsp:sp modelId="{3B7F194B-4139-4F41-ACD1-E02EA220DAC5}">
      <dsp:nvSpPr>
        <dsp:cNvPr id="0" name=""/>
        <dsp:cNvSpPr/>
      </dsp:nvSpPr>
      <dsp:spPr>
        <a:xfrm>
          <a:off x="0" y="5332812"/>
          <a:ext cx="11187545" cy="126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B23D48-D911-43FE-953D-7D63FC758A3C}">
      <dsp:nvSpPr>
        <dsp:cNvPr id="0" name=""/>
        <dsp:cNvSpPr/>
      </dsp:nvSpPr>
      <dsp:spPr>
        <a:xfrm>
          <a:off x="559377" y="4594812"/>
          <a:ext cx="7831281" cy="147600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004" tIns="0" rIns="296004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 (a) </a:t>
          </a:r>
          <a:r>
            <a:rPr lang="en-IN" sz="3200" b="1" kern="1200" dirty="0">
              <a:solidFill>
                <a:srgbClr val="C00000"/>
              </a:solidFill>
            </a:rPr>
            <a:t>The sum and substance</a:t>
          </a:r>
          <a:r>
            <a:rPr lang="en-IN" sz="3200" b="1" kern="1200" dirty="0">
              <a:solidFill>
                <a:schemeClr val="tx1"/>
              </a:solidFill>
            </a:rPr>
            <a:t>/ (b) of his poem/ (c) </a:t>
          </a:r>
          <a:r>
            <a:rPr lang="en-IN" sz="3200" b="1" strike="sngStrike" kern="1200" dirty="0">
              <a:solidFill>
                <a:srgbClr val="C00000"/>
              </a:solidFill>
            </a:rPr>
            <a:t>are</a:t>
          </a:r>
          <a:r>
            <a:rPr lang="en-IN" sz="3200" b="1" kern="1200" dirty="0">
              <a:solidFill>
                <a:schemeClr val="tx1"/>
              </a:solidFill>
            </a:rPr>
            <a:t> </a:t>
          </a:r>
          <a:r>
            <a:rPr lang="en-IN" sz="3200" b="1" kern="1200" dirty="0">
              <a:solidFill>
                <a:srgbClr val="C00000"/>
              </a:solidFill>
            </a:rPr>
            <a:t>is</a:t>
          </a:r>
          <a:r>
            <a:rPr lang="en-IN" sz="3200" b="1" kern="1200" dirty="0">
              <a:solidFill>
                <a:schemeClr val="tx1"/>
              </a:solidFill>
            </a:rPr>
            <a:t> as follows./ (d) No error</a:t>
          </a:r>
        </a:p>
      </dsp:txBody>
      <dsp:txXfrm>
        <a:off x="631429" y="4666864"/>
        <a:ext cx="7687177" cy="133189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A1F14F-4238-44E3-BADA-5C90CE982838}">
      <dsp:nvSpPr>
        <dsp:cNvPr id="0" name=""/>
        <dsp:cNvSpPr/>
      </dsp:nvSpPr>
      <dsp:spPr>
        <a:xfrm>
          <a:off x="0" y="798839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370F24-7447-408E-8E72-8287C85094C1}">
      <dsp:nvSpPr>
        <dsp:cNvPr id="0" name=""/>
        <dsp:cNvSpPr/>
      </dsp:nvSpPr>
      <dsp:spPr>
        <a:xfrm>
          <a:off x="609600" y="31319"/>
          <a:ext cx="8534400" cy="153504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158. (a) Neither of the/ (b) five accused/ (c) could be convicted./ (d) No error</a:t>
          </a:r>
          <a:endParaRPr lang="en-US" sz="3200" kern="1200" dirty="0"/>
        </a:p>
      </dsp:txBody>
      <dsp:txXfrm>
        <a:off x="684534" y="106253"/>
        <a:ext cx="8384532" cy="1385172"/>
      </dsp:txXfrm>
    </dsp:sp>
    <dsp:sp modelId="{81E8B7B5-4914-4D09-B463-B2A7EEA0B1E8}">
      <dsp:nvSpPr>
        <dsp:cNvPr id="0" name=""/>
        <dsp:cNvSpPr/>
      </dsp:nvSpPr>
      <dsp:spPr>
        <a:xfrm>
          <a:off x="0" y="3157559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978BBA-2543-410A-9BD0-3D6CCD82B84C}">
      <dsp:nvSpPr>
        <dsp:cNvPr id="0" name=""/>
        <dsp:cNvSpPr/>
      </dsp:nvSpPr>
      <dsp:spPr>
        <a:xfrm>
          <a:off x="609600" y="2390040"/>
          <a:ext cx="8534400" cy="153504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159. (a) The strain of all/ (b) the difficulties, vexations and anxieties/ (c) were more than he could beat./ (d) No error</a:t>
          </a:r>
        </a:p>
      </dsp:txBody>
      <dsp:txXfrm>
        <a:off x="684534" y="2464974"/>
        <a:ext cx="8384532" cy="1385172"/>
      </dsp:txXfrm>
    </dsp:sp>
    <dsp:sp modelId="{0E59DF8D-5AA4-4F27-8BBE-AD34BB8BF88A}">
      <dsp:nvSpPr>
        <dsp:cNvPr id="0" name=""/>
        <dsp:cNvSpPr/>
      </dsp:nvSpPr>
      <dsp:spPr>
        <a:xfrm>
          <a:off x="0" y="5516280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2214CB-E68B-469B-8F71-5E87C09BA4EC}">
      <dsp:nvSpPr>
        <dsp:cNvPr id="0" name=""/>
        <dsp:cNvSpPr/>
      </dsp:nvSpPr>
      <dsp:spPr>
        <a:xfrm>
          <a:off x="609600" y="4748760"/>
          <a:ext cx="8534400" cy="153504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160. (a) Everybody/ (b) it must be admitted/ (c) has their ups and downs./ (d) No error</a:t>
          </a:r>
        </a:p>
      </dsp:txBody>
      <dsp:txXfrm>
        <a:off x="684534" y="4823694"/>
        <a:ext cx="8384532" cy="138517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A1F14F-4238-44E3-BADA-5C90CE982838}">
      <dsp:nvSpPr>
        <dsp:cNvPr id="0" name=""/>
        <dsp:cNvSpPr/>
      </dsp:nvSpPr>
      <dsp:spPr>
        <a:xfrm>
          <a:off x="0" y="798839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370F24-7447-408E-8E72-8287C85094C1}">
      <dsp:nvSpPr>
        <dsp:cNvPr id="0" name=""/>
        <dsp:cNvSpPr/>
      </dsp:nvSpPr>
      <dsp:spPr>
        <a:xfrm>
          <a:off x="609600" y="31319"/>
          <a:ext cx="8534400" cy="153504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 (a) </a:t>
          </a:r>
          <a:r>
            <a:rPr lang="en-IN" sz="3200" b="1" strike="sngStrike" kern="1200" dirty="0">
              <a:solidFill>
                <a:srgbClr val="C00000"/>
              </a:solidFill>
            </a:rPr>
            <a:t>Neither  </a:t>
          </a:r>
          <a:r>
            <a:rPr lang="en-IN" sz="3200" b="1" strike="noStrike" kern="1200" dirty="0">
              <a:solidFill>
                <a:srgbClr val="C00000"/>
              </a:solidFill>
            </a:rPr>
            <a:t>None </a:t>
          </a:r>
          <a:r>
            <a:rPr lang="en-IN" sz="3200" b="1" kern="1200" dirty="0">
              <a:solidFill>
                <a:schemeClr val="tx1"/>
              </a:solidFill>
            </a:rPr>
            <a:t>of the/ (b) </a:t>
          </a:r>
          <a:r>
            <a:rPr lang="en-IN" sz="3200" b="1" kern="1200" dirty="0">
              <a:solidFill>
                <a:srgbClr val="C00000"/>
              </a:solidFill>
            </a:rPr>
            <a:t>five </a:t>
          </a:r>
          <a:r>
            <a:rPr lang="en-IN" sz="3200" b="1" kern="1200" dirty="0">
              <a:solidFill>
                <a:schemeClr val="tx1"/>
              </a:solidFill>
            </a:rPr>
            <a:t>accused/ (c) could be convicted./ (d) No error</a:t>
          </a:r>
          <a:endParaRPr lang="en-US" sz="3200" kern="1200" dirty="0"/>
        </a:p>
      </dsp:txBody>
      <dsp:txXfrm>
        <a:off x="684534" y="106253"/>
        <a:ext cx="8384532" cy="1385172"/>
      </dsp:txXfrm>
    </dsp:sp>
    <dsp:sp modelId="{81E8B7B5-4914-4D09-B463-B2A7EEA0B1E8}">
      <dsp:nvSpPr>
        <dsp:cNvPr id="0" name=""/>
        <dsp:cNvSpPr/>
      </dsp:nvSpPr>
      <dsp:spPr>
        <a:xfrm>
          <a:off x="0" y="3157559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978BBA-2543-410A-9BD0-3D6CCD82B84C}">
      <dsp:nvSpPr>
        <dsp:cNvPr id="0" name=""/>
        <dsp:cNvSpPr/>
      </dsp:nvSpPr>
      <dsp:spPr>
        <a:xfrm>
          <a:off x="609600" y="2390040"/>
          <a:ext cx="8534400" cy="153504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 (a) </a:t>
          </a:r>
          <a:r>
            <a:rPr lang="en-IN" sz="3200" b="1" kern="1200" dirty="0">
              <a:solidFill>
                <a:srgbClr val="C00000"/>
              </a:solidFill>
            </a:rPr>
            <a:t>The strain </a:t>
          </a:r>
          <a:r>
            <a:rPr lang="en-IN" sz="3200" b="1" kern="1200" dirty="0">
              <a:solidFill>
                <a:schemeClr val="tx1"/>
              </a:solidFill>
            </a:rPr>
            <a:t>of all/ (b) the difficulties, vexations and anxieties/ (c) </a:t>
          </a:r>
          <a:r>
            <a:rPr lang="en-IN" sz="3200" b="1" strike="sngStrike" kern="1200" dirty="0">
              <a:solidFill>
                <a:srgbClr val="C00000"/>
              </a:solidFill>
            </a:rPr>
            <a:t>were</a:t>
          </a:r>
          <a:r>
            <a:rPr lang="en-IN" sz="3200" b="1" kern="1200" dirty="0">
              <a:solidFill>
                <a:schemeClr val="tx1"/>
              </a:solidFill>
            </a:rPr>
            <a:t> </a:t>
          </a:r>
          <a:r>
            <a:rPr lang="en-IN" sz="3200" b="1" kern="1200" dirty="0">
              <a:solidFill>
                <a:srgbClr val="C00000"/>
              </a:solidFill>
            </a:rPr>
            <a:t>was</a:t>
          </a:r>
          <a:r>
            <a:rPr lang="en-IN" sz="3200" b="1" kern="1200" dirty="0">
              <a:solidFill>
                <a:schemeClr val="tx1"/>
              </a:solidFill>
            </a:rPr>
            <a:t> more than he could beat./ (d) No error</a:t>
          </a:r>
        </a:p>
      </dsp:txBody>
      <dsp:txXfrm>
        <a:off x="684534" y="2464974"/>
        <a:ext cx="8384532" cy="1385172"/>
      </dsp:txXfrm>
    </dsp:sp>
    <dsp:sp modelId="{0E59DF8D-5AA4-4F27-8BBE-AD34BB8BF88A}">
      <dsp:nvSpPr>
        <dsp:cNvPr id="0" name=""/>
        <dsp:cNvSpPr/>
      </dsp:nvSpPr>
      <dsp:spPr>
        <a:xfrm>
          <a:off x="0" y="5516280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2214CB-E68B-469B-8F71-5E87C09BA4EC}">
      <dsp:nvSpPr>
        <dsp:cNvPr id="0" name=""/>
        <dsp:cNvSpPr/>
      </dsp:nvSpPr>
      <dsp:spPr>
        <a:xfrm>
          <a:off x="609600" y="4748760"/>
          <a:ext cx="8534400" cy="153504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 (a) </a:t>
          </a:r>
          <a:r>
            <a:rPr lang="en-IN" sz="3200" b="1" kern="1200" dirty="0">
              <a:solidFill>
                <a:srgbClr val="C00000"/>
              </a:solidFill>
            </a:rPr>
            <a:t>Everybody</a:t>
          </a:r>
          <a:r>
            <a:rPr lang="en-IN" sz="3200" b="1" kern="1200" dirty="0">
              <a:solidFill>
                <a:schemeClr val="tx1"/>
              </a:solidFill>
            </a:rPr>
            <a:t>/ (b) it must be admitted/ (c) has </a:t>
          </a:r>
          <a:r>
            <a:rPr lang="en-IN" sz="3200" b="1" strike="sngStrike" kern="1200" dirty="0">
              <a:solidFill>
                <a:srgbClr val="C00000"/>
              </a:solidFill>
            </a:rPr>
            <a:t>their</a:t>
          </a:r>
          <a:r>
            <a:rPr lang="en-IN" sz="3200" b="1" kern="1200" dirty="0">
              <a:solidFill>
                <a:schemeClr val="tx1"/>
              </a:solidFill>
            </a:rPr>
            <a:t> </a:t>
          </a:r>
          <a:r>
            <a:rPr lang="en-IN" sz="3200" b="1" kern="1200" dirty="0">
              <a:solidFill>
                <a:srgbClr val="C00000"/>
              </a:solidFill>
            </a:rPr>
            <a:t>his</a:t>
          </a:r>
          <a:r>
            <a:rPr lang="en-IN" sz="3200" b="1" kern="1200" dirty="0">
              <a:solidFill>
                <a:schemeClr val="tx1"/>
              </a:solidFill>
            </a:rPr>
            <a:t> ups and downs./ (d) No error</a:t>
          </a:r>
        </a:p>
      </dsp:txBody>
      <dsp:txXfrm>
        <a:off x="684534" y="4823694"/>
        <a:ext cx="8384532" cy="138517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DB68E2-B5CD-4158-A94B-72ED47C972BF}">
      <dsp:nvSpPr>
        <dsp:cNvPr id="0" name=""/>
        <dsp:cNvSpPr/>
      </dsp:nvSpPr>
      <dsp:spPr>
        <a:xfrm>
          <a:off x="0" y="645119"/>
          <a:ext cx="12192000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F3B4AF-B806-41A7-B874-92F8C6DC15EC}">
      <dsp:nvSpPr>
        <dsp:cNvPr id="0" name=""/>
        <dsp:cNvSpPr/>
      </dsp:nvSpPr>
      <dsp:spPr>
        <a:xfrm>
          <a:off x="609600" y="84239"/>
          <a:ext cx="8534400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161. (a) Every woman in the world/ (b) fervently hopes that their child/ (c) will be a normal and healthy baby/ (d) No error</a:t>
          </a:r>
          <a:endParaRPr lang="en-US" sz="2800" b="1" kern="1200" dirty="0">
            <a:solidFill>
              <a:schemeClr val="tx1"/>
            </a:solidFill>
          </a:endParaRPr>
        </a:p>
      </dsp:txBody>
      <dsp:txXfrm>
        <a:off x="664360" y="138999"/>
        <a:ext cx="8424880" cy="1012240"/>
      </dsp:txXfrm>
    </dsp:sp>
    <dsp:sp modelId="{59E6AB23-78DC-4E1D-80DC-A94BC99B9CB5}">
      <dsp:nvSpPr>
        <dsp:cNvPr id="0" name=""/>
        <dsp:cNvSpPr/>
      </dsp:nvSpPr>
      <dsp:spPr>
        <a:xfrm>
          <a:off x="0" y="2368800"/>
          <a:ext cx="12192000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67B2F7-ACF9-4D1E-93C2-855DB34FD09D}">
      <dsp:nvSpPr>
        <dsp:cNvPr id="0" name=""/>
        <dsp:cNvSpPr/>
      </dsp:nvSpPr>
      <dsp:spPr>
        <a:xfrm>
          <a:off x="609600" y="1807920"/>
          <a:ext cx="8534400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162.(a) Neither of them/ (b) sent their papers/ (c) in time for the last seminar/ (d) No error</a:t>
          </a:r>
        </a:p>
      </dsp:txBody>
      <dsp:txXfrm>
        <a:off x="664360" y="1862680"/>
        <a:ext cx="8424880" cy="1012240"/>
      </dsp:txXfrm>
    </dsp:sp>
    <dsp:sp modelId="{4AEF4AD8-A4A7-427B-8F67-33BF1B5EF5A6}">
      <dsp:nvSpPr>
        <dsp:cNvPr id="0" name=""/>
        <dsp:cNvSpPr/>
      </dsp:nvSpPr>
      <dsp:spPr>
        <a:xfrm>
          <a:off x="0" y="4092480"/>
          <a:ext cx="12192000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F8AAFE-0D9C-4F71-B50F-2D665635DD7D}">
      <dsp:nvSpPr>
        <dsp:cNvPr id="0" name=""/>
        <dsp:cNvSpPr/>
      </dsp:nvSpPr>
      <dsp:spPr>
        <a:xfrm>
          <a:off x="609600" y="3531600"/>
          <a:ext cx="8534400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163. (a) This is a strange world/ (b) where each one pursues their own golden bubble/ (c) and laughs at others for doing the same./ (d) No error</a:t>
          </a:r>
        </a:p>
      </dsp:txBody>
      <dsp:txXfrm>
        <a:off x="664360" y="3586360"/>
        <a:ext cx="8424880" cy="1012240"/>
      </dsp:txXfrm>
    </dsp:sp>
    <dsp:sp modelId="{E47516AB-7FD0-4A9E-B541-030FF7B8B9C0}">
      <dsp:nvSpPr>
        <dsp:cNvPr id="0" name=""/>
        <dsp:cNvSpPr/>
      </dsp:nvSpPr>
      <dsp:spPr>
        <a:xfrm>
          <a:off x="0" y="5816160"/>
          <a:ext cx="12192000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50AD90-884C-4DF1-BDF1-4BF6E0678DEA}">
      <dsp:nvSpPr>
        <dsp:cNvPr id="0" name=""/>
        <dsp:cNvSpPr/>
      </dsp:nvSpPr>
      <dsp:spPr>
        <a:xfrm>
          <a:off x="609600" y="5255280"/>
          <a:ext cx="8534400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164. (a) If it were possible to get near when/ (b) one of the volcanic eruptions take place/ (c) we would see a grand sight./ (d) No error</a:t>
          </a:r>
        </a:p>
      </dsp:txBody>
      <dsp:txXfrm>
        <a:off x="664360" y="5310040"/>
        <a:ext cx="8424880" cy="101224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DB68E2-B5CD-4158-A94B-72ED47C972BF}">
      <dsp:nvSpPr>
        <dsp:cNvPr id="0" name=""/>
        <dsp:cNvSpPr/>
      </dsp:nvSpPr>
      <dsp:spPr>
        <a:xfrm>
          <a:off x="0" y="645119"/>
          <a:ext cx="12192000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F3B4AF-B806-41A7-B874-92F8C6DC15EC}">
      <dsp:nvSpPr>
        <dsp:cNvPr id="0" name=""/>
        <dsp:cNvSpPr/>
      </dsp:nvSpPr>
      <dsp:spPr>
        <a:xfrm>
          <a:off x="609600" y="84239"/>
          <a:ext cx="8534400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 (a) </a:t>
          </a:r>
          <a:r>
            <a:rPr lang="en-IN" sz="2800" b="1" kern="1200" dirty="0">
              <a:solidFill>
                <a:srgbClr val="C00000"/>
              </a:solidFill>
            </a:rPr>
            <a:t>Every woman </a:t>
          </a:r>
          <a:r>
            <a:rPr lang="en-IN" sz="2800" b="1" kern="1200" dirty="0">
              <a:solidFill>
                <a:schemeClr val="tx1"/>
              </a:solidFill>
            </a:rPr>
            <a:t>in the world/ (b) fervently hopes that </a:t>
          </a:r>
          <a:r>
            <a:rPr lang="en-IN" sz="2800" b="1" strike="sngStrike" kern="1200" dirty="0">
              <a:solidFill>
                <a:srgbClr val="C00000"/>
              </a:solidFill>
            </a:rPr>
            <a:t>their</a:t>
          </a:r>
          <a:r>
            <a:rPr lang="en-IN" sz="2800" b="1" kern="1200" dirty="0">
              <a:solidFill>
                <a:schemeClr val="tx1"/>
              </a:solidFill>
            </a:rPr>
            <a:t> </a:t>
          </a:r>
          <a:r>
            <a:rPr lang="en-IN" sz="2800" b="1" kern="1200" dirty="0">
              <a:solidFill>
                <a:srgbClr val="C00000"/>
              </a:solidFill>
            </a:rPr>
            <a:t>her </a:t>
          </a:r>
          <a:r>
            <a:rPr lang="en-IN" sz="2800" b="1" kern="1200" dirty="0">
              <a:solidFill>
                <a:schemeClr val="tx1"/>
              </a:solidFill>
            </a:rPr>
            <a:t>child/ (c) will be a normal and healthy baby/ (d) No error </a:t>
          </a:r>
          <a:r>
            <a:rPr lang="en-IN" sz="2800" b="1" kern="1200" dirty="0">
              <a:solidFill>
                <a:srgbClr val="C00000"/>
              </a:solidFill>
            </a:rPr>
            <a:t>(Pronoun)</a:t>
          </a:r>
          <a:endParaRPr lang="en-US" sz="2800" b="1" kern="1200" dirty="0">
            <a:solidFill>
              <a:srgbClr val="C00000"/>
            </a:solidFill>
          </a:endParaRPr>
        </a:p>
      </dsp:txBody>
      <dsp:txXfrm>
        <a:off x="664360" y="138999"/>
        <a:ext cx="8424880" cy="1012240"/>
      </dsp:txXfrm>
    </dsp:sp>
    <dsp:sp modelId="{59E6AB23-78DC-4E1D-80DC-A94BC99B9CB5}">
      <dsp:nvSpPr>
        <dsp:cNvPr id="0" name=""/>
        <dsp:cNvSpPr/>
      </dsp:nvSpPr>
      <dsp:spPr>
        <a:xfrm>
          <a:off x="0" y="2368800"/>
          <a:ext cx="12192000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67B2F7-ACF9-4D1E-93C2-855DB34FD09D}">
      <dsp:nvSpPr>
        <dsp:cNvPr id="0" name=""/>
        <dsp:cNvSpPr/>
      </dsp:nvSpPr>
      <dsp:spPr>
        <a:xfrm>
          <a:off x="609600" y="1807920"/>
          <a:ext cx="8534400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 (a) </a:t>
          </a:r>
          <a:r>
            <a:rPr lang="en-IN" sz="2800" b="1" kern="1200" dirty="0">
              <a:solidFill>
                <a:srgbClr val="C00000"/>
              </a:solidFill>
            </a:rPr>
            <a:t>Neither </a:t>
          </a:r>
          <a:r>
            <a:rPr lang="en-IN" sz="2800" b="1" kern="1200" dirty="0">
              <a:solidFill>
                <a:schemeClr val="tx1"/>
              </a:solidFill>
            </a:rPr>
            <a:t>of them/ (b) sent </a:t>
          </a:r>
          <a:r>
            <a:rPr lang="en-IN" sz="2800" b="1" kern="1200" dirty="0">
              <a:solidFill>
                <a:srgbClr val="C00000"/>
              </a:solidFill>
            </a:rPr>
            <a:t>his</a:t>
          </a:r>
          <a:r>
            <a:rPr lang="en-IN" sz="2800" b="1" kern="1200" dirty="0">
              <a:solidFill>
                <a:schemeClr val="tx1"/>
              </a:solidFill>
            </a:rPr>
            <a:t>  </a:t>
          </a:r>
          <a:r>
            <a:rPr lang="en-IN" sz="2800" b="1" strike="sngStrike" kern="1200" dirty="0">
              <a:solidFill>
                <a:srgbClr val="C00000"/>
              </a:solidFill>
            </a:rPr>
            <a:t>their </a:t>
          </a:r>
          <a:r>
            <a:rPr lang="en-IN" sz="2800" b="1" kern="1200" dirty="0">
              <a:solidFill>
                <a:schemeClr val="tx1"/>
              </a:solidFill>
            </a:rPr>
            <a:t>papers/ (c) in time for the last seminar/ (d) No error</a:t>
          </a:r>
        </a:p>
      </dsp:txBody>
      <dsp:txXfrm>
        <a:off x="664360" y="1862680"/>
        <a:ext cx="8424880" cy="1012240"/>
      </dsp:txXfrm>
    </dsp:sp>
    <dsp:sp modelId="{4AEF4AD8-A4A7-427B-8F67-33BF1B5EF5A6}">
      <dsp:nvSpPr>
        <dsp:cNvPr id="0" name=""/>
        <dsp:cNvSpPr/>
      </dsp:nvSpPr>
      <dsp:spPr>
        <a:xfrm>
          <a:off x="0" y="4092480"/>
          <a:ext cx="12192000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F8AAFE-0D9C-4F71-B50F-2D665635DD7D}">
      <dsp:nvSpPr>
        <dsp:cNvPr id="0" name=""/>
        <dsp:cNvSpPr/>
      </dsp:nvSpPr>
      <dsp:spPr>
        <a:xfrm>
          <a:off x="609600" y="3531600"/>
          <a:ext cx="8534400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 (a) This is a strange world/ (b) where </a:t>
          </a:r>
          <a:r>
            <a:rPr lang="en-IN" sz="2800" b="1" kern="1200" dirty="0">
              <a:solidFill>
                <a:srgbClr val="C00000"/>
              </a:solidFill>
            </a:rPr>
            <a:t>each one </a:t>
          </a:r>
          <a:r>
            <a:rPr lang="en-IN" sz="2800" b="1" kern="1200" dirty="0">
              <a:solidFill>
                <a:schemeClr val="tx1"/>
              </a:solidFill>
            </a:rPr>
            <a:t>pursues </a:t>
          </a:r>
          <a:r>
            <a:rPr lang="en-IN" sz="2800" b="1" strike="sngStrike" kern="1200" dirty="0">
              <a:solidFill>
                <a:srgbClr val="C00000"/>
              </a:solidFill>
            </a:rPr>
            <a:t>their</a:t>
          </a:r>
          <a:r>
            <a:rPr lang="en-IN" sz="2800" b="1" kern="1200" dirty="0">
              <a:solidFill>
                <a:schemeClr val="tx1"/>
              </a:solidFill>
            </a:rPr>
            <a:t> </a:t>
          </a:r>
          <a:r>
            <a:rPr lang="en-IN" sz="2800" b="1" kern="1200" dirty="0">
              <a:solidFill>
                <a:srgbClr val="C00000"/>
              </a:solidFill>
            </a:rPr>
            <a:t>his</a:t>
          </a:r>
          <a:r>
            <a:rPr lang="en-IN" sz="2800" b="1" kern="1200" dirty="0">
              <a:solidFill>
                <a:schemeClr val="tx1"/>
              </a:solidFill>
            </a:rPr>
            <a:t> own golden bubble/ (c) and laughs at others for doing the same./ (d) No error</a:t>
          </a:r>
        </a:p>
      </dsp:txBody>
      <dsp:txXfrm>
        <a:off x="664360" y="3586360"/>
        <a:ext cx="8424880" cy="1012240"/>
      </dsp:txXfrm>
    </dsp:sp>
    <dsp:sp modelId="{E47516AB-7FD0-4A9E-B541-030FF7B8B9C0}">
      <dsp:nvSpPr>
        <dsp:cNvPr id="0" name=""/>
        <dsp:cNvSpPr/>
      </dsp:nvSpPr>
      <dsp:spPr>
        <a:xfrm>
          <a:off x="0" y="5816160"/>
          <a:ext cx="12192000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50AD90-884C-4DF1-BDF1-4BF6E0678DEA}">
      <dsp:nvSpPr>
        <dsp:cNvPr id="0" name=""/>
        <dsp:cNvSpPr/>
      </dsp:nvSpPr>
      <dsp:spPr>
        <a:xfrm>
          <a:off x="609600" y="5255280"/>
          <a:ext cx="8534400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 (a) If it were possible to get near when/ (b) </a:t>
          </a:r>
          <a:r>
            <a:rPr lang="en-IN" sz="2800" b="1" kern="1200" dirty="0">
              <a:solidFill>
                <a:srgbClr val="C00000"/>
              </a:solidFill>
            </a:rPr>
            <a:t>one</a:t>
          </a:r>
          <a:r>
            <a:rPr lang="en-IN" sz="2800" b="1" kern="1200" dirty="0">
              <a:solidFill>
                <a:schemeClr val="tx1"/>
              </a:solidFill>
            </a:rPr>
            <a:t> of the volcanic eruptions</a:t>
          </a:r>
          <a:r>
            <a:rPr lang="en-IN" sz="2800" b="1" strike="sngStrike" kern="1200" dirty="0">
              <a:solidFill>
                <a:srgbClr val="C00000"/>
              </a:solidFill>
            </a:rPr>
            <a:t> take </a:t>
          </a:r>
          <a:r>
            <a:rPr lang="en-IN" sz="2800" b="1" strike="noStrike" kern="1200" dirty="0">
              <a:solidFill>
                <a:srgbClr val="C00000"/>
              </a:solidFill>
            </a:rPr>
            <a:t> takes </a:t>
          </a:r>
          <a:r>
            <a:rPr lang="en-IN" sz="2800" b="1" kern="1200" dirty="0">
              <a:solidFill>
                <a:schemeClr val="tx1"/>
              </a:solidFill>
            </a:rPr>
            <a:t>place/ (c) we would see a grand sight./ (d) No error</a:t>
          </a:r>
        </a:p>
      </dsp:txBody>
      <dsp:txXfrm>
        <a:off x="664360" y="5310040"/>
        <a:ext cx="8424880" cy="101224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98B134-89C5-47B9-A48E-9F3B7BC73EA8}">
      <dsp:nvSpPr>
        <dsp:cNvPr id="0" name=""/>
        <dsp:cNvSpPr/>
      </dsp:nvSpPr>
      <dsp:spPr>
        <a:xfrm>
          <a:off x="0" y="798839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AC316F-7989-433A-8399-A379CAFF0B2D}">
      <dsp:nvSpPr>
        <dsp:cNvPr id="0" name=""/>
        <dsp:cNvSpPr/>
      </dsp:nvSpPr>
      <dsp:spPr>
        <a:xfrm>
          <a:off x="609600" y="31319"/>
          <a:ext cx="8534400" cy="153504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165. (a) A rise in rents and wages/ (b) have been found/ (c) to go together./ (d) No error</a:t>
          </a:r>
          <a:endParaRPr lang="en-US" sz="2400" b="1" kern="1200" dirty="0">
            <a:solidFill>
              <a:schemeClr val="tx1"/>
            </a:solidFill>
          </a:endParaRPr>
        </a:p>
      </dsp:txBody>
      <dsp:txXfrm>
        <a:off x="684534" y="106253"/>
        <a:ext cx="8384532" cy="1385172"/>
      </dsp:txXfrm>
    </dsp:sp>
    <dsp:sp modelId="{52722040-735F-4F0B-A9B4-58C3BDB7046E}">
      <dsp:nvSpPr>
        <dsp:cNvPr id="0" name=""/>
        <dsp:cNvSpPr/>
      </dsp:nvSpPr>
      <dsp:spPr>
        <a:xfrm>
          <a:off x="0" y="3157559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BD78DE-35FA-478F-B786-0928753BFD5E}">
      <dsp:nvSpPr>
        <dsp:cNvPr id="0" name=""/>
        <dsp:cNvSpPr/>
      </dsp:nvSpPr>
      <dsp:spPr>
        <a:xfrm>
          <a:off x="609600" y="2390040"/>
          <a:ext cx="8534400" cy="153504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166. (a) He is one of those few post-colonial writers who believes/ (b) that this talk about colonialism has gone too far/ (c) and has turned into a </a:t>
          </a:r>
          <a:r>
            <a:rPr lang="en-IN" sz="2400" b="1" kern="1200" dirty="0" err="1">
              <a:solidFill>
                <a:schemeClr val="tx1"/>
              </a:solidFill>
            </a:rPr>
            <a:t>cliche</a:t>
          </a:r>
          <a:r>
            <a:rPr lang="en-IN" sz="2400" b="1" kern="1200" dirty="0">
              <a:solidFill>
                <a:schemeClr val="tx1"/>
              </a:solidFill>
            </a:rPr>
            <a:t>./ (d) No error</a:t>
          </a:r>
        </a:p>
      </dsp:txBody>
      <dsp:txXfrm>
        <a:off x="684534" y="2464974"/>
        <a:ext cx="8384532" cy="1385172"/>
      </dsp:txXfrm>
    </dsp:sp>
    <dsp:sp modelId="{4E80E34A-3265-4601-A45E-B722E6427CBC}">
      <dsp:nvSpPr>
        <dsp:cNvPr id="0" name=""/>
        <dsp:cNvSpPr/>
      </dsp:nvSpPr>
      <dsp:spPr>
        <a:xfrm>
          <a:off x="0" y="5516280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7BB4E9-DF97-4BCD-981E-904D7E4C1E10}">
      <dsp:nvSpPr>
        <dsp:cNvPr id="0" name=""/>
        <dsp:cNvSpPr/>
      </dsp:nvSpPr>
      <dsp:spPr>
        <a:xfrm>
          <a:off x="609600" y="4748760"/>
          <a:ext cx="8534400" cy="153504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167. (a) One of the peculiarities/ (b) which distinguishes the present age/ (c) is the multiplication of books/ (d) No error</a:t>
          </a:r>
        </a:p>
      </dsp:txBody>
      <dsp:txXfrm>
        <a:off x="684534" y="4823694"/>
        <a:ext cx="8384532" cy="138517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98B134-89C5-47B9-A48E-9F3B7BC73EA8}">
      <dsp:nvSpPr>
        <dsp:cNvPr id="0" name=""/>
        <dsp:cNvSpPr/>
      </dsp:nvSpPr>
      <dsp:spPr>
        <a:xfrm>
          <a:off x="0" y="798839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AC316F-7989-433A-8399-A379CAFF0B2D}">
      <dsp:nvSpPr>
        <dsp:cNvPr id="0" name=""/>
        <dsp:cNvSpPr/>
      </dsp:nvSpPr>
      <dsp:spPr>
        <a:xfrm>
          <a:off x="609600" y="31319"/>
          <a:ext cx="8534400" cy="153504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 (a) A </a:t>
          </a:r>
          <a:r>
            <a:rPr lang="en-IN" sz="2400" b="1" kern="1200" dirty="0">
              <a:solidFill>
                <a:srgbClr val="C00000"/>
              </a:solidFill>
            </a:rPr>
            <a:t>rise</a:t>
          </a:r>
          <a:r>
            <a:rPr lang="en-IN" sz="2400" b="1" kern="1200" dirty="0">
              <a:solidFill>
                <a:schemeClr val="tx1"/>
              </a:solidFill>
            </a:rPr>
            <a:t> in rents and wages/ (b)</a:t>
          </a:r>
          <a:r>
            <a:rPr lang="en-IN" sz="2400" b="1" strike="sngStrike" kern="1200" dirty="0">
              <a:solidFill>
                <a:srgbClr val="C00000"/>
              </a:solidFill>
            </a:rPr>
            <a:t> have  </a:t>
          </a:r>
          <a:r>
            <a:rPr lang="en-IN" sz="2400" b="1" strike="noStrike" kern="1200" dirty="0">
              <a:solidFill>
                <a:srgbClr val="C00000"/>
              </a:solidFill>
            </a:rPr>
            <a:t>has </a:t>
          </a:r>
          <a:r>
            <a:rPr lang="en-IN" sz="2400" b="1" kern="1200" dirty="0">
              <a:solidFill>
                <a:schemeClr val="tx1"/>
              </a:solidFill>
            </a:rPr>
            <a:t>been found/ (c) to go together./ (d) No error</a:t>
          </a:r>
          <a:endParaRPr lang="en-US" sz="2400" b="1" kern="1200" dirty="0">
            <a:solidFill>
              <a:schemeClr val="tx1"/>
            </a:solidFill>
          </a:endParaRPr>
        </a:p>
      </dsp:txBody>
      <dsp:txXfrm>
        <a:off x="684534" y="106253"/>
        <a:ext cx="8384532" cy="1385172"/>
      </dsp:txXfrm>
    </dsp:sp>
    <dsp:sp modelId="{52722040-735F-4F0B-A9B4-58C3BDB7046E}">
      <dsp:nvSpPr>
        <dsp:cNvPr id="0" name=""/>
        <dsp:cNvSpPr/>
      </dsp:nvSpPr>
      <dsp:spPr>
        <a:xfrm>
          <a:off x="0" y="3157559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BD78DE-35FA-478F-B786-0928753BFD5E}">
      <dsp:nvSpPr>
        <dsp:cNvPr id="0" name=""/>
        <dsp:cNvSpPr/>
      </dsp:nvSpPr>
      <dsp:spPr>
        <a:xfrm>
          <a:off x="609600" y="2390040"/>
          <a:ext cx="8534400" cy="153504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 (a) He is </a:t>
          </a:r>
          <a:r>
            <a:rPr lang="en-IN" sz="2400" b="1" kern="1200" dirty="0">
              <a:solidFill>
                <a:srgbClr val="C00000"/>
              </a:solidFill>
            </a:rPr>
            <a:t>one of those few post-colonial writers </a:t>
          </a:r>
          <a:r>
            <a:rPr lang="en-IN" sz="2400" b="1" kern="1200" dirty="0" err="1">
              <a:solidFill>
                <a:srgbClr val="C00000"/>
              </a:solidFill>
            </a:rPr>
            <a:t>whobelieve</a:t>
          </a:r>
          <a:r>
            <a:rPr lang="en-IN" sz="2400" b="1" kern="1200" dirty="0">
              <a:solidFill>
                <a:srgbClr val="C00000"/>
              </a:solidFill>
            </a:rPr>
            <a:t>  </a:t>
          </a:r>
          <a:r>
            <a:rPr lang="en-IN" sz="2400" b="1" strike="sngStrike" kern="1200" dirty="0">
              <a:solidFill>
                <a:srgbClr val="C00000"/>
              </a:solidFill>
            </a:rPr>
            <a:t>believes</a:t>
          </a:r>
          <a:r>
            <a:rPr lang="en-IN" sz="2400" b="1" kern="1200" dirty="0">
              <a:solidFill>
                <a:schemeClr val="tx1"/>
              </a:solidFill>
            </a:rPr>
            <a:t>/ (b) that this talk about colonialism has gone too far/ (c) and has turned into a cliche./ (d) No error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rgbClr val="C00000"/>
              </a:solidFill>
            </a:rPr>
            <a:t>(verb agreeing with the antecedent)</a:t>
          </a:r>
        </a:p>
      </dsp:txBody>
      <dsp:txXfrm>
        <a:off x="684534" y="2464974"/>
        <a:ext cx="8384532" cy="1385172"/>
      </dsp:txXfrm>
    </dsp:sp>
    <dsp:sp modelId="{4E80E34A-3265-4601-A45E-B722E6427CBC}">
      <dsp:nvSpPr>
        <dsp:cNvPr id="0" name=""/>
        <dsp:cNvSpPr/>
      </dsp:nvSpPr>
      <dsp:spPr>
        <a:xfrm>
          <a:off x="0" y="5516280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7BB4E9-DF97-4BCD-981E-904D7E4C1E10}">
      <dsp:nvSpPr>
        <dsp:cNvPr id="0" name=""/>
        <dsp:cNvSpPr/>
      </dsp:nvSpPr>
      <dsp:spPr>
        <a:xfrm>
          <a:off x="609600" y="4748760"/>
          <a:ext cx="8534400" cy="153504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 (a) One </a:t>
          </a:r>
          <a:r>
            <a:rPr lang="en-IN" sz="2400" b="1" kern="1200" dirty="0">
              <a:solidFill>
                <a:srgbClr val="C00000"/>
              </a:solidFill>
            </a:rPr>
            <a:t>of the peculiarities/ (b) which </a:t>
          </a:r>
          <a:r>
            <a:rPr lang="en-IN" sz="2400" b="1" strike="sngStrike" kern="1200" dirty="0">
              <a:solidFill>
                <a:srgbClr val="C00000"/>
              </a:solidFill>
            </a:rPr>
            <a:t>distinguishes</a:t>
          </a:r>
          <a:r>
            <a:rPr lang="en-IN" sz="2400" b="1" kern="1200" dirty="0">
              <a:solidFill>
                <a:schemeClr val="tx1"/>
              </a:solidFill>
            </a:rPr>
            <a:t> </a:t>
          </a:r>
          <a:r>
            <a:rPr lang="en-IN" sz="2400" b="1" kern="1200" dirty="0">
              <a:solidFill>
                <a:srgbClr val="C00000"/>
              </a:solidFill>
            </a:rPr>
            <a:t>distinguish</a:t>
          </a:r>
          <a:r>
            <a:rPr lang="en-IN" sz="2400" b="1" kern="1200" dirty="0">
              <a:solidFill>
                <a:schemeClr val="tx1"/>
              </a:solidFill>
            </a:rPr>
            <a:t> the present age/ (c) is the multiplication of books/ (d) No error </a:t>
          </a:r>
          <a:r>
            <a:rPr lang="en-IN" sz="2400" b="1" kern="1200" dirty="0">
              <a:solidFill>
                <a:srgbClr val="C00000"/>
              </a:solidFill>
            </a:rPr>
            <a:t>(verb agreeing with the antecedent)</a:t>
          </a:r>
          <a:endParaRPr lang="en-IN" sz="2400" b="1" kern="1200" dirty="0">
            <a:solidFill>
              <a:schemeClr val="tx1"/>
            </a:solidFill>
          </a:endParaRPr>
        </a:p>
      </dsp:txBody>
      <dsp:txXfrm>
        <a:off x="684534" y="4823694"/>
        <a:ext cx="8384532" cy="138517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E4B24-AA3F-4D2C-98BA-816BBAB033AA}">
      <dsp:nvSpPr>
        <dsp:cNvPr id="0" name=""/>
        <dsp:cNvSpPr/>
      </dsp:nvSpPr>
      <dsp:spPr>
        <a:xfrm>
          <a:off x="0" y="798839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6D625E-BC01-401A-A0A6-2BBA70BDD90B}">
      <dsp:nvSpPr>
        <dsp:cNvPr id="0" name=""/>
        <dsp:cNvSpPr/>
      </dsp:nvSpPr>
      <dsp:spPr>
        <a:xfrm>
          <a:off x="609600" y="31319"/>
          <a:ext cx="8534400" cy="153504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168. (a) Neither of them/ (b) are going to attend/ (c) the party on 10th October/ (d) No error</a:t>
          </a:r>
          <a:endParaRPr lang="en-US" sz="3200" kern="1200" dirty="0"/>
        </a:p>
      </dsp:txBody>
      <dsp:txXfrm>
        <a:off x="684534" y="106253"/>
        <a:ext cx="8384532" cy="1385172"/>
      </dsp:txXfrm>
    </dsp:sp>
    <dsp:sp modelId="{16C82AC5-01DC-4CA1-8DEA-6B2D8AAD8E21}">
      <dsp:nvSpPr>
        <dsp:cNvPr id="0" name=""/>
        <dsp:cNvSpPr/>
      </dsp:nvSpPr>
      <dsp:spPr>
        <a:xfrm>
          <a:off x="0" y="3157559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9DCC67-D6AF-4E10-9CEB-EDF1EF5DCFF4}">
      <dsp:nvSpPr>
        <dsp:cNvPr id="0" name=""/>
        <dsp:cNvSpPr/>
      </dsp:nvSpPr>
      <dsp:spPr>
        <a:xfrm>
          <a:off x="609600" y="2390040"/>
          <a:ext cx="8534400" cy="153504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169. (a) Ten miles are/ (b) a long distance / (c) to cover on foot./ (d) No error</a:t>
          </a:r>
        </a:p>
      </dsp:txBody>
      <dsp:txXfrm>
        <a:off x="684534" y="2464974"/>
        <a:ext cx="8384532" cy="1385172"/>
      </dsp:txXfrm>
    </dsp:sp>
    <dsp:sp modelId="{B0F76828-3A4F-4F1A-A4C5-F8050EED103C}">
      <dsp:nvSpPr>
        <dsp:cNvPr id="0" name=""/>
        <dsp:cNvSpPr/>
      </dsp:nvSpPr>
      <dsp:spPr>
        <a:xfrm>
          <a:off x="0" y="5516280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0172D4-D015-448A-8A96-1A13C574288F}">
      <dsp:nvSpPr>
        <dsp:cNvPr id="0" name=""/>
        <dsp:cNvSpPr/>
      </dsp:nvSpPr>
      <dsp:spPr>
        <a:xfrm>
          <a:off x="609600" y="4748760"/>
          <a:ext cx="8534400" cy="153504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170. (a) If Mahatma Gandhi/ (b) was alive, he would feel sorry for the poor and downtrodden who/(c) still struggle everyday to make both ends meet. / (d) No Error</a:t>
          </a:r>
        </a:p>
      </dsp:txBody>
      <dsp:txXfrm>
        <a:off x="684534" y="4823694"/>
        <a:ext cx="8384532" cy="1385172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E4B24-AA3F-4D2C-98BA-816BBAB033AA}">
      <dsp:nvSpPr>
        <dsp:cNvPr id="0" name=""/>
        <dsp:cNvSpPr/>
      </dsp:nvSpPr>
      <dsp:spPr>
        <a:xfrm>
          <a:off x="0" y="798839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6D625E-BC01-401A-A0A6-2BBA70BDD90B}">
      <dsp:nvSpPr>
        <dsp:cNvPr id="0" name=""/>
        <dsp:cNvSpPr/>
      </dsp:nvSpPr>
      <dsp:spPr>
        <a:xfrm>
          <a:off x="609600" y="31319"/>
          <a:ext cx="8534400" cy="153504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(a)</a:t>
          </a:r>
          <a:r>
            <a:rPr lang="en-IN" sz="3200" b="1" kern="1200" dirty="0">
              <a:solidFill>
                <a:srgbClr val="C00000"/>
              </a:solidFill>
            </a:rPr>
            <a:t> Neither </a:t>
          </a:r>
          <a:r>
            <a:rPr lang="en-IN" sz="3200" b="1" kern="1200" dirty="0">
              <a:solidFill>
                <a:schemeClr val="tx1"/>
              </a:solidFill>
            </a:rPr>
            <a:t>of them/ (b) </a:t>
          </a:r>
          <a:r>
            <a:rPr lang="en-IN" sz="3200" b="1" kern="1200" dirty="0">
              <a:solidFill>
                <a:srgbClr val="C00000"/>
              </a:solidFill>
            </a:rPr>
            <a:t>is</a:t>
          </a:r>
          <a:r>
            <a:rPr lang="en-IN" sz="3200" b="1" kern="1200" dirty="0">
              <a:solidFill>
                <a:schemeClr val="tx1"/>
              </a:solidFill>
            </a:rPr>
            <a:t>  </a:t>
          </a:r>
          <a:r>
            <a:rPr lang="en-IN" sz="3200" b="1" strike="sngStrike" kern="1200" dirty="0">
              <a:solidFill>
                <a:srgbClr val="C00000"/>
              </a:solidFill>
            </a:rPr>
            <a:t>are</a:t>
          </a:r>
          <a:r>
            <a:rPr lang="en-IN" sz="3200" b="1" kern="1200" dirty="0">
              <a:solidFill>
                <a:schemeClr val="tx1"/>
              </a:solidFill>
            </a:rPr>
            <a:t> going to attend/ (c) the party on 10th October/ (d) No error</a:t>
          </a:r>
          <a:endParaRPr lang="en-US" sz="3200" kern="1200" dirty="0"/>
        </a:p>
      </dsp:txBody>
      <dsp:txXfrm>
        <a:off x="684534" y="106253"/>
        <a:ext cx="8384532" cy="1385172"/>
      </dsp:txXfrm>
    </dsp:sp>
    <dsp:sp modelId="{16C82AC5-01DC-4CA1-8DEA-6B2D8AAD8E21}">
      <dsp:nvSpPr>
        <dsp:cNvPr id="0" name=""/>
        <dsp:cNvSpPr/>
      </dsp:nvSpPr>
      <dsp:spPr>
        <a:xfrm>
          <a:off x="0" y="3157559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9DCC67-D6AF-4E10-9CEB-EDF1EF5DCFF4}">
      <dsp:nvSpPr>
        <dsp:cNvPr id="0" name=""/>
        <dsp:cNvSpPr/>
      </dsp:nvSpPr>
      <dsp:spPr>
        <a:xfrm>
          <a:off x="609600" y="2390040"/>
          <a:ext cx="8534400" cy="153504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(a) </a:t>
          </a:r>
          <a:r>
            <a:rPr lang="en-IN" sz="3200" b="1" kern="1200" dirty="0">
              <a:solidFill>
                <a:srgbClr val="C00000"/>
              </a:solidFill>
            </a:rPr>
            <a:t>Ten miles is </a:t>
          </a:r>
          <a:r>
            <a:rPr lang="en-IN" sz="3200" b="1" strike="sngStrike" kern="1200" dirty="0">
              <a:solidFill>
                <a:srgbClr val="C00000"/>
              </a:solidFill>
            </a:rPr>
            <a:t>are</a:t>
          </a:r>
          <a:r>
            <a:rPr lang="en-IN" sz="3200" b="1" kern="1200" dirty="0">
              <a:solidFill>
                <a:schemeClr val="tx1"/>
              </a:solidFill>
            </a:rPr>
            <a:t>/ (b) a long distance / (c) to cover on foot./ (d) No error </a:t>
          </a:r>
          <a:r>
            <a:rPr lang="en-IN" sz="3200" b="1" kern="1200" dirty="0">
              <a:solidFill>
                <a:srgbClr val="C00000"/>
              </a:solidFill>
            </a:rPr>
            <a:t>(unit of measurement)</a:t>
          </a:r>
        </a:p>
      </dsp:txBody>
      <dsp:txXfrm>
        <a:off x="684534" y="2464974"/>
        <a:ext cx="8384532" cy="1385172"/>
      </dsp:txXfrm>
    </dsp:sp>
    <dsp:sp modelId="{B0F76828-3A4F-4F1A-A4C5-F8050EED103C}">
      <dsp:nvSpPr>
        <dsp:cNvPr id="0" name=""/>
        <dsp:cNvSpPr/>
      </dsp:nvSpPr>
      <dsp:spPr>
        <a:xfrm>
          <a:off x="0" y="5516280"/>
          <a:ext cx="121920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0172D4-D015-448A-8A96-1A13C574288F}">
      <dsp:nvSpPr>
        <dsp:cNvPr id="0" name=""/>
        <dsp:cNvSpPr/>
      </dsp:nvSpPr>
      <dsp:spPr>
        <a:xfrm>
          <a:off x="609600" y="4748760"/>
          <a:ext cx="8534400" cy="153504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(a) </a:t>
          </a:r>
          <a:r>
            <a:rPr lang="en-IN" sz="2400" b="1" kern="1200" dirty="0">
              <a:solidFill>
                <a:srgbClr val="C00000"/>
              </a:solidFill>
            </a:rPr>
            <a:t>If</a:t>
          </a:r>
          <a:r>
            <a:rPr lang="en-IN" sz="2400" b="1" kern="1200" dirty="0">
              <a:solidFill>
                <a:schemeClr val="tx1"/>
              </a:solidFill>
            </a:rPr>
            <a:t> Mahatma Gandhi/ (b) </a:t>
          </a:r>
          <a:r>
            <a:rPr lang="en-IN" sz="2400" b="1" kern="1200" dirty="0">
              <a:solidFill>
                <a:srgbClr val="C00000"/>
              </a:solidFill>
            </a:rPr>
            <a:t>were </a:t>
          </a:r>
          <a:r>
            <a:rPr lang="en-IN" sz="2400" b="1" strike="sngStrike" kern="1200" dirty="0">
              <a:solidFill>
                <a:srgbClr val="C00000"/>
              </a:solidFill>
            </a:rPr>
            <a:t> was </a:t>
          </a:r>
          <a:r>
            <a:rPr lang="en-IN" sz="2400" b="1" kern="1200" dirty="0">
              <a:solidFill>
                <a:schemeClr val="tx1"/>
              </a:solidFill>
            </a:rPr>
            <a:t>alive, he would feel sorry for the poor and downtrodden who/(c) still struggle everyday to make both ends meet. / (d) No Error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rgbClr val="C00000"/>
              </a:solidFill>
            </a:rPr>
            <a:t>(Second conditional)</a:t>
          </a:r>
        </a:p>
      </dsp:txBody>
      <dsp:txXfrm>
        <a:off x="684534" y="4823694"/>
        <a:ext cx="8384532" cy="1385172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CA8BC7-B170-4AFA-9D65-3E71A1FBA8A0}">
      <dsp:nvSpPr>
        <dsp:cNvPr id="0" name=""/>
        <dsp:cNvSpPr/>
      </dsp:nvSpPr>
      <dsp:spPr>
        <a:xfrm>
          <a:off x="0" y="804175"/>
          <a:ext cx="12192000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0408B2-5A38-45DB-8658-849EA7499199}">
      <dsp:nvSpPr>
        <dsp:cNvPr id="0" name=""/>
        <dsp:cNvSpPr/>
      </dsp:nvSpPr>
      <dsp:spPr>
        <a:xfrm>
          <a:off x="609600" y="51415"/>
          <a:ext cx="8534400" cy="150552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171. (a) Having acquired some experience/ (b) she is no longer one of those who believes/ (c) every explanation they are given./ (d) No error</a:t>
          </a:r>
          <a:endParaRPr lang="en-US" sz="2400" b="1" kern="1200" dirty="0">
            <a:solidFill>
              <a:schemeClr val="tx1"/>
            </a:solidFill>
          </a:endParaRPr>
        </a:p>
      </dsp:txBody>
      <dsp:txXfrm>
        <a:off x="683093" y="124908"/>
        <a:ext cx="8387414" cy="1358534"/>
      </dsp:txXfrm>
    </dsp:sp>
    <dsp:sp modelId="{B3C2E6BF-23DA-40C1-A104-6A7369E275BC}">
      <dsp:nvSpPr>
        <dsp:cNvPr id="0" name=""/>
        <dsp:cNvSpPr/>
      </dsp:nvSpPr>
      <dsp:spPr>
        <a:xfrm>
          <a:off x="0" y="3117536"/>
          <a:ext cx="12192000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C9BE6E-02F0-43DB-85C0-634487FBB245}">
      <dsp:nvSpPr>
        <dsp:cNvPr id="0" name=""/>
        <dsp:cNvSpPr/>
      </dsp:nvSpPr>
      <dsp:spPr>
        <a:xfrm>
          <a:off x="609600" y="2364776"/>
          <a:ext cx="8534400" cy="150552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172. (a) With regard to implementation of the/ (b) details of the proposal, the committee was divided/ (c) in their opinion./ (d) No error</a:t>
          </a:r>
        </a:p>
      </dsp:txBody>
      <dsp:txXfrm>
        <a:off x="683093" y="2438269"/>
        <a:ext cx="8387414" cy="1358534"/>
      </dsp:txXfrm>
    </dsp:sp>
    <dsp:sp modelId="{6BCBD2AB-71F3-4B8C-AD05-A830F01B754D}">
      <dsp:nvSpPr>
        <dsp:cNvPr id="0" name=""/>
        <dsp:cNvSpPr/>
      </dsp:nvSpPr>
      <dsp:spPr>
        <a:xfrm>
          <a:off x="0" y="5430896"/>
          <a:ext cx="12192000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DC66B1-2816-41D3-A459-CF75583054FF}">
      <dsp:nvSpPr>
        <dsp:cNvPr id="0" name=""/>
        <dsp:cNvSpPr/>
      </dsp:nvSpPr>
      <dsp:spPr>
        <a:xfrm>
          <a:off x="609600" y="4678136"/>
          <a:ext cx="8534400" cy="150552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173. (a) Most of the funds/ (b) we get from/ (c) America is used to build roads and bridges./ (d) No error</a:t>
          </a:r>
        </a:p>
      </dsp:txBody>
      <dsp:txXfrm>
        <a:off x="683093" y="4751629"/>
        <a:ext cx="8387414" cy="1358534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CA8BC7-B170-4AFA-9D65-3E71A1FBA8A0}">
      <dsp:nvSpPr>
        <dsp:cNvPr id="0" name=""/>
        <dsp:cNvSpPr/>
      </dsp:nvSpPr>
      <dsp:spPr>
        <a:xfrm>
          <a:off x="0" y="804175"/>
          <a:ext cx="12192000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0408B2-5A38-45DB-8658-849EA7499199}">
      <dsp:nvSpPr>
        <dsp:cNvPr id="0" name=""/>
        <dsp:cNvSpPr/>
      </dsp:nvSpPr>
      <dsp:spPr>
        <a:xfrm>
          <a:off x="609600" y="51415"/>
          <a:ext cx="8534400" cy="150552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(a) Having acquired some experience/ (b) she is no longer </a:t>
          </a:r>
          <a:r>
            <a:rPr lang="en-IN" sz="2400" b="1" kern="1200" dirty="0">
              <a:solidFill>
                <a:srgbClr val="C00000"/>
              </a:solidFill>
            </a:rPr>
            <a:t>one of those who believe  </a:t>
          </a:r>
          <a:r>
            <a:rPr lang="en-IN" sz="2400" b="1" strike="sngStrike" kern="1200" dirty="0">
              <a:solidFill>
                <a:srgbClr val="C00000"/>
              </a:solidFill>
            </a:rPr>
            <a:t>believes</a:t>
          </a:r>
          <a:r>
            <a:rPr lang="en-IN" sz="2400" b="1" kern="1200" dirty="0">
              <a:solidFill>
                <a:schemeClr val="tx1"/>
              </a:solidFill>
            </a:rPr>
            <a:t>/ (c) every explanation they are given./ (d) No error </a:t>
          </a:r>
          <a:r>
            <a:rPr lang="en-IN" sz="2400" b="1" kern="1200" dirty="0">
              <a:solidFill>
                <a:srgbClr val="C00000"/>
              </a:solidFill>
            </a:rPr>
            <a:t>(rule of antecedence)</a:t>
          </a:r>
          <a:endParaRPr lang="en-US" sz="2400" b="1" kern="1200" dirty="0">
            <a:solidFill>
              <a:srgbClr val="C00000"/>
            </a:solidFill>
          </a:endParaRPr>
        </a:p>
      </dsp:txBody>
      <dsp:txXfrm>
        <a:off x="683093" y="124908"/>
        <a:ext cx="8387414" cy="1358534"/>
      </dsp:txXfrm>
    </dsp:sp>
    <dsp:sp modelId="{B3C2E6BF-23DA-40C1-A104-6A7369E275BC}">
      <dsp:nvSpPr>
        <dsp:cNvPr id="0" name=""/>
        <dsp:cNvSpPr/>
      </dsp:nvSpPr>
      <dsp:spPr>
        <a:xfrm>
          <a:off x="0" y="3117536"/>
          <a:ext cx="12192000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C9BE6E-02F0-43DB-85C0-634487FBB245}">
      <dsp:nvSpPr>
        <dsp:cNvPr id="0" name=""/>
        <dsp:cNvSpPr/>
      </dsp:nvSpPr>
      <dsp:spPr>
        <a:xfrm>
          <a:off x="609600" y="2364776"/>
          <a:ext cx="8534400" cy="150552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(a) With regard to implementation of the/ (b) details of the proposal, the </a:t>
          </a:r>
          <a:r>
            <a:rPr lang="en-IN" sz="2400" b="1" kern="1200" dirty="0">
              <a:solidFill>
                <a:srgbClr val="C00000"/>
              </a:solidFill>
            </a:rPr>
            <a:t>committee were divided </a:t>
          </a:r>
          <a:r>
            <a:rPr lang="en-IN" sz="2400" b="1" strike="sngStrike" kern="1200" dirty="0">
              <a:solidFill>
                <a:srgbClr val="C00000"/>
              </a:solidFill>
            </a:rPr>
            <a:t>was divided</a:t>
          </a:r>
          <a:r>
            <a:rPr lang="en-IN" sz="2400" b="1" kern="1200" dirty="0">
              <a:solidFill>
                <a:schemeClr val="tx1"/>
              </a:solidFill>
            </a:rPr>
            <a:t>/ (c) in their opinion./ (d) No error </a:t>
          </a:r>
          <a:r>
            <a:rPr lang="en-IN" sz="2400" b="1" kern="1200" dirty="0">
              <a:solidFill>
                <a:srgbClr val="C00000"/>
              </a:solidFill>
            </a:rPr>
            <a:t>( when the sense of collection is lost)</a:t>
          </a:r>
        </a:p>
      </dsp:txBody>
      <dsp:txXfrm>
        <a:off x="683093" y="2438269"/>
        <a:ext cx="8387414" cy="1358534"/>
      </dsp:txXfrm>
    </dsp:sp>
    <dsp:sp modelId="{6BCBD2AB-71F3-4B8C-AD05-A830F01B754D}">
      <dsp:nvSpPr>
        <dsp:cNvPr id="0" name=""/>
        <dsp:cNvSpPr/>
      </dsp:nvSpPr>
      <dsp:spPr>
        <a:xfrm>
          <a:off x="0" y="5430896"/>
          <a:ext cx="12192000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DC66B1-2816-41D3-A459-CF75583054FF}">
      <dsp:nvSpPr>
        <dsp:cNvPr id="0" name=""/>
        <dsp:cNvSpPr/>
      </dsp:nvSpPr>
      <dsp:spPr>
        <a:xfrm>
          <a:off x="609600" y="4678136"/>
          <a:ext cx="8534400" cy="150552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tx1"/>
              </a:solidFill>
            </a:rPr>
            <a:t> (a)</a:t>
          </a:r>
          <a:r>
            <a:rPr lang="en-IN" sz="2400" b="1" kern="1200" dirty="0">
              <a:solidFill>
                <a:srgbClr val="002060"/>
              </a:solidFill>
            </a:rPr>
            <a:t> Most </a:t>
          </a:r>
          <a:r>
            <a:rPr lang="en-IN" sz="2400" b="1" kern="1200" dirty="0">
              <a:solidFill>
                <a:srgbClr val="C00000"/>
              </a:solidFill>
            </a:rPr>
            <a:t>of the funds</a:t>
          </a:r>
          <a:r>
            <a:rPr lang="en-IN" sz="2400" b="1" kern="1200" dirty="0">
              <a:solidFill>
                <a:schemeClr val="tx1"/>
              </a:solidFill>
            </a:rPr>
            <a:t>/ (b) we get from/ (c) America </a:t>
          </a:r>
          <a:r>
            <a:rPr lang="en-IN" sz="2400" b="1" strike="sngStrike" kern="1200" dirty="0">
              <a:solidFill>
                <a:srgbClr val="C00000"/>
              </a:solidFill>
            </a:rPr>
            <a:t>is </a:t>
          </a:r>
          <a:r>
            <a:rPr lang="en-IN" sz="2400" b="1" strike="noStrike" kern="1200" dirty="0">
              <a:solidFill>
                <a:srgbClr val="C00000"/>
              </a:solidFill>
            </a:rPr>
            <a:t>are</a:t>
          </a:r>
          <a:r>
            <a:rPr lang="en-IN" sz="2400" b="1" strike="sngStrike" kern="1200" dirty="0">
              <a:solidFill>
                <a:srgbClr val="C00000"/>
              </a:solidFill>
            </a:rPr>
            <a:t> </a:t>
          </a:r>
          <a:r>
            <a:rPr lang="en-IN" sz="2400" b="1" kern="1200" dirty="0">
              <a:solidFill>
                <a:schemeClr val="tx1"/>
              </a:solidFill>
            </a:rPr>
            <a:t>used to build roads and bridges./ (d) No error </a:t>
          </a:r>
          <a:r>
            <a:rPr lang="en-IN" sz="2400" b="1" kern="1200" dirty="0">
              <a:solidFill>
                <a:srgbClr val="C00000"/>
              </a:solidFill>
            </a:rPr>
            <a:t>( , most, all, some ,none, any followed by the of phrase the of phrase will contain the subject)</a:t>
          </a:r>
        </a:p>
      </dsp:txBody>
      <dsp:txXfrm>
        <a:off x="683093" y="4751629"/>
        <a:ext cx="8387414" cy="135853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84F577-FCE9-430F-A1C1-8FDFCAE07938}">
      <dsp:nvSpPr>
        <dsp:cNvPr id="0" name=""/>
        <dsp:cNvSpPr/>
      </dsp:nvSpPr>
      <dsp:spPr>
        <a:xfrm>
          <a:off x="0" y="1615500"/>
          <a:ext cx="12192000" cy="163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7C4AB7-8E81-44E7-BD1F-91C0F787FDF6}">
      <dsp:nvSpPr>
        <dsp:cNvPr id="0" name=""/>
        <dsp:cNvSpPr/>
      </dsp:nvSpPr>
      <dsp:spPr>
        <a:xfrm>
          <a:off x="609600" y="656099"/>
          <a:ext cx="8534400" cy="191880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174. (a) The tiger was not/ (b) the only dangerous animal/ (c) in the forest there was </a:t>
          </a:r>
          <a:r>
            <a:rPr lang="es-ES" sz="2800" b="1" kern="1200" dirty="0" err="1">
              <a:solidFill>
                <a:schemeClr val="tx1"/>
              </a:solidFill>
            </a:rPr>
            <a:t>hyenas</a:t>
          </a:r>
          <a:r>
            <a:rPr lang="es-ES" sz="2800" b="1" kern="1200" dirty="0">
              <a:solidFill>
                <a:schemeClr val="tx1"/>
              </a:solidFill>
            </a:rPr>
            <a:t> </a:t>
          </a:r>
          <a:r>
            <a:rPr lang="es-ES" sz="2800" b="1" kern="1200" dirty="0" err="1">
              <a:solidFill>
                <a:schemeClr val="tx1"/>
              </a:solidFill>
            </a:rPr>
            <a:t>too</a:t>
          </a:r>
          <a:r>
            <a:rPr lang="es-ES" sz="2800" b="1" kern="1200" dirty="0">
              <a:solidFill>
                <a:schemeClr val="tx1"/>
              </a:solidFill>
            </a:rPr>
            <a:t>./ (d) No error</a:t>
          </a:r>
          <a:endParaRPr lang="en-US" sz="2800" kern="1200" dirty="0"/>
        </a:p>
      </dsp:txBody>
      <dsp:txXfrm>
        <a:off x="703268" y="749767"/>
        <a:ext cx="8347064" cy="1731464"/>
      </dsp:txXfrm>
    </dsp:sp>
    <dsp:sp modelId="{6F879D5B-7298-41ED-9E9F-B75A10FAFE98}">
      <dsp:nvSpPr>
        <dsp:cNvPr id="0" name=""/>
        <dsp:cNvSpPr/>
      </dsp:nvSpPr>
      <dsp:spPr>
        <a:xfrm>
          <a:off x="0" y="4563900"/>
          <a:ext cx="12192000" cy="163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B5121A-F381-41A5-B4EF-F3A6610D1423}">
      <dsp:nvSpPr>
        <dsp:cNvPr id="0" name=""/>
        <dsp:cNvSpPr/>
      </dsp:nvSpPr>
      <dsp:spPr>
        <a:xfrm>
          <a:off x="609600" y="3604500"/>
          <a:ext cx="8534400" cy="191880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175. (a) She immediately quit/ (b) the job in which/ (c) neither skill nor knowledge were required./ (d) No error</a:t>
          </a:r>
        </a:p>
      </dsp:txBody>
      <dsp:txXfrm>
        <a:off x="703268" y="3698168"/>
        <a:ext cx="8347064" cy="1731464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84F577-FCE9-430F-A1C1-8FDFCAE07938}">
      <dsp:nvSpPr>
        <dsp:cNvPr id="0" name=""/>
        <dsp:cNvSpPr/>
      </dsp:nvSpPr>
      <dsp:spPr>
        <a:xfrm>
          <a:off x="0" y="1615500"/>
          <a:ext cx="12192000" cy="163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7C4AB7-8E81-44E7-BD1F-91C0F787FDF6}">
      <dsp:nvSpPr>
        <dsp:cNvPr id="0" name=""/>
        <dsp:cNvSpPr/>
      </dsp:nvSpPr>
      <dsp:spPr>
        <a:xfrm>
          <a:off x="609600" y="656099"/>
          <a:ext cx="8534400" cy="191880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 (a) The tiger was not/ (b) the only dangerous animal/ (c) in the forest </a:t>
          </a:r>
          <a:r>
            <a:rPr lang="en-IN" sz="2800" b="1" kern="1200" dirty="0">
              <a:solidFill>
                <a:srgbClr val="002060"/>
              </a:solidFill>
            </a:rPr>
            <a:t>there were </a:t>
          </a:r>
          <a:r>
            <a:rPr lang="en-IN" sz="2800" b="1" kern="1200" dirty="0">
              <a:solidFill>
                <a:schemeClr val="tx1"/>
              </a:solidFill>
            </a:rPr>
            <a:t> </a:t>
          </a:r>
          <a:r>
            <a:rPr lang="en-IN" sz="2800" b="1" strike="sngStrike" kern="1200" dirty="0">
              <a:solidFill>
                <a:srgbClr val="C00000"/>
              </a:solidFill>
            </a:rPr>
            <a:t>was</a:t>
          </a:r>
          <a:r>
            <a:rPr lang="en-IN" sz="2800" b="1" kern="1200" dirty="0">
              <a:solidFill>
                <a:schemeClr val="tx1"/>
              </a:solidFill>
            </a:rPr>
            <a:t> </a:t>
          </a:r>
          <a:r>
            <a:rPr lang="es-ES" sz="2800" b="1" kern="1200" dirty="0" err="1">
              <a:solidFill>
                <a:srgbClr val="C00000"/>
              </a:solidFill>
            </a:rPr>
            <a:t>hyenas</a:t>
          </a:r>
          <a:r>
            <a:rPr lang="es-ES" sz="2800" b="1" kern="1200" dirty="0">
              <a:solidFill>
                <a:schemeClr val="tx1"/>
              </a:solidFill>
            </a:rPr>
            <a:t> </a:t>
          </a:r>
          <a:r>
            <a:rPr lang="es-ES" sz="2800" b="1" kern="1200" dirty="0" err="1">
              <a:solidFill>
                <a:schemeClr val="tx1"/>
              </a:solidFill>
            </a:rPr>
            <a:t>too</a:t>
          </a:r>
          <a:r>
            <a:rPr lang="es-ES" sz="2800" b="1" kern="1200" dirty="0">
              <a:solidFill>
                <a:schemeClr val="tx1"/>
              </a:solidFill>
            </a:rPr>
            <a:t>./ (d) No error  </a:t>
          </a:r>
          <a:r>
            <a:rPr lang="es-ES" sz="2800" b="1" kern="1200" dirty="0">
              <a:solidFill>
                <a:srgbClr val="C00000"/>
              </a:solidFill>
            </a:rPr>
            <a:t>(</a:t>
          </a:r>
          <a:r>
            <a:rPr lang="es-ES" sz="2800" b="1" kern="1200" dirty="0" err="1">
              <a:solidFill>
                <a:srgbClr val="C00000"/>
              </a:solidFill>
            </a:rPr>
            <a:t>subject</a:t>
          </a:r>
          <a:r>
            <a:rPr lang="es-ES" sz="2800" b="1" kern="1200" dirty="0">
              <a:solidFill>
                <a:srgbClr val="C00000"/>
              </a:solidFill>
            </a:rPr>
            <a:t>  </a:t>
          </a:r>
          <a:r>
            <a:rPr lang="es-ES" sz="2800" b="1" kern="1200" dirty="0" err="1">
              <a:solidFill>
                <a:srgbClr val="C00000"/>
              </a:solidFill>
            </a:rPr>
            <a:t>coming</a:t>
          </a:r>
          <a:r>
            <a:rPr lang="es-ES" sz="2800" b="1" kern="1200" dirty="0">
              <a:solidFill>
                <a:srgbClr val="C00000"/>
              </a:solidFill>
            </a:rPr>
            <a:t> after </a:t>
          </a:r>
          <a:r>
            <a:rPr lang="es-ES" sz="2800" b="1" kern="1200" dirty="0" err="1">
              <a:solidFill>
                <a:srgbClr val="C00000"/>
              </a:solidFill>
            </a:rPr>
            <a:t>the</a:t>
          </a:r>
          <a:r>
            <a:rPr lang="es-ES" sz="2800" b="1" kern="1200" dirty="0">
              <a:solidFill>
                <a:srgbClr val="C00000"/>
              </a:solidFill>
            </a:rPr>
            <a:t> </a:t>
          </a:r>
          <a:r>
            <a:rPr lang="es-ES" sz="2800" b="1" kern="1200" dirty="0" err="1">
              <a:solidFill>
                <a:srgbClr val="C00000"/>
              </a:solidFill>
            </a:rPr>
            <a:t>verb</a:t>
          </a:r>
          <a:r>
            <a:rPr lang="es-ES" sz="2800" b="1" kern="1200" dirty="0">
              <a:solidFill>
                <a:srgbClr val="C00000"/>
              </a:solidFill>
            </a:rPr>
            <a:t>)</a:t>
          </a:r>
          <a:endParaRPr lang="en-US" sz="2800" kern="1200" dirty="0">
            <a:solidFill>
              <a:srgbClr val="C00000"/>
            </a:solidFill>
          </a:endParaRPr>
        </a:p>
      </dsp:txBody>
      <dsp:txXfrm>
        <a:off x="703268" y="749767"/>
        <a:ext cx="8347064" cy="1731464"/>
      </dsp:txXfrm>
    </dsp:sp>
    <dsp:sp modelId="{6F879D5B-7298-41ED-9E9F-B75A10FAFE98}">
      <dsp:nvSpPr>
        <dsp:cNvPr id="0" name=""/>
        <dsp:cNvSpPr/>
      </dsp:nvSpPr>
      <dsp:spPr>
        <a:xfrm>
          <a:off x="0" y="4563900"/>
          <a:ext cx="12192000" cy="163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B5121A-F381-41A5-B4EF-F3A6610D1423}">
      <dsp:nvSpPr>
        <dsp:cNvPr id="0" name=""/>
        <dsp:cNvSpPr/>
      </dsp:nvSpPr>
      <dsp:spPr>
        <a:xfrm>
          <a:off x="609600" y="3604500"/>
          <a:ext cx="8534400" cy="191880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 (a) She immediately quit/ (b) the job in which/ (c) neither skill </a:t>
          </a:r>
          <a:r>
            <a:rPr lang="en-IN" sz="2800" b="1" kern="1200" dirty="0">
              <a:solidFill>
                <a:srgbClr val="002060"/>
              </a:solidFill>
            </a:rPr>
            <a:t>nor</a:t>
          </a:r>
          <a:r>
            <a:rPr lang="en-IN" sz="2800" b="1" kern="1200" dirty="0">
              <a:solidFill>
                <a:schemeClr val="tx1"/>
              </a:solidFill>
            </a:rPr>
            <a:t> </a:t>
          </a:r>
          <a:r>
            <a:rPr lang="en-IN" sz="2800" b="1" kern="1200" dirty="0">
              <a:solidFill>
                <a:srgbClr val="C00000"/>
              </a:solidFill>
            </a:rPr>
            <a:t>knowledge was </a:t>
          </a:r>
          <a:r>
            <a:rPr lang="en-IN" sz="2800" b="1" kern="1200" dirty="0">
              <a:solidFill>
                <a:schemeClr val="tx1"/>
              </a:solidFill>
            </a:rPr>
            <a:t> </a:t>
          </a:r>
          <a:r>
            <a:rPr lang="en-IN" sz="2800" b="1" strike="sngStrike" kern="1200" dirty="0">
              <a:solidFill>
                <a:srgbClr val="C00000"/>
              </a:solidFill>
            </a:rPr>
            <a:t>were</a:t>
          </a:r>
          <a:r>
            <a:rPr lang="en-IN" sz="2800" b="1" kern="1200" dirty="0">
              <a:solidFill>
                <a:schemeClr val="tx1"/>
              </a:solidFill>
            </a:rPr>
            <a:t> required./ (d) No error </a:t>
          </a:r>
          <a:r>
            <a:rPr lang="en-IN" sz="2800" b="1" kern="1200" dirty="0">
              <a:solidFill>
                <a:srgbClr val="C00000"/>
              </a:solidFill>
            </a:rPr>
            <a:t>(either…or, neither…nor or </a:t>
          </a:r>
          <a:r>
            <a:rPr lang="en-IN" sz="2800" b="1" kern="1200" dirty="0" err="1">
              <a:solidFill>
                <a:srgbClr val="C00000"/>
              </a:solidFill>
            </a:rPr>
            <a:t>or</a:t>
          </a:r>
          <a:r>
            <a:rPr lang="en-IN" sz="2800" b="1" kern="1200" dirty="0">
              <a:solidFill>
                <a:srgbClr val="C00000"/>
              </a:solidFill>
            </a:rPr>
            <a:t> rule)</a:t>
          </a:r>
        </a:p>
      </dsp:txBody>
      <dsp:txXfrm>
        <a:off x="703268" y="3698168"/>
        <a:ext cx="8347064" cy="173146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DDA806-045A-40A2-A771-CD349B728BA1}">
      <dsp:nvSpPr>
        <dsp:cNvPr id="0" name=""/>
        <dsp:cNvSpPr/>
      </dsp:nvSpPr>
      <dsp:spPr>
        <a:xfrm>
          <a:off x="0" y="796678"/>
          <a:ext cx="12192000" cy="133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35B2D7-6F1C-4C7E-9A83-A5EC10F65F23}">
      <dsp:nvSpPr>
        <dsp:cNvPr id="0" name=""/>
        <dsp:cNvSpPr/>
      </dsp:nvSpPr>
      <dsp:spPr>
        <a:xfrm>
          <a:off x="609600" y="14398"/>
          <a:ext cx="8534400" cy="15645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177.(a) The type of qualities you acquire/ (b) depend upon your company/ (c) and so you associate yourselves with simple and good natured people./ (d) No error</a:t>
          </a:r>
          <a:endParaRPr lang="en-US" sz="2800" b="1" kern="1200" dirty="0">
            <a:solidFill>
              <a:schemeClr val="tx1"/>
            </a:solidFill>
          </a:endParaRPr>
        </a:p>
      </dsp:txBody>
      <dsp:txXfrm>
        <a:off x="685976" y="90774"/>
        <a:ext cx="8381648" cy="1411808"/>
      </dsp:txXfrm>
    </dsp:sp>
    <dsp:sp modelId="{0E459CE8-C1C8-4D7B-AF63-309D6D1D2FF9}">
      <dsp:nvSpPr>
        <dsp:cNvPr id="0" name=""/>
        <dsp:cNvSpPr/>
      </dsp:nvSpPr>
      <dsp:spPr>
        <a:xfrm>
          <a:off x="0" y="3200759"/>
          <a:ext cx="12192000" cy="133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C3CA97-8AAF-48D3-9518-1EBCE70E6E86}">
      <dsp:nvSpPr>
        <dsp:cNvPr id="0" name=""/>
        <dsp:cNvSpPr/>
      </dsp:nvSpPr>
      <dsp:spPr>
        <a:xfrm>
          <a:off x="609600" y="2418479"/>
          <a:ext cx="8534400" cy="15645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178.(a) Our success or our failure/ (b) largely depend/ (c) upon our actions./ (d) No error</a:t>
          </a:r>
        </a:p>
      </dsp:txBody>
      <dsp:txXfrm>
        <a:off x="685976" y="2494855"/>
        <a:ext cx="8381648" cy="1411808"/>
      </dsp:txXfrm>
    </dsp:sp>
    <dsp:sp modelId="{F9445698-C1D8-46A8-8731-DD56E2B00D00}">
      <dsp:nvSpPr>
        <dsp:cNvPr id="0" name=""/>
        <dsp:cNvSpPr/>
      </dsp:nvSpPr>
      <dsp:spPr>
        <a:xfrm>
          <a:off x="0" y="5604839"/>
          <a:ext cx="12192000" cy="133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2CF986-52E7-4CE6-A481-BBC7F8F2A97D}">
      <dsp:nvSpPr>
        <dsp:cNvPr id="0" name=""/>
        <dsp:cNvSpPr/>
      </dsp:nvSpPr>
      <dsp:spPr>
        <a:xfrm>
          <a:off x="609600" y="4822559"/>
          <a:ext cx="8534400" cy="15645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179.(a) He is/ (b) one of the tallest boy/ (c) in the class./ (d) No error</a:t>
          </a:r>
        </a:p>
      </dsp:txBody>
      <dsp:txXfrm>
        <a:off x="685976" y="4898935"/>
        <a:ext cx="8381648" cy="1411808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DDA806-045A-40A2-A771-CD349B728BA1}">
      <dsp:nvSpPr>
        <dsp:cNvPr id="0" name=""/>
        <dsp:cNvSpPr/>
      </dsp:nvSpPr>
      <dsp:spPr>
        <a:xfrm>
          <a:off x="0" y="796678"/>
          <a:ext cx="12192000" cy="133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35B2D7-6F1C-4C7E-9A83-A5EC10F65F23}">
      <dsp:nvSpPr>
        <dsp:cNvPr id="0" name=""/>
        <dsp:cNvSpPr/>
      </dsp:nvSpPr>
      <dsp:spPr>
        <a:xfrm>
          <a:off x="609600" y="14398"/>
          <a:ext cx="8534400" cy="15645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 (a) </a:t>
          </a:r>
          <a:r>
            <a:rPr lang="en-IN" sz="2800" b="1" kern="1200" dirty="0">
              <a:solidFill>
                <a:srgbClr val="C00000"/>
              </a:solidFill>
            </a:rPr>
            <a:t>The type </a:t>
          </a:r>
          <a:r>
            <a:rPr lang="en-IN" sz="2800" b="1" kern="1200" dirty="0">
              <a:solidFill>
                <a:schemeClr val="tx1"/>
              </a:solidFill>
            </a:rPr>
            <a:t>of qualities you acquire/ (b) </a:t>
          </a:r>
          <a:r>
            <a:rPr lang="en-IN" sz="2800" b="1" strike="sngStrike" kern="1200" dirty="0">
              <a:solidFill>
                <a:srgbClr val="C00000"/>
              </a:solidFill>
            </a:rPr>
            <a:t>depend</a:t>
          </a:r>
          <a:r>
            <a:rPr lang="en-IN" sz="2800" b="1" kern="1200" dirty="0">
              <a:solidFill>
                <a:srgbClr val="C00000"/>
              </a:solidFill>
            </a:rPr>
            <a:t> depends </a:t>
          </a:r>
          <a:r>
            <a:rPr lang="en-IN" sz="2800" b="1" kern="1200" dirty="0">
              <a:solidFill>
                <a:schemeClr val="tx1"/>
              </a:solidFill>
            </a:rPr>
            <a:t>upon your company/ (c) and so you associate yourselves with simple and good natured people./ (d) No error</a:t>
          </a:r>
          <a:endParaRPr lang="en-US" sz="2800" b="1" kern="1200" dirty="0">
            <a:solidFill>
              <a:schemeClr val="tx1"/>
            </a:solidFill>
          </a:endParaRPr>
        </a:p>
      </dsp:txBody>
      <dsp:txXfrm>
        <a:off x="685976" y="90774"/>
        <a:ext cx="8381648" cy="1411808"/>
      </dsp:txXfrm>
    </dsp:sp>
    <dsp:sp modelId="{0E459CE8-C1C8-4D7B-AF63-309D6D1D2FF9}">
      <dsp:nvSpPr>
        <dsp:cNvPr id="0" name=""/>
        <dsp:cNvSpPr/>
      </dsp:nvSpPr>
      <dsp:spPr>
        <a:xfrm>
          <a:off x="0" y="3200759"/>
          <a:ext cx="12192000" cy="133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C3CA97-8AAF-48D3-9518-1EBCE70E6E86}">
      <dsp:nvSpPr>
        <dsp:cNvPr id="0" name=""/>
        <dsp:cNvSpPr/>
      </dsp:nvSpPr>
      <dsp:spPr>
        <a:xfrm>
          <a:off x="609600" y="2418479"/>
          <a:ext cx="8534400" cy="15645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 (a) Our success </a:t>
          </a:r>
          <a:r>
            <a:rPr lang="en-IN" sz="2800" b="1" kern="1200" dirty="0">
              <a:solidFill>
                <a:srgbClr val="002060"/>
              </a:solidFill>
            </a:rPr>
            <a:t>or</a:t>
          </a:r>
          <a:r>
            <a:rPr lang="en-IN" sz="2800" b="1" kern="1200" dirty="0">
              <a:solidFill>
                <a:schemeClr val="tx1"/>
              </a:solidFill>
            </a:rPr>
            <a:t> </a:t>
          </a:r>
          <a:r>
            <a:rPr lang="en-IN" sz="2800" b="1" kern="1200" dirty="0">
              <a:solidFill>
                <a:srgbClr val="C00000"/>
              </a:solidFill>
            </a:rPr>
            <a:t>our failure</a:t>
          </a:r>
          <a:r>
            <a:rPr lang="en-IN" sz="2800" b="1" kern="1200" dirty="0">
              <a:solidFill>
                <a:schemeClr val="tx1"/>
              </a:solidFill>
            </a:rPr>
            <a:t>/ (b) largely </a:t>
          </a:r>
          <a:r>
            <a:rPr lang="en-IN" sz="2800" b="1" kern="1200" dirty="0">
              <a:solidFill>
                <a:srgbClr val="C00000"/>
              </a:solidFill>
            </a:rPr>
            <a:t>depends</a:t>
          </a:r>
          <a:r>
            <a:rPr lang="en-IN" sz="2800" b="1" kern="1200" dirty="0">
              <a:solidFill>
                <a:schemeClr val="tx1"/>
              </a:solidFill>
            </a:rPr>
            <a:t>  </a:t>
          </a:r>
          <a:r>
            <a:rPr lang="en-IN" sz="2800" b="1" strike="sngStrike" kern="1200" dirty="0">
              <a:solidFill>
                <a:srgbClr val="C00000"/>
              </a:solidFill>
            </a:rPr>
            <a:t>depend</a:t>
          </a:r>
          <a:r>
            <a:rPr lang="en-IN" sz="2800" b="1" kern="1200" dirty="0">
              <a:solidFill>
                <a:schemeClr val="tx1"/>
              </a:solidFill>
            </a:rPr>
            <a:t>/ (c) upon our actions./ (d) No error</a:t>
          </a:r>
        </a:p>
      </dsp:txBody>
      <dsp:txXfrm>
        <a:off x="685976" y="2494855"/>
        <a:ext cx="8381648" cy="1411808"/>
      </dsp:txXfrm>
    </dsp:sp>
    <dsp:sp modelId="{F9445698-C1D8-46A8-8731-DD56E2B00D00}">
      <dsp:nvSpPr>
        <dsp:cNvPr id="0" name=""/>
        <dsp:cNvSpPr/>
      </dsp:nvSpPr>
      <dsp:spPr>
        <a:xfrm>
          <a:off x="0" y="5604839"/>
          <a:ext cx="12192000" cy="133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2CF986-52E7-4CE6-A481-BBC7F8F2A97D}">
      <dsp:nvSpPr>
        <dsp:cNvPr id="0" name=""/>
        <dsp:cNvSpPr/>
      </dsp:nvSpPr>
      <dsp:spPr>
        <a:xfrm>
          <a:off x="609600" y="4822559"/>
          <a:ext cx="8534400" cy="15645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 (a) He is/ (b)</a:t>
          </a:r>
          <a:r>
            <a:rPr lang="en-IN" sz="2800" b="1" kern="1200" dirty="0">
              <a:solidFill>
                <a:srgbClr val="C00000"/>
              </a:solidFill>
            </a:rPr>
            <a:t> one </a:t>
          </a:r>
          <a:r>
            <a:rPr lang="en-IN" sz="2800" b="1" kern="1200" dirty="0">
              <a:solidFill>
                <a:srgbClr val="002060"/>
              </a:solidFill>
            </a:rPr>
            <a:t>of the tallest </a:t>
          </a:r>
          <a:r>
            <a:rPr lang="en-IN" sz="2800" b="1" kern="1200" dirty="0">
              <a:solidFill>
                <a:srgbClr val="C00000"/>
              </a:solidFill>
            </a:rPr>
            <a:t>boys </a:t>
          </a:r>
          <a:r>
            <a:rPr lang="en-IN" sz="2800" b="1" kern="1200" dirty="0">
              <a:solidFill>
                <a:srgbClr val="002060"/>
              </a:solidFill>
            </a:rPr>
            <a:t> </a:t>
          </a:r>
          <a:r>
            <a:rPr lang="en-IN" sz="2800" b="1" strike="sngStrike" kern="1200" dirty="0">
              <a:solidFill>
                <a:srgbClr val="C00000"/>
              </a:solidFill>
            </a:rPr>
            <a:t>boy</a:t>
          </a:r>
          <a:r>
            <a:rPr lang="en-IN" sz="2800" b="1" kern="1200" dirty="0">
              <a:solidFill>
                <a:schemeClr val="tx1"/>
              </a:solidFill>
            </a:rPr>
            <a:t>/ (c) in the class./ (d) No error </a:t>
          </a:r>
          <a:r>
            <a:rPr lang="en-IN" sz="2800" b="1" kern="1200" dirty="0">
              <a:solidFill>
                <a:srgbClr val="C00000"/>
              </a:solidFill>
            </a:rPr>
            <a:t>(one of many)</a:t>
          </a:r>
        </a:p>
      </dsp:txBody>
      <dsp:txXfrm>
        <a:off x="685976" y="4898935"/>
        <a:ext cx="8381648" cy="1411808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B6AA59-062A-4C12-9D86-207A27AFC834}">
      <dsp:nvSpPr>
        <dsp:cNvPr id="0" name=""/>
        <dsp:cNvSpPr/>
      </dsp:nvSpPr>
      <dsp:spPr>
        <a:xfrm>
          <a:off x="0" y="1643400"/>
          <a:ext cx="12192000" cy="161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B807CB-8206-4C42-9A36-00934C259620}">
      <dsp:nvSpPr>
        <dsp:cNvPr id="0" name=""/>
        <dsp:cNvSpPr/>
      </dsp:nvSpPr>
      <dsp:spPr>
        <a:xfrm>
          <a:off x="609600" y="698759"/>
          <a:ext cx="8534400" cy="188928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180. (a) That day when they brought her back for the last time/ (b) there was many old timers/ (c) who were shocked and fearful./ (d) No error</a:t>
          </a:r>
          <a:endParaRPr lang="en-US" sz="3200" kern="1200" dirty="0"/>
        </a:p>
      </dsp:txBody>
      <dsp:txXfrm>
        <a:off x="701827" y="790986"/>
        <a:ext cx="8349946" cy="1704826"/>
      </dsp:txXfrm>
    </dsp:sp>
    <dsp:sp modelId="{357FC97D-46F8-4CCD-91F0-26DAB98C1B67}">
      <dsp:nvSpPr>
        <dsp:cNvPr id="0" name=""/>
        <dsp:cNvSpPr/>
      </dsp:nvSpPr>
      <dsp:spPr>
        <a:xfrm>
          <a:off x="0" y="4546440"/>
          <a:ext cx="12192000" cy="161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8AC354-D226-4781-BBB8-B75C03DD6CC2}">
      <dsp:nvSpPr>
        <dsp:cNvPr id="0" name=""/>
        <dsp:cNvSpPr/>
      </dsp:nvSpPr>
      <dsp:spPr>
        <a:xfrm>
          <a:off x="609600" y="3601800"/>
          <a:ext cx="8534400" cy="188928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181. (a) A computer virus works exactly/ (b) like the biological variety/ (c) which invade the human body./ (d) No error</a:t>
          </a:r>
        </a:p>
      </dsp:txBody>
      <dsp:txXfrm>
        <a:off x="701827" y="3694027"/>
        <a:ext cx="8349946" cy="1704826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B6AA59-062A-4C12-9D86-207A27AFC834}">
      <dsp:nvSpPr>
        <dsp:cNvPr id="0" name=""/>
        <dsp:cNvSpPr/>
      </dsp:nvSpPr>
      <dsp:spPr>
        <a:xfrm>
          <a:off x="0" y="1643400"/>
          <a:ext cx="12192000" cy="161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B807CB-8206-4C42-9A36-00934C259620}">
      <dsp:nvSpPr>
        <dsp:cNvPr id="0" name=""/>
        <dsp:cNvSpPr/>
      </dsp:nvSpPr>
      <dsp:spPr>
        <a:xfrm>
          <a:off x="609600" y="698759"/>
          <a:ext cx="8534400" cy="188928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(a) That day when they brought her back for the last time/ (b) </a:t>
          </a:r>
          <a:r>
            <a:rPr lang="en-IN" sz="3200" b="1" kern="1200" dirty="0">
              <a:solidFill>
                <a:srgbClr val="C00000"/>
              </a:solidFill>
            </a:rPr>
            <a:t>there were</a:t>
          </a:r>
          <a:r>
            <a:rPr lang="en-IN" sz="3200" b="1" kern="1200" dirty="0">
              <a:solidFill>
                <a:schemeClr val="tx1"/>
              </a:solidFill>
            </a:rPr>
            <a:t> </a:t>
          </a:r>
          <a:r>
            <a:rPr lang="en-IN" sz="3200" b="1" strike="sngStrike" kern="1200" dirty="0">
              <a:solidFill>
                <a:srgbClr val="C00000"/>
              </a:solidFill>
            </a:rPr>
            <a:t>was</a:t>
          </a:r>
          <a:r>
            <a:rPr lang="en-IN" sz="3200" b="1" kern="1200" dirty="0">
              <a:solidFill>
                <a:schemeClr val="tx1"/>
              </a:solidFill>
            </a:rPr>
            <a:t> many old </a:t>
          </a:r>
          <a:r>
            <a:rPr lang="en-IN" sz="3200" b="1" kern="1200" dirty="0">
              <a:solidFill>
                <a:srgbClr val="C00000"/>
              </a:solidFill>
            </a:rPr>
            <a:t>timers</a:t>
          </a:r>
          <a:r>
            <a:rPr lang="en-IN" sz="3200" b="1" kern="1200" dirty="0">
              <a:solidFill>
                <a:schemeClr val="tx1"/>
              </a:solidFill>
            </a:rPr>
            <a:t>/ (c) who were shocked and fearful./ (d) No error </a:t>
          </a:r>
          <a:r>
            <a:rPr lang="en-IN" sz="1800" b="1" kern="1200" dirty="0">
              <a:solidFill>
                <a:srgbClr val="C00000"/>
              </a:solidFill>
            </a:rPr>
            <a:t>(rule regarding subject coming after verb)</a:t>
          </a:r>
          <a:endParaRPr lang="en-US" sz="3200" kern="1200" dirty="0">
            <a:solidFill>
              <a:srgbClr val="C00000"/>
            </a:solidFill>
          </a:endParaRPr>
        </a:p>
      </dsp:txBody>
      <dsp:txXfrm>
        <a:off x="701827" y="790986"/>
        <a:ext cx="8349946" cy="1704826"/>
      </dsp:txXfrm>
    </dsp:sp>
    <dsp:sp modelId="{357FC97D-46F8-4CCD-91F0-26DAB98C1B67}">
      <dsp:nvSpPr>
        <dsp:cNvPr id="0" name=""/>
        <dsp:cNvSpPr/>
      </dsp:nvSpPr>
      <dsp:spPr>
        <a:xfrm>
          <a:off x="0" y="4546440"/>
          <a:ext cx="12192000" cy="161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8AC354-D226-4781-BBB8-B75C03DD6CC2}">
      <dsp:nvSpPr>
        <dsp:cNvPr id="0" name=""/>
        <dsp:cNvSpPr/>
      </dsp:nvSpPr>
      <dsp:spPr>
        <a:xfrm>
          <a:off x="609600" y="3601800"/>
          <a:ext cx="8534400" cy="188928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(a) A computer virus works exactly/ (b) like the </a:t>
          </a:r>
          <a:r>
            <a:rPr lang="en-IN" sz="3200" b="1" kern="1200" dirty="0">
              <a:solidFill>
                <a:srgbClr val="002060"/>
              </a:solidFill>
            </a:rPr>
            <a:t>biological variety/ (c) which </a:t>
          </a:r>
          <a:r>
            <a:rPr lang="en-IN" sz="3200" b="1" strike="sngStrike" kern="1200" dirty="0">
              <a:solidFill>
                <a:srgbClr val="C00000"/>
              </a:solidFill>
            </a:rPr>
            <a:t>invade</a:t>
          </a:r>
          <a:r>
            <a:rPr lang="en-IN" sz="3200" b="1" kern="1200" dirty="0">
              <a:solidFill>
                <a:schemeClr val="tx1"/>
              </a:solidFill>
            </a:rPr>
            <a:t> </a:t>
          </a:r>
          <a:r>
            <a:rPr lang="en-IN" sz="3200" b="1" kern="1200" dirty="0">
              <a:solidFill>
                <a:srgbClr val="C00000"/>
              </a:solidFill>
            </a:rPr>
            <a:t>invades</a:t>
          </a:r>
          <a:r>
            <a:rPr lang="en-IN" sz="3200" b="1" kern="1200" dirty="0">
              <a:solidFill>
                <a:schemeClr val="tx1"/>
              </a:solidFill>
            </a:rPr>
            <a:t> the human body./ (d) No error</a:t>
          </a:r>
        </a:p>
      </dsp:txBody>
      <dsp:txXfrm>
        <a:off x="701827" y="3694027"/>
        <a:ext cx="8349946" cy="1704826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8C3E6C-1A08-47B6-BDCA-362C2B416352}">
      <dsp:nvSpPr>
        <dsp:cNvPr id="0" name=""/>
        <dsp:cNvSpPr/>
      </dsp:nvSpPr>
      <dsp:spPr>
        <a:xfrm>
          <a:off x="0" y="580825"/>
          <a:ext cx="11970326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8D2928-A915-48A5-9F9F-92B44160CCCC}">
      <dsp:nvSpPr>
        <dsp:cNvPr id="0" name=""/>
        <dsp:cNvSpPr/>
      </dsp:nvSpPr>
      <dsp:spPr>
        <a:xfrm>
          <a:off x="598516" y="19945"/>
          <a:ext cx="8379228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715" tIns="0" rIns="31671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182. (a) Many a boy/(b) have not done their/ (c) homework properly./ (d) No error</a:t>
          </a:r>
          <a:endParaRPr lang="en-US" sz="2800" b="1" kern="1200" dirty="0">
            <a:solidFill>
              <a:schemeClr val="tx1"/>
            </a:solidFill>
          </a:endParaRPr>
        </a:p>
      </dsp:txBody>
      <dsp:txXfrm>
        <a:off x="653276" y="74705"/>
        <a:ext cx="8269708" cy="1012240"/>
      </dsp:txXfrm>
    </dsp:sp>
    <dsp:sp modelId="{6507F95B-BE60-413B-9E72-3BDD25A05FFD}">
      <dsp:nvSpPr>
        <dsp:cNvPr id="0" name=""/>
        <dsp:cNvSpPr/>
      </dsp:nvSpPr>
      <dsp:spPr>
        <a:xfrm>
          <a:off x="0" y="2304506"/>
          <a:ext cx="11970326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5E2B46-2DF6-4849-B2DD-E05110909DA1}">
      <dsp:nvSpPr>
        <dsp:cNvPr id="0" name=""/>
        <dsp:cNvSpPr/>
      </dsp:nvSpPr>
      <dsp:spPr>
        <a:xfrm>
          <a:off x="598516" y="1743626"/>
          <a:ext cx="8379228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715" tIns="0" rIns="31671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183. (a) Two miles beyond/ (b) that building was seen dozens/ (c) of antisocial elements/ (d) No error</a:t>
          </a:r>
        </a:p>
      </dsp:txBody>
      <dsp:txXfrm>
        <a:off x="653276" y="1798386"/>
        <a:ext cx="8269708" cy="1012240"/>
      </dsp:txXfrm>
    </dsp:sp>
    <dsp:sp modelId="{29FD863B-1D4E-41D8-903A-68AF5DE75B01}">
      <dsp:nvSpPr>
        <dsp:cNvPr id="0" name=""/>
        <dsp:cNvSpPr/>
      </dsp:nvSpPr>
      <dsp:spPr>
        <a:xfrm>
          <a:off x="0" y="4028186"/>
          <a:ext cx="11970326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23997D-A66C-4978-AACD-0AFFBA0C50A7}">
      <dsp:nvSpPr>
        <dsp:cNvPr id="0" name=""/>
        <dsp:cNvSpPr/>
      </dsp:nvSpPr>
      <dsp:spPr>
        <a:xfrm>
          <a:off x="598516" y="3467306"/>
          <a:ext cx="8379228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715" tIns="0" rIns="31671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184. (a) Along the northern frontier/ (b) of India is seen/ (c) the beautiful and mighty Himalayas./ (d) No error</a:t>
          </a:r>
        </a:p>
      </dsp:txBody>
      <dsp:txXfrm>
        <a:off x="653276" y="3522066"/>
        <a:ext cx="8269708" cy="1012240"/>
      </dsp:txXfrm>
    </dsp:sp>
    <dsp:sp modelId="{7A93FCF5-EFD6-45B0-9176-A538599F4AEC}">
      <dsp:nvSpPr>
        <dsp:cNvPr id="0" name=""/>
        <dsp:cNvSpPr/>
      </dsp:nvSpPr>
      <dsp:spPr>
        <a:xfrm>
          <a:off x="0" y="5751866"/>
          <a:ext cx="11970326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A4A0C6-5994-4BD4-BB0D-ADFD7D7360E3}">
      <dsp:nvSpPr>
        <dsp:cNvPr id="0" name=""/>
        <dsp:cNvSpPr/>
      </dsp:nvSpPr>
      <dsp:spPr>
        <a:xfrm>
          <a:off x="598516" y="5190986"/>
          <a:ext cx="8379228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715" tIns="0" rIns="31671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185. (a) A body of volunteers/ (b) have helped in/ (c) making this celebration a great success/ (d) No error</a:t>
          </a:r>
        </a:p>
      </dsp:txBody>
      <dsp:txXfrm>
        <a:off x="653276" y="5245746"/>
        <a:ext cx="8269708" cy="1012240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8C3E6C-1A08-47B6-BDCA-362C2B416352}">
      <dsp:nvSpPr>
        <dsp:cNvPr id="0" name=""/>
        <dsp:cNvSpPr/>
      </dsp:nvSpPr>
      <dsp:spPr>
        <a:xfrm>
          <a:off x="0" y="580825"/>
          <a:ext cx="11970326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8D2928-A915-48A5-9F9F-92B44160CCCC}">
      <dsp:nvSpPr>
        <dsp:cNvPr id="0" name=""/>
        <dsp:cNvSpPr/>
      </dsp:nvSpPr>
      <dsp:spPr>
        <a:xfrm>
          <a:off x="598516" y="19945"/>
          <a:ext cx="8379228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715" tIns="0" rIns="31671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 (a) </a:t>
          </a:r>
          <a:r>
            <a:rPr lang="en-IN" sz="2800" b="1" kern="1200" dirty="0">
              <a:solidFill>
                <a:srgbClr val="C00000"/>
              </a:solidFill>
            </a:rPr>
            <a:t>Many a </a:t>
          </a:r>
          <a:r>
            <a:rPr lang="en-IN" sz="2800" b="1" kern="1200" dirty="0">
              <a:solidFill>
                <a:schemeClr val="tx1"/>
              </a:solidFill>
            </a:rPr>
            <a:t>boy/(b)</a:t>
          </a:r>
          <a:r>
            <a:rPr lang="en-IN" sz="2800" b="1" kern="1200" dirty="0">
              <a:solidFill>
                <a:srgbClr val="C00000"/>
              </a:solidFill>
            </a:rPr>
            <a:t>has</a:t>
          </a:r>
          <a:r>
            <a:rPr lang="en-IN" sz="2800" b="1" kern="1200" dirty="0">
              <a:solidFill>
                <a:schemeClr val="tx1"/>
              </a:solidFill>
            </a:rPr>
            <a:t>  </a:t>
          </a:r>
          <a:r>
            <a:rPr lang="en-IN" sz="2800" b="1" strike="sngStrike" kern="1200" dirty="0">
              <a:solidFill>
                <a:srgbClr val="C00000"/>
              </a:solidFill>
            </a:rPr>
            <a:t>have </a:t>
          </a:r>
          <a:r>
            <a:rPr lang="en-IN" sz="2800" b="1" kern="1200" dirty="0">
              <a:solidFill>
                <a:schemeClr val="tx1"/>
              </a:solidFill>
            </a:rPr>
            <a:t>not done their/ (c) homework properly./ (d) No error</a:t>
          </a:r>
          <a:endParaRPr lang="en-US" sz="2800" b="1" kern="1200" dirty="0">
            <a:solidFill>
              <a:schemeClr val="tx1"/>
            </a:solidFill>
          </a:endParaRPr>
        </a:p>
      </dsp:txBody>
      <dsp:txXfrm>
        <a:off x="653276" y="74705"/>
        <a:ext cx="8269708" cy="1012240"/>
      </dsp:txXfrm>
    </dsp:sp>
    <dsp:sp modelId="{6507F95B-BE60-413B-9E72-3BDD25A05FFD}">
      <dsp:nvSpPr>
        <dsp:cNvPr id="0" name=""/>
        <dsp:cNvSpPr/>
      </dsp:nvSpPr>
      <dsp:spPr>
        <a:xfrm>
          <a:off x="0" y="2304506"/>
          <a:ext cx="11970326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5E2B46-2DF6-4849-B2DD-E05110909DA1}">
      <dsp:nvSpPr>
        <dsp:cNvPr id="0" name=""/>
        <dsp:cNvSpPr/>
      </dsp:nvSpPr>
      <dsp:spPr>
        <a:xfrm>
          <a:off x="598516" y="1743626"/>
          <a:ext cx="8379228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715" tIns="0" rIns="31671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 (a) </a:t>
          </a:r>
          <a:r>
            <a:rPr lang="en-IN" sz="2800" b="1" kern="1200" dirty="0">
              <a:solidFill>
                <a:srgbClr val="C00000"/>
              </a:solidFill>
            </a:rPr>
            <a:t>Two miles beyond/ (b) that building (=there) were </a:t>
          </a:r>
          <a:r>
            <a:rPr lang="en-IN" sz="2800" b="1" strike="sngStrike" kern="1200" dirty="0">
              <a:solidFill>
                <a:srgbClr val="C00000"/>
              </a:solidFill>
            </a:rPr>
            <a:t>was</a:t>
          </a:r>
          <a:r>
            <a:rPr lang="en-IN" sz="2800" b="1" kern="1200" dirty="0">
              <a:solidFill>
                <a:schemeClr val="tx1"/>
              </a:solidFill>
            </a:rPr>
            <a:t> seen </a:t>
          </a:r>
          <a:r>
            <a:rPr lang="en-IN" sz="2800" b="1" kern="1200" dirty="0">
              <a:solidFill>
                <a:srgbClr val="C00000"/>
              </a:solidFill>
            </a:rPr>
            <a:t>dozens</a:t>
          </a:r>
          <a:r>
            <a:rPr lang="en-IN" sz="2800" b="1" kern="1200" dirty="0">
              <a:solidFill>
                <a:schemeClr val="tx1"/>
              </a:solidFill>
            </a:rPr>
            <a:t>/ (c) of antisocial elements/ (d) No error</a:t>
          </a:r>
        </a:p>
      </dsp:txBody>
      <dsp:txXfrm>
        <a:off x="653276" y="1798386"/>
        <a:ext cx="8269708" cy="1012240"/>
      </dsp:txXfrm>
    </dsp:sp>
    <dsp:sp modelId="{29FD863B-1D4E-41D8-903A-68AF5DE75B01}">
      <dsp:nvSpPr>
        <dsp:cNvPr id="0" name=""/>
        <dsp:cNvSpPr/>
      </dsp:nvSpPr>
      <dsp:spPr>
        <a:xfrm>
          <a:off x="0" y="4028186"/>
          <a:ext cx="11970326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23997D-A66C-4978-AACD-0AFFBA0C50A7}">
      <dsp:nvSpPr>
        <dsp:cNvPr id="0" name=""/>
        <dsp:cNvSpPr/>
      </dsp:nvSpPr>
      <dsp:spPr>
        <a:xfrm>
          <a:off x="598516" y="3467306"/>
          <a:ext cx="8379228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715" tIns="0" rIns="31671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 (a) </a:t>
          </a:r>
          <a:r>
            <a:rPr lang="en-IN" sz="2800" b="1" kern="1200" dirty="0">
              <a:solidFill>
                <a:srgbClr val="C00000"/>
              </a:solidFill>
            </a:rPr>
            <a:t>Along the northern frontier/ (b) of India (=there)</a:t>
          </a:r>
          <a:r>
            <a:rPr lang="en-IN" sz="2800" b="1" strike="sngStrike" kern="1200" dirty="0">
              <a:solidFill>
                <a:srgbClr val="C00000"/>
              </a:solidFill>
            </a:rPr>
            <a:t> is </a:t>
          </a:r>
          <a:r>
            <a:rPr lang="en-IN" sz="2800" b="1" strike="noStrike" kern="1200" dirty="0">
              <a:solidFill>
                <a:srgbClr val="C00000"/>
              </a:solidFill>
            </a:rPr>
            <a:t> are </a:t>
          </a:r>
          <a:r>
            <a:rPr lang="en-IN" sz="2800" b="1" kern="1200" dirty="0">
              <a:solidFill>
                <a:schemeClr val="tx1"/>
              </a:solidFill>
            </a:rPr>
            <a:t>seen/ (c) the beautiful and mighty Himalayas./ (d) No error</a:t>
          </a:r>
          <a:r>
            <a:rPr lang="en-IN" sz="2800" b="1" kern="1200" dirty="0">
              <a:solidFill>
                <a:srgbClr val="C00000"/>
              </a:solidFill>
            </a:rPr>
            <a:t>(subject after the verb)</a:t>
          </a:r>
        </a:p>
      </dsp:txBody>
      <dsp:txXfrm>
        <a:off x="653276" y="3522066"/>
        <a:ext cx="8269708" cy="1012240"/>
      </dsp:txXfrm>
    </dsp:sp>
    <dsp:sp modelId="{7A93FCF5-EFD6-45B0-9176-A538599F4AEC}">
      <dsp:nvSpPr>
        <dsp:cNvPr id="0" name=""/>
        <dsp:cNvSpPr/>
      </dsp:nvSpPr>
      <dsp:spPr>
        <a:xfrm>
          <a:off x="0" y="5751866"/>
          <a:ext cx="11970326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A4A0C6-5994-4BD4-BB0D-ADFD7D7360E3}">
      <dsp:nvSpPr>
        <dsp:cNvPr id="0" name=""/>
        <dsp:cNvSpPr/>
      </dsp:nvSpPr>
      <dsp:spPr>
        <a:xfrm>
          <a:off x="598516" y="5190986"/>
          <a:ext cx="8379228" cy="1121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715" tIns="0" rIns="31671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 (a) </a:t>
          </a:r>
          <a:r>
            <a:rPr lang="en-IN" sz="2800" b="1" kern="1200" dirty="0">
              <a:solidFill>
                <a:srgbClr val="C00000"/>
              </a:solidFill>
            </a:rPr>
            <a:t>A body </a:t>
          </a:r>
          <a:r>
            <a:rPr lang="en-IN" sz="2800" b="1" kern="1200" dirty="0">
              <a:solidFill>
                <a:schemeClr val="tx1"/>
              </a:solidFill>
            </a:rPr>
            <a:t>of volunteers/ (b) </a:t>
          </a:r>
          <a:r>
            <a:rPr lang="en-IN" sz="2800" b="1" strike="sngStrike" kern="1200" dirty="0">
              <a:solidFill>
                <a:srgbClr val="C00000"/>
              </a:solidFill>
            </a:rPr>
            <a:t>have</a:t>
          </a:r>
          <a:r>
            <a:rPr lang="en-IN" sz="2800" b="1" kern="1200" dirty="0">
              <a:solidFill>
                <a:schemeClr val="tx1"/>
              </a:solidFill>
            </a:rPr>
            <a:t> </a:t>
          </a:r>
          <a:r>
            <a:rPr lang="en-IN" sz="2800" b="1" kern="1200" dirty="0">
              <a:solidFill>
                <a:srgbClr val="C00000"/>
              </a:solidFill>
            </a:rPr>
            <a:t>has</a:t>
          </a:r>
          <a:r>
            <a:rPr lang="en-IN" sz="2800" b="1" kern="1200" dirty="0">
              <a:solidFill>
                <a:schemeClr val="tx1"/>
              </a:solidFill>
            </a:rPr>
            <a:t> helped in/ (c) making this celebration a great success/ (d) No error</a:t>
          </a:r>
        </a:p>
      </dsp:txBody>
      <dsp:txXfrm>
        <a:off x="653276" y="5245746"/>
        <a:ext cx="8269708" cy="1012240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25D7C-85D4-40AA-88FC-7B42240B40AB}">
      <dsp:nvSpPr>
        <dsp:cNvPr id="0" name=""/>
        <dsp:cNvSpPr/>
      </dsp:nvSpPr>
      <dsp:spPr>
        <a:xfrm>
          <a:off x="0" y="786273"/>
          <a:ext cx="10515600" cy="123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853373-87B0-425A-B3C1-F9352864BD8C}">
      <dsp:nvSpPr>
        <dsp:cNvPr id="0" name=""/>
        <dsp:cNvSpPr/>
      </dsp:nvSpPr>
      <dsp:spPr>
        <a:xfrm>
          <a:off x="525780" y="63033"/>
          <a:ext cx="7360920" cy="144648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186. (a) There appears/ (b) a number of problems/ (c) and I really do not know how to solve them. (d) No error</a:t>
          </a:r>
          <a:endParaRPr lang="en-US" sz="2800" b="1" kern="1200" dirty="0">
            <a:solidFill>
              <a:schemeClr val="tx1"/>
            </a:solidFill>
          </a:endParaRPr>
        </a:p>
      </dsp:txBody>
      <dsp:txXfrm>
        <a:off x="596391" y="133644"/>
        <a:ext cx="7219698" cy="1305258"/>
      </dsp:txXfrm>
    </dsp:sp>
    <dsp:sp modelId="{898E61FA-1912-4C58-89E4-5B6370FECE29}">
      <dsp:nvSpPr>
        <dsp:cNvPr id="0" name=""/>
        <dsp:cNvSpPr/>
      </dsp:nvSpPr>
      <dsp:spPr>
        <a:xfrm>
          <a:off x="0" y="3008914"/>
          <a:ext cx="10515600" cy="123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87068B-03B9-4CC1-B0BD-EAFD15BF5966}">
      <dsp:nvSpPr>
        <dsp:cNvPr id="0" name=""/>
        <dsp:cNvSpPr/>
      </dsp:nvSpPr>
      <dsp:spPr>
        <a:xfrm>
          <a:off x="525780" y="2285674"/>
          <a:ext cx="7360920" cy="144648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189. (a) Shingles are a disease/ (b) in which a person develops/ (c) lots of inflamed spots round the waist./ (d) No error</a:t>
          </a:r>
        </a:p>
      </dsp:txBody>
      <dsp:txXfrm>
        <a:off x="596391" y="2356285"/>
        <a:ext cx="7219698" cy="1305258"/>
      </dsp:txXfrm>
    </dsp:sp>
    <dsp:sp modelId="{426C803E-3817-4E79-94D9-7B7D5EDD9C34}">
      <dsp:nvSpPr>
        <dsp:cNvPr id="0" name=""/>
        <dsp:cNvSpPr/>
      </dsp:nvSpPr>
      <dsp:spPr>
        <a:xfrm>
          <a:off x="0" y="5231553"/>
          <a:ext cx="10515600" cy="123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29EF11-8544-45BF-929B-C1EE8E6F62D6}">
      <dsp:nvSpPr>
        <dsp:cNvPr id="0" name=""/>
        <dsp:cNvSpPr/>
      </dsp:nvSpPr>
      <dsp:spPr>
        <a:xfrm>
          <a:off x="525780" y="4508313"/>
          <a:ext cx="7360920" cy="144648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190. (a) Whether she should get married/ (b) or whether she should remain/ (c) single are her personal problem./ (d) No error</a:t>
          </a:r>
        </a:p>
      </dsp:txBody>
      <dsp:txXfrm>
        <a:off x="596391" y="4578924"/>
        <a:ext cx="7219698" cy="1305258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25D7C-85D4-40AA-88FC-7B42240B40AB}">
      <dsp:nvSpPr>
        <dsp:cNvPr id="0" name=""/>
        <dsp:cNvSpPr/>
      </dsp:nvSpPr>
      <dsp:spPr>
        <a:xfrm>
          <a:off x="0" y="786273"/>
          <a:ext cx="10515600" cy="123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853373-87B0-425A-B3C1-F9352864BD8C}">
      <dsp:nvSpPr>
        <dsp:cNvPr id="0" name=""/>
        <dsp:cNvSpPr/>
      </dsp:nvSpPr>
      <dsp:spPr>
        <a:xfrm>
          <a:off x="525780" y="63033"/>
          <a:ext cx="7360920" cy="144648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 (a) There </a:t>
          </a:r>
          <a:r>
            <a:rPr lang="en-IN" sz="2800" b="1" kern="1200" dirty="0">
              <a:solidFill>
                <a:srgbClr val="C00000"/>
              </a:solidFill>
            </a:rPr>
            <a:t>appear</a:t>
          </a:r>
          <a:r>
            <a:rPr lang="en-IN" sz="2800" b="1" kern="1200" dirty="0">
              <a:solidFill>
                <a:schemeClr val="tx1"/>
              </a:solidFill>
            </a:rPr>
            <a:t> </a:t>
          </a:r>
          <a:r>
            <a:rPr lang="en-IN" sz="2800" b="1" strike="sngStrike" kern="1200" dirty="0">
              <a:solidFill>
                <a:srgbClr val="C00000"/>
              </a:solidFill>
            </a:rPr>
            <a:t>appears</a:t>
          </a:r>
          <a:r>
            <a:rPr lang="en-IN" sz="2800" b="1" kern="1200" dirty="0">
              <a:solidFill>
                <a:schemeClr val="tx1"/>
              </a:solidFill>
            </a:rPr>
            <a:t>/ (b) </a:t>
          </a:r>
          <a:r>
            <a:rPr lang="en-IN" sz="2800" b="1" kern="1200" dirty="0">
              <a:solidFill>
                <a:srgbClr val="C00000"/>
              </a:solidFill>
            </a:rPr>
            <a:t>a number </a:t>
          </a:r>
          <a:r>
            <a:rPr lang="en-IN" sz="2800" b="1" kern="1200" dirty="0">
              <a:solidFill>
                <a:schemeClr val="tx1"/>
              </a:solidFill>
            </a:rPr>
            <a:t>of problems/ (c) and I really do not know how to solve them. (d) No error </a:t>
          </a:r>
          <a:r>
            <a:rPr lang="en-IN" sz="2800" b="1" kern="1200" dirty="0">
              <a:solidFill>
                <a:srgbClr val="C00000"/>
              </a:solidFill>
            </a:rPr>
            <a:t>(sub. After verb)</a:t>
          </a:r>
          <a:endParaRPr lang="en-US" sz="2800" b="1" kern="1200" dirty="0">
            <a:solidFill>
              <a:srgbClr val="C00000"/>
            </a:solidFill>
          </a:endParaRPr>
        </a:p>
      </dsp:txBody>
      <dsp:txXfrm>
        <a:off x="596391" y="133644"/>
        <a:ext cx="7219698" cy="1305258"/>
      </dsp:txXfrm>
    </dsp:sp>
    <dsp:sp modelId="{898E61FA-1912-4C58-89E4-5B6370FECE29}">
      <dsp:nvSpPr>
        <dsp:cNvPr id="0" name=""/>
        <dsp:cNvSpPr/>
      </dsp:nvSpPr>
      <dsp:spPr>
        <a:xfrm>
          <a:off x="0" y="3008914"/>
          <a:ext cx="10515600" cy="123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87068B-03B9-4CC1-B0BD-EAFD15BF5966}">
      <dsp:nvSpPr>
        <dsp:cNvPr id="0" name=""/>
        <dsp:cNvSpPr/>
      </dsp:nvSpPr>
      <dsp:spPr>
        <a:xfrm>
          <a:off x="525780" y="2285674"/>
          <a:ext cx="7360920" cy="144648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 (a) </a:t>
          </a:r>
          <a:r>
            <a:rPr lang="en-IN" sz="2800" b="1" kern="1200" dirty="0">
              <a:solidFill>
                <a:srgbClr val="C00000"/>
              </a:solidFill>
            </a:rPr>
            <a:t>Shingles</a:t>
          </a:r>
          <a:r>
            <a:rPr lang="en-IN" sz="2800" b="1" kern="1200" dirty="0">
              <a:solidFill>
                <a:schemeClr val="tx1"/>
              </a:solidFill>
            </a:rPr>
            <a:t> </a:t>
          </a:r>
          <a:r>
            <a:rPr lang="en-IN" sz="2800" b="1" kern="1200" dirty="0">
              <a:solidFill>
                <a:srgbClr val="C00000"/>
              </a:solidFill>
            </a:rPr>
            <a:t>is </a:t>
          </a:r>
          <a:r>
            <a:rPr lang="en-IN" sz="2800" b="1" strike="sngStrike" kern="1200" dirty="0">
              <a:solidFill>
                <a:srgbClr val="C00000"/>
              </a:solidFill>
            </a:rPr>
            <a:t>are</a:t>
          </a:r>
          <a:r>
            <a:rPr lang="en-IN" sz="2800" b="1" kern="1200" dirty="0">
              <a:solidFill>
                <a:srgbClr val="C00000"/>
              </a:solidFill>
            </a:rPr>
            <a:t> </a:t>
          </a:r>
          <a:r>
            <a:rPr lang="en-IN" sz="2800" b="1" kern="1200" dirty="0">
              <a:solidFill>
                <a:schemeClr val="tx1"/>
              </a:solidFill>
            </a:rPr>
            <a:t>a disease/ (b) in which a person develops/ (c) lots of inflamed spots round the waist./ (d) No error</a:t>
          </a:r>
        </a:p>
      </dsp:txBody>
      <dsp:txXfrm>
        <a:off x="596391" y="2356285"/>
        <a:ext cx="7219698" cy="1305258"/>
      </dsp:txXfrm>
    </dsp:sp>
    <dsp:sp modelId="{426C803E-3817-4E79-94D9-7B7D5EDD9C34}">
      <dsp:nvSpPr>
        <dsp:cNvPr id="0" name=""/>
        <dsp:cNvSpPr/>
      </dsp:nvSpPr>
      <dsp:spPr>
        <a:xfrm>
          <a:off x="0" y="5231553"/>
          <a:ext cx="10515600" cy="123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29EF11-8544-45BF-929B-C1EE8E6F62D6}">
      <dsp:nvSpPr>
        <dsp:cNvPr id="0" name=""/>
        <dsp:cNvSpPr/>
      </dsp:nvSpPr>
      <dsp:spPr>
        <a:xfrm>
          <a:off x="525780" y="4508313"/>
          <a:ext cx="7360920" cy="144648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tx1"/>
              </a:solidFill>
            </a:rPr>
            <a:t> (a) Whether she should get married/ (b) </a:t>
          </a:r>
          <a:r>
            <a:rPr lang="en-IN" sz="2800" b="1" kern="1200" dirty="0">
              <a:solidFill>
                <a:srgbClr val="C00000"/>
              </a:solidFill>
            </a:rPr>
            <a:t>or</a:t>
          </a:r>
          <a:r>
            <a:rPr lang="en-IN" sz="2800" b="1" kern="1200" dirty="0">
              <a:solidFill>
                <a:schemeClr val="tx1"/>
              </a:solidFill>
            </a:rPr>
            <a:t> whether she should remain/ (c) </a:t>
          </a:r>
          <a:r>
            <a:rPr lang="en-IN" sz="2800" b="1" kern="1200" dirty="0">
              <a:solidFill>
                <a:srgbClr val="C00000"/>
              </a:solidFill>
            </a:rPr>
            <a:t>single</a:t>
          </a:r>
          <a:r>
            <a:rPr lang="en-IN" sz="2800" b="1" kern="1200" dirty="0">
              <a:solidFill>
                <a:schemeClr val="tx1"/>
              </a:solidFill>
            </a:rPr>
            <a:t> </a:t>
          </a:r>
          <a:r>
            <a:rPr lang="en-IN" sz="2800" b="1" kern="1200" dirty="0">
              <a:solidFill>
                <a:srgbClr val="C00000"/>
              </a:solidFill>
            </a:rPr>
            <a:t>is</a:t>
          </a:r>
          <a:r>
            <a:rPr lang="en-IN" sz="2800" b="1" kern="1200" dirty="0">
              <a:solidFill>
                <a:schemeClr val="tx1"/>
              </a:solidFill>
            </a:rPr>
            <a:t> </a:t>
          </a:r>
          <a:r>
            <a:rPr lang="en-IN" sz="2800" b="1" strike="sngStrike" kern="1200" dirty="0">
              <a:solidFill>
                <a:srgbClr val="C00000"/>
              </a:solidFill>
            </a:rPr>
            <a:t>are</a:t>
          </a:r>
          <a:r>
            <a:rPr lang="en-IN" sz="2800" b="1" kern="1200" dirty="0">
              <a:solidFill>
                <a:schemeClr val="tx1"/>
              </a:solidFill>
            </a:rPr>
            <a:t> her personal problem./ (d) No error</a:t>
          </a:r>
        </a:p>
      </dsp:txBody>
      <dsp:txXfrm>
        <a:off x="596391" y="4578924"/>
        <a:ext cx="7219698" cy="1305258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77636-E79E-45FC-A642-966E90235885}">
      <dsp:nvSpPr>
        <dsp:cNvPr id="0" name=""/>
        <dsp:cNvSpPr/>
      </dsp:nvSpPr>
      <dsp:spPr>
        <a:xfrm>
          <a:off x="0" y="608826"/>
          <a:ext cx="12192000" cy="88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6CF33B-2282-47D4-91E6-7D12532D2B8B}">
      <dsp:nvSpPr>
        <dsp:cNvPr id="0" name=""/>
        <dsp:cNvSpPr/>
      </dsp:nvSpPr>
      <dsp:spPr>
        <a:xfrm>
          <a:off x="609600" y="92226"/>
          <a:ext cx="8534400" cy="103320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191. (a) Two and two/ (b) makes/ (c) four./ (d) No error.</a:t>
          </a:r>
          <a:endParaRPr lang="en-US" sz="3200" b="1" kern="1200" dirty="0">
            <a:solidFill>
              <a:schemeClr val="tx1"/>
            </a:solidFill>
          </a:endParaRPr>
        </a:p>
      </dsp:txBody>
      <dsp:txXfrm>
        <a:off x="660037" y="142663"/>
        <a:ext cx="8433526" cy="932326"/>
      </dsp:txXfrm>
    </dsp:sp>
    <dsp:sp modelId="{18BC6031-BE3C-4D28-8426-C39884B1F3D5}">
      <dsp:nvSpPr>
        <dsp:cNvPr id="0" name=""/>
        <dsp:cNvSpPr/>
      </dsp:nvSpPr>
      <dsp:spPr>
        <a:xfrm>
          <a:off x="0" y="2196426"/>
          <a:ext cx="12192000" cy="88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783708-DEE5-4E23-975B-3B6C12377C83}">
      <dsp:nvSpPr>
        <dsp:cNvPr id="0" name=""/>
        <dsp:cNvSpPr/>
      </dsp:nvSpPr>
      <dsp:spPr>
        <a:xfrm>
          <a:off x="609600" y="1679826"/>
          <a:ext cx="8534400" cy="103320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192. (a) Many a men/ (b) attended the meeting/ (c) last night./ (d) No error.</a:t>
          </a:r>
        </a:p>
      </dsp:txBody>
      <dsp:txXfrm>
        <a:off x="660037" y="1730263"/>
        <a:ext cx="8433526" cy="932326"/>
      </dsp:txXfrm>
    </dsp:sp>
    <dsp:sp modelId="{2C59EB41-09DD-484B-99D1-8C7EDAE68225}">
      <dsp:nvSpPr>
        <dsp:cNvPr id="0" name=""/>
        <dsp:cNvSpPr/>
      </dsp:nvSpPr>
      <dsp:spPr>
        <a:xfrm>
          <a:off x="0" y="4296173"/>
          <a:ext cx="12192000" cy="88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D67090-B975-47BA-AA01-B2687E602F4A}">
      <dsp:nvSpPr>
        <dsp:cNvPr id="0" name=""/>
        <dsp:cNvSpPr/>
      </dsp:nvSpPr>
      <dsp:spPr>
        <a:xfrm>
          <a:off x="609600" y="3267426"/>
          <a:ext cx="8534400" cy="1545346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193. (a) The perquisites/ (b) to this job makes it/ (c) even more attractive than the salary indicated/ (d) No error.</a:t>
          </a:r>
        </a:p>
      </dsp:txBody>
      <dsp:txXfrm>
        <a:off x="685038" y="3342864"/>
        <a:ext cx="8383524" cy="1394470"/>
      </dsp:txXfrm>
    </dsp:sp>
    <dsp:sp modelId="{1B733DD0-A6C8-4FCE-9E53-90B4A4B1D39A}">
      <dsp:nvSpPr>
        <dsp:cNvPr id="0" name=""/>
        <dsp:cNvSpPr/>
      </dsp:nvSpPr>
      <dsp:spPr>
        <a:xfrm>
          <a:off x="0" y="5883773"/>
          <a:ext cx="12192000" cy="88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63F931-42D6-4208-AE5D-424C4F34EFA0}">
      <dsp:nvSpPr>
        <dsp:cNvPr id="0" name=""/>
        <dsp:cNvSpPr/>
      </dsp:nvSpPr>
      <dsp:spPr>
        <a:xfrm>
          <a:off x="609600" y="5367173"/>
          <a:ext cx="8534400" cy="103320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194. (a) Either you/ (b) or he/ (c) are happy./ (d) No error.</a:t>
          </a:r>
        </a:p>
      </dsp:txBody>
      <dsp:txXfrm>
        <a:off x="660037" y="5417610"/>
        <a:ext cx="8433526" cy="932326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77636-E79E-45FC-A642-966E90235885}">
      <dsp:nvSpPr>
        <dsp:cNvPr id="0" name=""/>
        <dsp:cNvSpPr/>
      </dsp:nvSpPr>
      <dsp:spPr>
        <a:xfrm>
          <a:off x="0" y="608826"/>
          <a:ext cx="12192000" cy="88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6CF33B-2282-47D4-91E6-7D12532D2B8B}">
      <dsp:nvSpPr>
        <dsp:cNvPr id="0" name=""/>
        <dsp:cNvSpPr/>
      </dsp:nvSpPr>
      <dsp:spPr>
        <a:xfrm>
          <a:off x="609600" y="92226"/>
          <a:ext cx="8534400" cy="103320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 (a) </a:t>
          </a:r>
          <a:r>
            <a:rPr lang="en-IN" sz="3200" b="1" kern="1200" dirty="0">
              <a:solidFill>
                <a:srgbClr val="C00000"/>
              </a:solidFill>
            </a:rPr>
            <a:t>Two and two</a:t>
          </a:r>
          <a:r>
            <a:rPr lang="en-IN" sz="3200" b="1" kern="1200" dirty="0">
              <a:solidFill>
                <a:schemeClr val="tx1"/>
              </a:solidFill>
            </a:rPr>
            <a:t>/ (b)</a:t>
          </a:r>
          <a:r>
            <a:rPr lang="en-IN" sz="3200" b="1" kern="1200" dirty="0">
              <a:solidFill>
                <a:srgbClr val="C00000"/>
              </a:solidFill>
            </a:rPr>
            <a:t>make</a:t>
          </a:r>
          <a:r>
            <a:rPr lang="en-IN" sz="3200" b="1" kern="1200" dirty="0">
              <a:solidFill>
                <a:schemeClr val="tx1"/>
              </a:solidFill>
            </a:rPr>
            <a:t>  </a:t>
          </a:r>
          <a:r>
            <a:rPr lang="en-IN" sz="3200" b="1" strike="sngStrike" kern="1200" dirty="0">
              <a:solidFill>
                <a:srgbClr val="C00000"/>
              </a:solidFill>
            </a:rPr>
            <a:t>makes</a:t>
          </a:r>
          <a:r>
            <a:rPr lang="en-IN" sz="3200" b="1" kern="1200" dirty="0">
              <a:solidFill>
                <a:schemeClr val="tx1"/>
              </a:solidFill>
            </a:rPr>
            <a:t>/ (c) four./ (d) No error.</a:t>
          </a:r>
          <a:endParaRPr lang="en-US" sz="3200" b="1" kern="1200" dirty="0">
            <a:solidFill>
              <a:schemeClr val="tx1"/>
            </a:solidFill>
          </a:endParaRPr>
        </a:p>
      </dsp:txBody>
      <dsp:txXfrm>
        <a:off x="660037" y="142663"/>
        <a:ext cx="8433526" cy="932326"/>
      </dsp:txXfrm>
    </dsp:sp>
    <dsp:sp modelId="{18BC6031-BE3C-4D28-8426-C39884B1F3D5}">
      <dsp:nvSpPr>
        <dsp:cNvPr id="0" name=""/>
        <dsp:cNvSpPr/>
      </dsp:nvSpPr>
      <dsp:spPr>
        <a:xfrm>
          <a:off x="0" y="2196426"/>
          <a:ext cx="12192000" cy="88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783708-DEE5-4E23-975B-3B6C12377C83}">
      <dsp:nvSpPr>
        <dsp:cNvPr id="0" name=""/>
        <dsp:cNvSpPr/>
      </dsp:nvSpPr>
      <dsp:spPr>
        <a:xfrm>
          <a:off x="609600" y="1679826"/>
          <a:ext cx="8534400" cy="103320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 (a) </a:t>
          </a:r>
          <a:r>
            <a:rPr lang="en-IN" sz="3200" b="1" kern="1200" dirty="0">
              <a:solidFill>
                <a:srgbClr val="C00000"/>
              </a:solidFill>
            </a:rPr>
            <a:t>Many a man  </a:t>
          </a:r>
          <a:r>
            <a:rPr lang="en-IN" sz="3200" b="1" strike="sngStrike" kern="1200" dirty="0">
              <a:solidFill>
                <a:srgbClr val="C00000"/>
              </a:solidFill>
            </a:rPr>
            <a:t>men</a:t>
          </a:r>
          <a:r>
            <a:rPr lang="en-IN" sz="3200" b="1" kern="1200" dirty="0">
              <a:solidFill>
                <a:schemeClr val="tx1"/>
              </a:solidFill>
            </a:rPr>
            <a:t>/ (b) attended the meeting/ (c) last night./ (d) No error.</a:t>
          </a:r>
        </a:p>
      </dsp:txBody>
      <dsp:txXfrm>
        <a:off x="660037" y="1730263"/>
        <a:ext cx="8433526" cy="932326"/>
      </dsp:txXfrm>
    </dsp:sp>
    <dsp:sp modelId="{2C59EB41-09DD-484B-99D1-8C7EDAE68225}">
      <dsp:nvSpPr>
        <dsp:cNvPr id="0" name=""/>
        <dsp:cNvSpPr/>
      </dsp:nvSpPr>
      <dsp:spPr>
        <a:xfrm>
          <a:off x="0" y="4296173"/>
          <a:ext cx="12192000" cy="88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D67090-B975-47BA-AA01-B2687E602F4A}">
      <dsp:nvSpPr>
        <dsp:cNvPr id="0" name=""/>
        <dsp:cNvSpPr/>
      </dsp:nvSpPr>
      <dsp:spPr>
        <a:xfrm>
          <a:off x="609600" y="3267426"/>
          <a:ext cx="8534400" cy="1545346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 (a) </a:t>
          </a:r>
          <a:r>
            <a:rPr lang="en-IN" sz="3200" b="1" kern="1200" dirty="0">
              <a:solidFill>
                <a:srgbClr val="C00000"/>
              </a:solidFill>
            </a:rPr>
            <a:t>The perquisites</a:t>
          </a:r>
          <a:r>
            <a:rPr lang="en-IN" sz="3200" b="1" kern="1200" dirty="0">
              <a:solidFill>
                <a:schemeClr val="tx1"/>
              </a:solidFill>
            </a:rPr>
            <a:t>/ (b) to this job </a:t>
          </a:r>
          <a:r>
            <a:rPr lang="en-IN" sz="3200" b="1" strike="sngStrike" kern="1200" dirty="0">
              <a:solidFill>
                <a:srgbClr val="C00000"/>
              </a:solidFill>
            </a:rPr>
            <a:t>makes</a:t>
          </a:r>
          <a:r>
            <a:rPr lang="en-IN" sz="3200" b="1" kern="1200" dirty="0">
              <a:solidFill>
                <a:schemeClr val="tx1"/>
              </a:solidFill>
            </a:rPr>
            <a:t> </a:t>
          </a:r>
          <a:r>
            <a:rPr lang="en-IN" sz="3200" b="1" kern="1200" dirty="0">
              <a:solidFill>
                <a:srgbClr val="C00000"/>
              </a:solidFill>
            </a:rPr>
            <a:t>make</a:t>
          </a:r>
          <a:r>
            <a:rPr lang="en-IN" sz="3200" b="1" kern="1200" dirty="0">
              <a:solidFill>
                <a:schemeClr val="tx1"/>
              </a:solidFill>
            </a:rPr>
            <a:t> it/ (c) even more attractive than the salary indicated/ (d) No error.</a:t>
          </a:r>
        </a:p>
      </dsp:txBody>
      <dsp:txXfrm>
        <a:off x="685038" y="3342864"/>
        <a:ext cx="8383524" cy="1394470"/>
      </dsp:txXfrm>
    </dsp:sp>
    <dsp:sp modelId="{1B733DD0-A6C8-4FCE-9E53-90B4A4B1D39A}">
      <dsp:nvSpPr>
        <dsp:cNvPr id="0" name=""/>
        <dsp:cNvSpPr/>
      </dsp:nvSpPr>
      <dsp:spPr>
        <a:xfrm>
          <a:off x="0" y="5883773"/>
          <a:ext cx="12192000" cy="88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63F931-42D6-4208-AE5D-424C4F34EFA0}">
      <dsp:nvSpPr>
        <dsp:cNvPr id="0" name=""/>
        <dsp:cNvSpPr/>
      </dsp:nvSpPr>
      <dsp:spPr>
        <a:xfrm>
          <a:off x="609600" y="5367173"/>
          <a:ext cx="8534400" cy="103320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80" tIns="0" rIns="32258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</a:rPr>
            <a:t> (a) Either you/ (b) </a:t>
          </a:r>
          <a:r>
            <a:rPr lang="en-IN" sz="3200" b="1" kern="1200" dirty="0">
              <a:solidFill>
                <a:srgbClr val="C00000"/>
              </a:solidFill>
            </a:rPr>
            <a:t>or</a:t>
          </a:r>
          <a:r>
            <a:rPr lang="en-IN" sz="3200" b="1" kern="1200" dirty="0">
              <a:solidFill>
                <a:schemeClr val="tx1"/>
              </a:solidFill>
            </a:rPr>
            <a:t> </a:t>
          </a:r>
          <a:r>
            <a:rPr lang="en-IN" sz="3200" b="1" kern="1200" dirty="0">
              <a:solidFill>
                <a:srgbClr val="C00000"/>
              </a:solidFill>
            </a:rPr>
            <a:t>he</a:t>
          </a:r>
          <a:r>
            <a:rPr lang="en-IN" sz="3200" b="1" kern="1200" dirty="0">
              <a:solidFill>
                <a:schemeClr val="tx1"/>
              </a:solidFill>
            </a:rPr>
            <a:t>/ (c) </a:t>
          </a:r>
          <a:r>
            <a:rPr lang="en-IN" sz="3200" b="1" kern="1200" dirty="0">
              <a:solidFill>
                <a:srgbClr val="C00000"/>
              </a:solidFill>
            </a:rPr>
            <a:t>is </a:t>
          </a:r>
          <a:r>
            <a:rPr lang="en-IN" sz="3200" b="1" kern="1200" dirty="0">
              <a:solidFill>
                <a:schemeClr val="tx1"/>
              </a:solidFill>
            </a:rPr>
            <a:t> </a:t>
          </a:r>
          <a:r>
            <a:rPr lang="en-IN" sz="3200" b="1" strike="sngStrike" kern="1200" dirty="0">
              <a:solidFill>
                <a:srgbClr val="C00000"/>
              </a:solidFill>
            </a:rPr>
            <a:t>are</a:t>
          </a:r>
          <a:r>
            <a:rPr lang="en-IN" sz="3200" b="1" kern="1200" dirty="0">
              <a:solidFill>
                <a:schemeClr val="tx1"/>
              </a:solidFill>
            </a:rPr>
            <a:t> happy./ (d) No error.</a:t>
          </a:r>
        </a:p>
      </dsp:txBody>
      <dsp:txXfrm>
        <a:off x="660037" y="5417610"/>
        <a:ext cx="8433526" cy="9323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8E9D5-21A7-6035-D83A-C615E7AB5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A8562C-904B-0173-0F27-CD94D2032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CF53B-652D-3034-37B0-CDEF6DCB2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ECF9B-0440-4850-8DE9-377B058B390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AD450-1155-FE57-BD79-3C5212365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B7C0C-2BB7-0283-A218-A45CAEAE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F4E-A365-420C-8E7A-B7DEB1387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636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A3BE1-6094-E073-B017-D602F578E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3FDA6-E472-F8E6-3C6F-B113500BD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FB07E-8563-7A4B-7C61-737C5DE5C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ECF9B-0440-4850-8DE9-377B058B390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64F78-00FC-6E6D-DD8C-DF2A05445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8BB70-6537-E88F-0ACE-76BEDA2B0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F4E-A365-420C-8E7A-B7DEB1387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634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84ED8-DD72-B334-B1CA-08B2A02F6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8D525-50CF-6DC9-FBF9-6C07D21BA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8C508-7106-0A10-01A6-75E047A56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ECF9B-0440-4850-8DE9-377B058B390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73EC7-3590-2C7B-15D7-090820D31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3EC40-024C-7CA3-743D-DD104528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F4E-A365-420C-8E7A-B7DEB1387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879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D6012-0650-A6F3-5C9B-8B52C524C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E67A7-66B9-9DF4-DA28-5F313CFB20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CED33-D59A-7887-CAE6-07AD9B251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E2007-431B-0824-C446-3DC339BCE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ECF9B-0440-4850-8DE9-377B058B390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3554F-2F67-D34E-8FD8-1FA098B1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79768-5323-5C23-1EE6-84B67E706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F4E-A365-420C-8E7A-B7DEB1387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240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5F8D5-CF66-2BCF-A18B-FC7C2FFEF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571E7-9B80-5492-7EC7-64AB937F4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F9641-6071-28C8-2B7D-1C90E064C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18104-CF1A-9DB7-A230-9C71387EB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D34BC2-3145-6E9B-C24D-A7099A2C0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FD4A7-A8C4-63AD-D18F-3A1556F5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ECF9B-0440-4850-8DE9-377B058B390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9CD046-F62C-3B49-2D96-3C586A566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85C307-847D-86BD-721F-773B8553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F4E-A365-420C-8E7A-B7DEB1387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65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9EACA-A354-1342-4B14-5F120CD91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2F868B-EDBB-91AE-3202-C6FC3FC6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ECF9B-0440-4850-8DE9-377B058B390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C8CC8-C9E3-F59B-401D-464BDA1F6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0F1774-9E60-FECF-C82F-D0FEF43DA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F4E-A365-420C-8E7A-B7DEB1387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639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0F992F-3C5E-3208-BF60-C0275D80D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ECF9B-0440-4850-8DE9-377B058B390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59FBD6-78A7-B573-1EFB-FBB46011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B5A2D-804B-3172-B61F-7831D5E6F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F4E-A365-420C-8E7A-B7DEB1387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199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BAA1B-E858-93D0-8161-C0CF617F2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DBE4A-F13D-D059-27F2-81DCFCCBA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54856-570E-E758-2C85-F06DBDDD1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547AF-7841-73FF-C58B-D9602A484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ECF9B-0440-4850-8DE9-377B058B390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98AE6-868A-DE4D-02B8-112B3831B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32600-0FE0-1957-6EE8-4EE27E904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F4E-A365-420C-8E7A-B7DEB1387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39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A6C0A-2D6F-179D-2C27-D555F723F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8B61DC-3A04-1D69-FBFA-CCB2A9161D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FFE35-E878-0DD3-D235-2508CB115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0C450-6D0A-3426-250D-5FBB62A64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ECF9B-0440-4850-8DE9-377B058B390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EF39B-FBDF-9CB4-B8A2-1AE0A4B74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B79A4-30D9-D2D0-90F5-F6DFD98E0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F4E-A365-420C-8E7A-B7DEB1387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390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0F5F5-26C6-DCE4-F066-F87B79FF7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F6D08-2EC7-1E81-BA46-0026F948D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C60E2-34DF-A590-ABCF-0A32848CD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ECF9B-0440-4850-8DE9-377B058B390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35B7E-DF23-4C50-C94E-CE79BB30F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4D602-0463-6A16-7F97-95CB356AC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F4E-A365-420C-8E7A-B7DEB1387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316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B18933-262F-0166-F8B8-310AAE0DA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DBF89-8640-3360-C8CB-9FA588CF8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65734-6620-8537-4B29-11A12E4DE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ECF9B-0440-4850-8DE9-377B058B390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AF49B-5F6A-CAFD-A89F-B8B3358A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B2605-CD0E-6FE9-61DF-50CC84F03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F4E-A365-420C-8E7A-B7DEB1387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590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D968E9-3568-B5F5-E884-E782ECF92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F4833-59B0-F571-6D52-0E6A28D4B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6D544-8FEE-90C1-FC65-28A1FE321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ECF9B-0440-4850-8DE9-377B058B390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963F8-AFAD-C557-31AB-5D830CE21D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60A91-05C9-2AF8-8736-1023A4E12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97F4E-A365-420C-8E7A-B7DEB1387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385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BE100-D728-C0DC-959A-BAF60A0DF5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7200" b="1" dirty="0"/>
              <a:t>SUBJECT VERB AGREEMENT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587AC-59A5-8F55-2F50-BA87EDA71C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539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B9B0-F8A5-AF99-F810-8B3C42647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9545"/>
            <a:ext cx="10515600" cy="6463146"/>
          </a:xfrm>
        </p:spPr>
        <p:txBody>
          <a:bodyPr/>
          <a:lstStyle/>
          <a:p>
            <a:pPr marL="0" indent="0">
              <a:buNone/>
            </a:pPr>
            <a:r>
              <a:rPr lang="en-IN" sz="4400" dirty="0"/>
              <a:t>1.The various consequences of(1)/ the decision taken by the (2)/ finance ministry was not foreseen by the bureaucrats. (3)/ No error (4)</a:t>
            </a:r>
          </a:p>
          <a:p>
            <a:pPr marL="0" indent="0">
              <a:buNone/>
            </a:pPr>
            <a:endParaRPr lang="en-IN" sz="4400" dirty="0"/>
          </a:p>
          <a:p>
            <a:pPr marL="0" indent="0">
              <a:buNone/>
            </a:pPr>
            <a:r>
              <a:rPr lang="en-IN" sz="4400" dirty="0"/>
              <a:t>2.The fifth and final act (1)/ of Macbeth contain (2)/ the sleepwalking scene. (3)/ No error. (4)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6393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8A23A-3AC1-4C9A-A45C-F09BB770D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2118"/>
            <a:ext cx="10515600" cy="5854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dirty="0"/>
              <a:t>The various </a:t>
            </a:r>
            <a:r>
              <a:rPr lang="en-IN" sz="3600" b="1" dirty="0">
                <a:solidFill>
                  <a:srgbClr val="FF0000"/>
                </a:solidFill>
              </a:rPr>
              <a:t>consequences</a:t>
            </a:r>
            <a:r>
              <a:rPr lang="en-IN" sz="3600" dirty="0"/>
              <a:t> of(1)/ the decision taken by the (2)/ finance ministry </a:t>
            </a:r>
            <a:r>
              <a:rPr lang="en-IN" sz="3600" strike="sngStrike" dirty="0">
                <a:solidFill>
                  <a:srgbClr val="FF0000"/>
                </a:solidFill>
              </a:rPr>
              <a:t>was</a:t>
            </a:r>
            <a:r>
              <a:rPr lang="en-IN" sz="3600" dirty="0"/>
              <a:t>  </a:t>
            </a:r>
            <a:r>
              <a:rPr lang="en-IN" sz="3600" b="1" dirty="0">
                <a:solidFill>
                  <a:srgbClr val="FF0000"/>
                </a:solidFill>
              </a:rPr>
              <a:t>were </a:t>
            </a:r>
            <a:r>
              <a:rPr lang="en-IN" sz="3600" dirty="0"/>
              <a:t>not foreseen by the bureaucrats. (3)/ No error (4)</a:t>
            </a:r>
          </a:p>
          <a:p>
            <a:pPr marL="0" indent="0">
              <a:buNone/>
            </a:pPr>
            <a:r>
              <a:rPr lang="en-IN" sz="3600" b="1" dirty="0">
                <a:solidFill>
                  <a:srgbClr val="FF0000"/>
                </a:solidFill>
              </a:rPr>
              <a:t>The fifth and final act </a:t>
            </a:r>
            <a:r>
              <a:rPr lang="en-IN" sz="3600" dirty="0"/>
              <a:t>(1)/ of Macbeth contain (2)/ the sleepwalking scene. (3)/ No error. (4)</a:t>
            </a:r>
          </a:p>
          <a:p>
            <a:pPr marL="0" indent="0">
              <a:buNone/>
            </a:pPr>
            <a:r>
              <a:rPr lang="en-IN" sz="3600" b="1" dirty="0">
                <a:solidFill>
                  <a:srgbClr val="FF0000"/>
                </a:solidFill>
              </a:rPr>
              <a:t>( rule of article before two items joined by and )</a:t>
            </a:r>
          </a:p>
        </p:txBody>
      </p:sp>
    </p:spTree>
    <p:extLst>
      <p:ext uri="{BB962C8B-B14F-4D97-AF65-F5344CB8AC3E}">
        <p14:creationId xmlns:p14="http://schemas.microsoft.com/office/powerpoint/2010/main" val="641762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DF557-9A57-394F-B259-DA464E966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C60B1-4A95-3BA6-A5D5-0AC4CA777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7755"/>
            <a:ext cx="10515600" cy="5439208"/>
          </a:xfrm>
        </p:spPr>
        <p:txBody>
          <a:bodyPr>
            <a:normAutofit/>
          </a:bodyPr>
          <a:lstStyle/>
          <a:p>
            <a:r>
              <a:rPr lang="en-IN" sz="3600" dirty="0"/>
              <a:t>3.The introduction of job-oriented courses (1)/in the self-financing colleges (2)/ attract many students (3)./ No error (4)</a:t>
            </a:r>
          </a:p>
          <a:p>
            <a:r>
              <a:rPr lang="en-IN" sz="3600" dirty="0"/>
              <a:t>4.If majority of the individuals in a State (1)/prosper (2)/the State itself would prosper. (3) /No error. (4)</a:t>
            </a:r>
          </a:p>
          <a:p>
            <a:r>
              <a:rPr lang="en-IN" sz="3600" dirty="0"/>
              <a:t>5.Patience as well as perseverance (1)/are necessary (2)/for success. (3)/ No error/(4).</a:t>
            </a:r>
          </a:p>
          <a:p>
            <a:r>
              <a:rPr lang="en-IN" sz="3600" dirty="0"/>
              <a:t>6.In Singapore (1)/my brother-in law with his wife (2)/were present at the function. (3)/No error. (4).</a:t>
            </a:r>
          </a:p>
        </p:txBody>
      </p:sp>
    </p:spTree>
    <p:extLst>
      <p:ext uri="{BB962C8B-B14F-4D97-AF65-F5344CB8AC3E}">
        <p14:creationId xmlns:p14="http://schemas.microsoft.com/office/powerpoint/2010/main" val="2741679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B110A-06C7-7D6A-28F5-B9FC7BE61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645"/>
            <a:ext cx="10515600" cy="6000318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The introduction </a:t>
            </a:r>
            <a:r>
              <a:rPr lang="en-IN" sz="3600" dirty="0"/>
              <a:t>of job-oriented courses (1)/in the self-financing colleges (2)/ </a:t>
            </a:r>
            <a:r>
              <a:rPr lang="en-IN" sz="3600" strike="sngStrike" dirty="0">
                <a:solidFill>
                  <a:srgbClr val="FF0000"/>
                </a:solidFill>
              </a:rPr>
              <a:t>attract</a:t>
            </a:r>
            <a:r>
              <a:rPr lang="en-IN" sz="3600" dirty="0"/>
              <a:t> </a:t>
            </a:r>
            <a:r>
              <a:rPr lang="en-IN" sz="3600" dirty="0">
                <a:solidFill>
                  <a:srgbClr val="FF0000"/>
                </a:solidFill>
              </a:rPr>
              <a:t>attracts </a:t>
            </a:r>
            <a:r>
              <a:rPr lang="en-IN" sz="3600" dirty="0"/>
              <a:t>many students (3)./ No error (4)</a:t>
            </a:r>
          </a:p>
          <a:p>
            <a:r>
              <a:rPr lang="en-IN" sz="3600" dirty="0"/>
              <a:t>If</a:t>
            </a:r>
            <a:r>
              <a:rPr lang="en-IN" sz="3600" b="1" dirty="0">
                <a:solidFill>
                  <a:srgbClr val="FF0000"/>
                </a:solidFill>
              </a:rPr>
              <a:t> majority </a:t>
            </a:r>
            <a:r>
              <a:rPr lang="en-IN" sz="3600" dirty="0"/>
              <a:t>of the individuals in a State (1)/</a:t>
            </a:r>
            <a:r>
              <a:rPr lang="en-IN" sz="3600" strike="sngStrike" dirty="0">
                <a:solidFill>
                  <a:srgbClr val="FF0000"/>
                </a:solidFill>
              </a:rPr>
              <a:t>prosper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FF0000"/>
                </a:solidFill>
              </a:rPr>
              <a:t>prospers</a:t>
            </a:r>
            <a:r>
              <a:rPr lang="en-IN" sz="3600" dirty="0"/>
              <a:t> (2)/the State itself would prosper. (3) /No error. (4)</a:t>
            </a:r>
          </a:p>
          <a:p>
            <a:r>
              <a:rPr lang="en-IN" sz="3600" b="1" dirty="0">
                <a:solidFill>
                  <a:srgbClr val="FF0000"/>
                </a:solidFill>
              </a:rPr>
              <a:t>Patience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002060"/>
                </a:solidFill>
              </a:rPr>
              <a:t>as well as perseverance </a:t>
            </a:r>
            <a:r>
              <a:rPr lang="en-IN" sz="3600" dirty="0"/>
              <a:t>(1)/</a:t>
            </a:r>
            <a:r>
              <a:rPr lang="en-IN" sz="3600" strike="sngStrike" dirty="0">
                <a:solidFill>
                  <a:srgbClr val="FF0000"/>
                </a:solidFill>
              </a:rPr>
              <a:t>are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FF0000"/>
                </a:solidFill>
              </a:rPr>
              <a:t>is</a:t>
            </a:r>
            <a:r>
              <a:rPr lang="en-IN" sz="3600" dirty="0"/>
              <a:t> necessary (2)/for success. (3)/ No error/(4).</a:t>
            </a:r>
          </a:p>
          <a:p>
            <a:r>
              <a:rPr lang="en-IN" sz="3600" dirty="0"/>
              <a:t>In Singapore (1)/my </a:t>
            </a:r>
            <a:r>
              <a:rPr lang="en-IN" sz="3600" b="1" dirty="0">
                <a:solidFill>
                  <a:srgbClr val="C00000"/>
                </a:solidFill>
              </a:rPr>
              <a:t>brother-in law </a:t>
            </a:r>
            <a:r>
              <a:rPr lang="en-IN" sz="3600" b="1" dirty="0">
                <a:solidFill>
                  <a:srgbClr val="002060"/>
                </a:solidFill>
              </a:rPr>
              <a:t>with his wife </a:t>
            </a:r>
            <a:r>
              <a:rPr lang="en-IN" sz="3600" dirty="0"/>
              <a:t>(2)/</a:t>
            </a:r>
            <a:r>
              <a:rPr lang="en-IN" sz="3600" strike="sngStrike" dirty="0">
                <a:solidFill>
                  <a:srgbClr val="C00000"/>
                </a:solidFill>
              </a:rPr>
              <a:t>were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C00000"/>
                </a:solidFill>
              </a:rPr>
              <a:t>was </a:t>
            </a:r>
            <a:r>
              <a:rPr lang="en-IN" sz="3600" dirty="0"/>
              <a:t>present at the function. (3)/No error. (4).</a:t>
            </a:r>
          </a:p>
        </p:txBody>
      </p:sp>
    </p:spTree>
    <p:extLst>
      <p:ext uri="{BB962C8B-B14F-4D97-AF65-F5344CB8AC3E}">
        <p14:creationId xmlns:p14="http://schemas.microsoft.com/office/powerpoint/2010/main" val="1478971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96B35-EB6E-69EE-6CA1-0ACFFFC8B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9155"/>
            <a:ext cx="10515600" cy="5667808"/>
          </a:xfrm>
        </p:spPr>
        <p:txBody>
          <a:bodyPr>
            <a:normAutofit/>
          </a:bodyPr>
          <a:lstStyle/>
          <a:p>
            <a:r>
              <a:rPr lang="en-IN" sz="3600" dirty="0"/>
              <a:t>7. Having broken down (1)/the driver sent the car (2)/to the garage. (3)/No error (4).</a:t>
            </a:r>
          </a:p>
          <a:p>
            <a:r>
              <a:rPr lang="en-IN" sz="3600" dirty="0"/>
              <a:t>8.He is one of those writers (1)/ who has won acclaim (2)/the world over.(3)/No error (4).</a:t>
            </a:r>
          </a:p>
          <a:p>
            <a:r>
              <a:rPr lang="en-IN" sz="3600" dirty="0"/>
              <a:t>9.The ebb and flow of the tides (1)/ are (2)/ now understood (3)/. No error (4)</a:t>
            </a:r>
          </a:p>
          <a:p>
            <a:r>
              <a:rPr lang="en-IN" sz="3600" dirty="0"/>
              <a:t>10.Knowledge of (1)/ at least two languages (2)/ are required to pass the examination (3)/. No error (4).</a:t>
            </a:r>
          </a:p>
        </p:txBody>
      </p:sp>
    </p:spTree>
    <p:extLst>
      <p:ext uri="{BB962C8B-B14F-4D97-AF65-F5344CB8AC3E}">
        <p14:creationId xmlns:p14="http://schemas.microsoft.com/office/powerpoint/2010/main" val="2335235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157C6-8F9A-D3EA-A6AB-02E14335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662E94A-A2D7-F03C-152C-7F51B26AA1BC}"/>
              </a:ext>
            </a:extLst>
          </p:cNvPr>
          <p:cNvSpPr/>
          <p:nvPr/>
        </p:nvSpPr>
        <p:spPr>
          <a:xfrm>
            <a:off x="4623955" y="2410690"/>
            <a:ext cx="1361209" cy="6546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4E373-CCF9-7924-1684-3F1C3980C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9155"/>
            <a:ext cx="10515600" cy="6151418"/>
          </a:xfrm>
        </p:spPr>
        <p:txBody>
          <a:bodyPr>
            <a:normAutofit lnSpcReduction="10000"/>
          </a:bodyPr>
          <a:lstStyle/>
          <a:p>
            <a:r>
              <a:rPr lang="en-IN" sz="3600" dirty="0">
                <a:solidFill>
                  <a:srgbClr val="C00000"/>
                </a:solidFill>
              </a:rPr>
              <a:t>(</a:t>
            </a:r>
            <a:r>
              <a:rPr lang="en-IN" sz="3600" b="1" dirty="0">
                <a:solidFill>
                  <a:srgbClr val="C00000"/>
                </a:solidFill>
              </a:rPr>
              <a:t>The car </a:t>
            </a:r>
            <a:r>
              <a:rPr lang="en-IN" sz="3600" dirty="0">
                <a:solidFill>
                  <a:srgbClr val="C00000"/>
                </a:solidFill>
              </a:rPr>
              <a:t>) </a:t>
            </a:r>
            <a:r>
              <a:rPr lang="en-IN" sz="3600" dirty="0"/>
              <a:t>Having broken down  </a:t>
            </a:r>
            <a:r>
              <a:rPr lang="en-IN" sz="3600" b="1" dirty="0">
                <a:solidFill>
                  <a:srgbClr val="C00000"/>
                </a:solidFill>
              </a:rPr>
              <a:t>(here the subject is missing – what has broken down)</a:t>
            </a:r>
            <a:r>
              <a:rPr lang="en-IN" sz="3600" b="1" dirty="0"/>
              <a:t>(</a:t>
            </a:r>
            <a:r>
              <a:rPr lang="en-IN" sz="3600" dirty="0"/>
              <a:t>1)/the driver sent the car </a:t>
            </a:r>
            <a:r>
              <a:rPr lang="en-IN" sz="3600" b="1" dirty="0">
                <a:solidFill>
                  <a:srgbClr val="C00000"/>
                </a:solidFill>
              </a:rPr>
              <a:t>(it) </a:t>
            </a:r>
            <a:r>
              <a:rPr lang="en-IN" sz="3600" dirty="0"/>
              <a:t>(2)/to the garage. (3)/No error (4).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Error is in portion 1</a:t>
            </a:r>
          </a:p>
          <a:p>
            <a:r>
              <a:rPr lang="en-IN" sz="3600" dirty="0"/>
              <a:t>He is </a:t>
            </a:r>
            <a:r>
              <a:rPr lang="en-IN" sz="3600" b="1" dirty="0">
                <a:solidFill>
                  <a:srgbClr val="002060"/>
                </a:solidFill>
              </a:rPr>
              <a:t>one of those writers (1)/ who </a:t>
            </a:r>
            <a:r>
              <a:rPr lang="en-IN" sz="3600" b="1" strike="sngStrike" dirty="0">
                <a:solidFill>
                  <a:srgbClr val="C00000"/>
                </a:solidFill>
              </a:rPr>
              <a:t>has</a:t>
            </a:r>
            <a:r>
              <a:rPr lang="en-IN" sz="3600" b="1" dirty="0">
                <a:solidFill>
                  <a:srgbClr val="C00000"/>
                </a:solidFill>
              </a:rPr>
              <a:t> have </a:t>
            </a:r>
            <a:r>
              <a:rPr lang="en-IN" sz="3600" dirty="0"/>
              <a:t>won acclaim (2)/the world over.(3)/No error (4</a:t>
            </a:r>
            <a:r>
              <a:rPr lang="en-IN" sz="3600" b="1" dirty="0">
                <a:solidFill>
                  <a:srgbClr val="C00000"/>
                </a:solidFill>
              </a:rPr>
              <a:t>).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(rule :one of those who followed by plural verb)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The ebb and flow </a:t>
            </a:r>
            <a:r>
              <a:rPr lang="en-IN" sz="3600" dirty="0"/>
              <a:t>of the tides (1)/ </a:t>
            </a:r>
            <a:r>
              <a:rPr lang="en-IN" sz="3600" strike="sngStrike" dirty="0">
                <a:solidFill>
                  <a:srgbClr val="C00000"/>
                </a:solidFill>
              </a:rPr>
              <a:t>are </a:t>
            </a:r>
            <a:r>
              <a:rPr lang="en-IN" sz="3600" b="1" dirty="0">
                <a:solidFill>
                  <a:srgbClr val="C00000"/>
                </a:solidFill>
              </a:rPr>
              <a:t> is </a:t>
            </a:r>
            <a:r>
              <a:rPr lang="en-IN" sz="3600" dirty="0"/>
              <a:t>(2)/ now understood (3)/. No error (4)(</a:t>
            </a:r>
            <a:r>
              <a:rPr lang="en-IN" sz="3600" b="1" dirty="0">
                <a:solidFill>
                  <a:srgbClr val="C00000"/>
                </a:solidFill>
              </a:rPr>
              <a:t>singleness of meaning</a:t>
            </a:r>
            <a:r>
              <a:rPr lang="en-IN" sz="3600" dirty="0"/>
              <a:t>)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Knowledge</a:t>
            </a:r>
            <a:r>
              <a:rPr lang="en-IN" sz="3600" dirty="0"/>
              <a:t> of (1)/ at least two languages (2)/ </a:t>
            </a:r>
            <a:r>
              <a:rPr lang="en-IN" sz="3600" b="1" strike="sngStrike" dirty="0">
                <a:solidFill>
                  <a:srgbClr val="C00000"/>
                </a:solidFill>
              </a:rPr>
              <a:t>are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C00000"/>
                </a:solidFill>
              </a:rPr>
              <a:t>is</a:t>
            </a:r>
            <a:r>
              <a:rPr lang="en-IN" sz="3600" dirty="0"/>
              <a:t> required to pass the examination (3)/. No error (4).</a:t>
            </a:r>
          </a:p>
        </p:txBody>
      </p:sp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ED16F745-2FAC-51B8-DE3F-7C91F8639192}"/>
              </a:ext>
            </a:extLst>
          </p:cNvPr>
          <p:cNvSpPr/>
          <p:nvPr/>
        </p:nvSpPr>
        <p:spPr>
          <a:xfrm>
            <a:off x="4062844" y="2150918"/>
            <a:ext cx="3273137" cy="51954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774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D98BB-66D3-7AE9-9312-B0D777171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5636"/>
            <a:ext cx="10515600" cy="5761327"/>
          </a:xfrm>
        </p:spPr>
        <p:txBody>
          <a:bodyPr>
            <a:normAutofit lnSpcReduction="10000"/>
          </a:bodyPr>
          <a:lstStyle/>
          <a:p>
            <a:r>
              <a:rPr lang="en-IN" sz="4000" dirty="0"/>
              <a:t>11.Everyone of the films (1)/ you suggested (2)/ are not worth seeing (3)/. No error (4).</a:t>
            </a:r>
          </a:p>
          <a:p>
            <a:r>
              <a:rPr lang="en-IN" sz="4000" dirty="0"/>
              <a:t>12.The Secretary and the Principal of the college (1)/ are attending (2)/ the District Development Council Meeting at the Collectorate (3)/. No error (4).</a:t>
            </a:r>
          </a:p>
          <a:p>
            <a:r>
              <a:rPr lang="en-IN" sz="4000" dirty="0"/>
              <a:t>13.There is (1)/ only one of his novels (2)/ that are interesting (3)/. No error (4).</a:t>
            </a:r>
          </a:p>
          <a:p>
            <a:r>
              <a:rPr lang="en-IN" sz="4000" dirty="0"/>
              <a:t>14.A hot and (1)/ a cold spring (2)/ was found near each other (3)/ No error. (4)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7109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4B35F-75C5-F688-2537-899324AF5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00C29BBA-2BCC-D777-A224-931194CE7AC6}"/>
              </a:ext>
            </a:extLst>
          </p:cNvPr>
          <p:cNvSpPr/>
          <p:nvPr/>
        </p:nvSpPr>
        <p:spPr>
          <a:xfrm>
            <a:off x="1080655" y="4623955"/>
            <a:ext cx="467590" cy="571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34A1A49-95B7-1595-A54C-97183CC2AF8B}"/>
              </a:ext>
            </a:extLst>
          </p:cNvPr>
          <p:cNvSpPr/>
          <p:nvPr/>
        </p:nvSpPr>
        <p:spPr>
          <a:xfrm>
            <a:off x="4059382" y="4675910"/>
            <a:ext cx="467590" cy="571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ED0BD51-2F44-D45D-8DD4-69BB85CB0BF5}"/>
              </a:ext>
            </a:extLst>
          </p:cNvPr>
          <p:cNvSpPr/>
          <p:nvPr/>
        </p:nvSpPr>
        <p:spPr>
          <a:xfrm>
            <a:off x="1080655" y="1423555"/>
            <a:ext cx="883227" cy="6546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A2167D-6531-6E66-33D0-0F3715824F22}"/>
              </a:ext>
            </a:extLst>
          </p:cNvPr>
          <p:cNvSpPr/>
          <p:nvPr/>
        </p:nvSpPr>
        <p:spPr>
          <a:xfrm>
            <a:off x="4973782" y="1423554"/>
            <a:ext cx="883227" cy="6546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22A9C-0F35-71AC-A011-6B860D0EA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5636"/>
            <a:ext cx="10515600" cy="5761327"/>
          </a:xfrm>
        </p:spPr>
        <p:txBody>
          <a:bodyPr>
            <a:normAutofit lnSpcReduction="10000"/>
          </a:bodyPr>
          <a:lstStyle/>
          <a:p>
            <a:r>
              <a:rPr lang="en-IN" sz="4000" b="1" dirty="0">
                <a:solidFill>
                  <a:srgbClr val="C00000"/>
                </a:solidFill>
              </a:rPr>
              <a:t>Everyone </a:t>
            </a:r>
            <a:r>
              <a:rPr lang="en-IN" sz="4000" dirty="0"/>
              <a:t>of the films (1)/ you suggested (2)/ </a:t>
            </a:r>
            <a:r>
              <a:rPr lang="en-IN" sz="4000" b="1" strike="sngStrike" dirty="0">
                <a:solidFill>
                  <a:srgbClr val="C00000"/>
                </a:solidFill>
              </a:rPr>
              <a:t>are</a:t>
            </a:r>
            <a:r>
              <a:rPr lang="en-IN" sz="4000" dirty="0"/>
              <a:t> </a:t>
            </a:r>
            <a:r>
              <a:rPr lang="en-IN" sz="4000" b="1" dirty="0">
                <a:solidFill>
                  <a:srgbClr val="C00000"/>
                </a:solidFill>
              </a:rPr>
              <a:t>is</a:t>
            </a:r>
            <a:r>
              <a:rPr lang="en-IN" sz="4000" dirty="0"/>
              <a:t> not worth seeing (3)/. No error (4).</a:t>
            </a:r>
          </a:p>
          <a:p>
            <a:r>
              <a:rPr lang="en-IN" sz="4000" b="1" dirty="0">
                <a:solidFill>
                  <a:srgbClr val="C00000"/>
                </a:solidFill>
              </a:rPr>
              <a:t>The Secretary and the Principal </a:t>
            </a:r>
            <a:r>
              <a:rPr lang="en-IN" sz="4000" dirty="0"/>
              <a:t>of the college (1)/ </a:t>
            </a:r>
            <a:r>
              <a:rPr lang="en-IN" sz="4000" b="1" dirty="0">
                <a:solidFill>
                  <a:srgbClr val="C00000"/>
                </a:solidFill>
              </a:rPr>
              <a:t>are</a:t>
            </a:r>
            <a:r>
              <a:rPr lang="en-IN" sz="4000" dirty="0"/>
              <a:t> attending (2)/ the District Development Council Meeting at the Collectorate (3)/. No error (4).</a:t>
            </a:r>
          </a:p>
          <a:p>
            <a:r>
              <a:rPr lang="en-IN" sz="4000" dirty="0"/>
              <a:t>There is (1)/ only </a:t>
            </a:r>
            <a:r>
              <a:rPr lang="en-IN" sz="4000" b="1" dirty="0">
                <a:solidFill>
                  <a:srgbClr val="C00000"/>
                </a:solidFill>
              </a:rPr>
              <a:t>one</a:t>
            </a:r>
            <a:r>
              <a:rPr lang="en-IN" sz="4000" dirty="0"/>
              <a:t> of his novels (2)/ </a:t>
            </a:r>
            <a:r>
              <a:rPr lang="en-IN" sz="4000" b="1" dirty="0">
                <a:solidFill>
                  <a:srgbClr val="002060"/>
                </a:solidFill>
              </a:rPr>
              <a:t>that</a:t>
            </a:r>
            <a:r>
              <a:rPr lang="en-IN" sz="4000" b="1" strike="sngStrike" dirty="0">
                <a:solidFill>
                  <a:srgbClr val="C00000"/>
                </a:solidFill>
              </a:rPr>
              <a:t> are </a:t>
            </a:r>
            <a:r>
              <a:rPr lang="en-IN" sz="4000" b="1" dirty="0">
                <a:solidFill>
                  <a:srgbClr val="C00000"/>
                </a:solidFill>
              </a:rPr>
              <a:t>is </a:t>
            </a:r>
            <a:r>
              <a:rPr lang="en-IN" sz="4000" dirty="0"/>
              <a:t>interesting (3)/. No error (4).</a:t>
            </a:r>
          </a:p>
          <a:p>
            <a:r>
              <a:rPr lang="en-IN" sz="4000" b="1" dirty="0">
                <a:solidFill>
                  <a:srgbClr val="C00000"/>
                </a:solidFill>
              </a:rPr>
              <a:t>A hot and (1)/ a cold spring </a:t>
            </a:r>
            <a:r>
              <a:rPr lang="en-IN" sz="4000" dirty="0"/>
              <a:t>(2)/ </a:t>
            </a:r>
            <a:r>
              <a:rPr lang="en-IN" sz="4000" b="1" strike="sngStrike" dirty="0">
                <a:solidFill>
                  <a:srgbClr val="C00000"/>
                </a:solidFill>
              </a:rPr>
              <a:t>was </a:t>
            </a:r>
            <a:r>
              <a:rPr lang="en-IN" sz="4000" b="1" dirty="0">
                <a:solidFill>
                  <a:srgbClr val="C00000"/>
                </a:solidFill>
              </a:rPr>
              <a:t>were </a:t>
            </a:r>
            <a:r>
              <a:rPr lang="en-IN" sz="4000" b="1" strike="sngStrike" dirty="0">
                <a:solidFill>
                  <a:srgbClr val="C00000"/>
                </a:solidFill>
              </a:rPr>
              <a:t> </a:t>
            </a:r>
            <a:r>
              <a:rPr lang="en-IN" sz="4000" dirty="0"/>
              <a:t>found near each other (3)/ No error. (4)</a:t>
            </a:r>
          </a:p>
          <a:p>
            <a:endParaRPr lang="en-IN" dirty="0"/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F554C41A-9A79-63F3-8F99-068B1EFFCC7D}"/>
              </a:ext>
            </a:extLst>
          </p:cNvPr>
          <p:cNvCxnSpPr/>
          <p:nvPr/>
        </p:nvCxnSpPr>
        <p:spPr>
          <a:xfrm rot="10800000" flipV="1">
            <a:off x="1309255" y="3969327"/>
            <a:ext cx="4031672" cy="65462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897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AC8D7-A469-E46E-C4C8-E436C8D9C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382"/>
            <a:ext cx="10515600" cy="5927581"/>
          </a:xfrm>
        </p:spPr>
        <p:txBody>
          <a:bodyPr>
            <a:normAutofit lnSpcReduction="10000"/>
          </a:bodyPr>
          <a:lstStyle/>
          <a:p>
            <a:r>
              <a:rPr lang="en-IN" sz="3600" dirty="0"/>
              <a:t>15.Either of the roads (1)/ lead (2)/ to the park (3)/. No error. (4)</a:t>
            </a:r>
          </a:p>
          <a:p>
            <a:r>
              <a:rPr lang="en-IN" sz="3600" dirty="0"/>
              <a:t>16.The strain of all (1)/ the difficulties and vexations and anxieties (2)/ are more than he could bear. (3)/No error (4)</a:t>
            </a:r>
          </a:p>
          <a:p>
            <a:r>
              <a:rPr lang="en-IN" sz="3600" dirty="0"/>
              <a:t>17.Being (1)/ a rainy day (2)/ I could not go out. (3)/ No error (4).</a:t>
            </a:r>
          </a:p>
          <a:p>
            <a:r>
              <a:rPr lang="en-IN" sz="3600" dirty="0"/>
              <a:t>18.Kambli is one of the players (1)/ who has been selected (2)/ for the test match. (3)/ No error (4).</a:t>
            </a:r>
          </a:p>
          <a:p>
            <a:r>
              <a:rPr lang="en-IN" sz="3600" dirty="0"/>
              <a:t>19.The introduction of tea and coffee (1)/ and such other beverages (2)/ have not been without some effect. (3)/ No error. (4)</a:t>
            </a:r>
          </a:p>
        </p:txBody>
      </p:sp>
    </p:spTree>
    <p:extLst>
      <p:ext uri="{BB962C8B-B14F-4D97-AF65-F5344CB8AC3E}">
        <p14:creationId xmlns:p14="http://schemas.microsoft.com/office/powerpoint/2010/main" val="1263516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8E3F3-E6CC-87F3-5CF0-8587A3FC0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12239DA-A8BB-7640-6A1B-A61D6F9921CB}"/>
              </a:ext>
            </a:extLst>
          </p:cNvPr>
          <p:cNvSpPr/>
          <p:nvPr/>
        </p:nvSpPr>
        <p:spPr>
          <a:xfrm>
            <a:off x="4603172" y="3283527"/>
            <a:ext cx="1340427" cy="696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AB181-C82D-7B1E-0E2D-71F20DF21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382"/>
            <a:ext cx="10515600" cy="5927581"/>
          </a:xfrm>
        </p:spPr>
        <p:txBody>
          <a:bodyPr>
            <a:normAutofit fontScale="92500" lnSpcReduction="10000"/>
          </a:bodyPr>
          <a:lstStyle/>
          <a:p>
            <a:r>
              <a:rPr lang="en-IN" sz="3600" b="1" dirty="0">
                <a:solidFill>
                  <a:srgbClr val="C00000"/>
                </a:solidFill>
              </a:rPr>
              <a:t>Either </a:t>
            </a:r>
            <a:r>
              <a:rPr lang="en-IN" sz="3600" dirty="0"/>
              <a:t>of the roads (1)/ </a:t>
            </a:r>
            <a:r>
              <a:rPr lang="en-IN" sz="3600" b="1" strike="sngStrike" dirty="0">
                <a:solidFill>
                  <a:srgbClr val="C00000"/>
                </a:solidFill>
              </a:rPr>
              <a:t>lead </a:t>
            </a:r>
            <a:r>
              <a:rPr lang="en-IN" sz="3600" b="1" dirty="0">
                <a:solidFill>
                  <a:srgbClr val="C00000"/>
                </a:solidFill>
              </a:rPr>
              <a:t> leads</a:t>
            </a:r>
            <a:r>
              <a:rPr lang="en-IN" sz="3600" dirty="0"/>
              <a:t>(2)/ to the park (3)/. No error. (4)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The strain </a:t>
            </a:r>
            <a:r>
              <a:rPr lang="en-IN" sz="3600" dirty="0"/>
              <a:t>of all (1)/ the difficulties and vexations and anxieties (2)/ </a:t>
            </a:r>
            <a:r>
              <a:rPr lang="en-IN" sz="3600" b="1" strike="sngStrike" dirty="0">
                <a:solidFill>
                  <a:srgbClr val="C00000"/>
                </a:solidFill>
              </a:rPr>
              <a:t>are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C00000"/>
                </a:solidFill>
              </a:rPr>
              <a:t>is</a:t>
            </a:r>
            <a:r>
              <a:rPr lang="en-IN" sz="3600" dirty="0"/>
              <a:t> more than he could bear. (3)/No error (4)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 (It)</a:t>
            </a:r>
            <a:r>
              <a:rPr lang="en-IN" sz="3600" dirty="0"/>
              <a:t>Being (1)/ a rainy day (2)/ I could not go out. (3)/ No error (4</a:t>
            </a:r>
            <a:r>
              <a:rPr lang="en-IN" sz="3600" b="1" dirty="0">
                <a:solidFill>
                  <a:srgbClr val="C00000"/>
                </a:solidFill>
              </a:rPr>
              <a:t>). (  error (1))</a:t>
            </a:r>
          </a:p>
          <a:p>
            <a:r>
              <a:rPr lang="en-IN" sz="3600" dirty="0"/>
              <a:t>Kambli is </a:t>
            </a:r>
            <a:r>
              <a:rPr lang="en-IN" sz="3600" b="1" dirty="0">
                <a:solidFill>
                  <a:srgbClr val="002060"/>
                </a:solidFill>
              </a:rPr>
              <a:t>one of the players (1)/ who </a:t>
            </a:r>
            <a:r>
              <a:rPr lang="en-IN" sz="3600" b="1" strike="sngStrike" dirty="0">
                <a:solidFill>
                  <a:srgbClr val="C00000"/>
                </a:solidFill>
              </a:rPr>
              <a:t>has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C00000"/>
                </a:solidFill>
              </a:rPr>
              <a:t>have</a:t>
            </a:r>
            <a:r>
              <a:rPr lang="en-IN" sz="3600" dirty="0"/>
              <a:t> been selected (2)/ for the test match. (3)/ No error (4).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The introduction </a:t>
            </a:r>
            <a:r>
              <a:rPr lang="en-IN" sz="3600" dirty="0"/>
              <a:t>of tea and coffee (1)/ and such other beverages (2)/ </a:t>
            </a:r>
            <a:r>
              <a:rPr lang="en-IN" sz="3600" b="1" strike="sngStrike" dirty="0">
                <a:solidFill>
                  <a:srgbClr val="C00000"/>
                </a:solidFill>
              </a:rPr>
              <a:t>have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C00000"/>
                </a:solidFill>
              </a:rPr>
              <a:t>has </a:t>
            </a:r>
            <a:r>
              <a:rPr lang="en-IN" sz="3600" dirty="0"/>
              <a:t>not been without some effect. (3)/ No error. (4)</a:t>
            </a:r>
          </a:p>
        </p:txBody>
      </p:sp>
      <p:sp>
        <p:nvSpPr>
          <p:cNvPr id="5" name="Arrow: Curved Down 4">
            <a:extLst>
              <a:ext uri="{FF2B5EF4-FFF2-40B4-BE49-F238E27FC236}">
                <a16:creationId xmlns:a16="http://schemas.microsoft.com/office/drawing/2014/main" id="{984B3C1B-0DF0-2816-73B3-3503A39EDFBC}"/>
              </a:ext>
            </a:extLst>
          </p:cNvPr>
          <p:cNvSpPr/>
          <p:nvPr/>
        </p:nvSpPr>
        <p:spPr>
          <a:xfrm>
            <a:off x="5413664" y="3283527"/>
            <a:ext cx="2888672" cy="259773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143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6CB6D-ABC0-C199-4666-9153FC592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17444-49D7-8455-44D3-19774107B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164"/>
            <a:ext cx="10515600" cy="5906799"/>
          </a:xfrm>
        </p:spPr>
        <p:txBody>
          <a:bodyPr>
            <a:normAutofit/>
          </a:bodyPr>
          <a:lstStyle/>
          <a:p>
            <a:r>
              <a:rPr lang="en-IN" sz="3600" dirty="0"/>
              <a:t>20.Neither of the two children (1)/ said their his prayer (2)/ before going to bed. (3)/ No error (4).</a:t>
            </a:r>
          </a:p>
          <a:p>
            <a:r>
              <a:rPr lang="en-IN" sz="3600" dirty="0"/>
              <a:t>21.Nine-tenths (1)/ of the pillar (2)/ have his rotted away.(3)/No error (4 </a:t>
            </a:r>
          </a:p>
          <a:p>
            <a:r>
              <a:rPr lang="en-IN" sz="3600" dirty="0"/>
              <a:t>22.“The Arabian Nights” (1) / are is indeed (2) / an interesting book. (3) / No error (4)  </a:t>
            </a:r>
          </a:p>
          <a:p>
            <a:r>
              <a:rPr lang="en-IN" sz="3600" dirty="0"/>
              <a:t>23.The Prime Minister along with his Cabinet colleagues (1)/ have has been welcomed by the Chief Minister (2)/at a formal ceremony. (3)/No error. (4)  </a:t>
            </a:r>
          </a:p>
          <a:p>
            <a:r>
              <a:rPr lang="en-IN" sz="3600" dirty="0"/>
              <a:t>24.Neither of them (1)/ is (2)/ good (3)/. No error (4)</a:t>
            </a:r>
          </a:p>
        </p:txBody>
      </p:sp>
    </p:spTree>
    <p:extLst>
      <p:ext uri="{BB962C8B-B14F-4D97-AF65-F5344CB8AC3E}">
        <p14:creationId xmlns:p14="http://schemas.microsoft.com/office/powerpoint/2010/main" val="4282455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E1FEA-BE33-EEED-D51F-36E803B79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164"/>
            <a:ext cx="10515600" cy="5906799"/>
          </a:xfrm>
        </p:spPr>
        <p:txBody>
          <a:bodyPr>
            <a:normAutofit lnSpcReduction="10000"/>
          </a:bodyPr>
          <a:lstStyle/>
          <a:p>
            <a:r>
              <a:rPr lang="en-IN" sz="3600" b="1" dirty="0">
                <a:solidFill>
                  <a:srgbClr val="C00000"/>
                </a:solidFill>
              </a:rPr>
              <a:t>Neither</a:t>
            </a:r>
            <a:r>
              <a:rPr lang="en-IN" sz="3600" dirty="0"/>
              <a:t> of the </a:t>
            </a:r>
            <a:r>
              <a:rPr lang="en-IN" sz="3600" b="1" strike="sngStrike" dirty="0">
                <a:solidFill>
                  <a:srgbClr val="C00000"/>
                </a:solidFill>
              </a:rPr>
              <a:t>two</a:t>
            </a:r>
            <a:r>
              <a:rPr lang="en-IN" sz="3600" dirty="0"/>
              <a:t> children (1)/ said </a:t>
            </a:r>
            <a:r>
              <a:rPr lang="en-IN" sz="3600" b="1" strike="sngStrike" dirty="0">
                <a:solidFill>
                  <a:srgbClr val="C00000"/>
                </a:solidFill>
              </a:rPr>
              <a:t>their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C00000"/>
                </a:solidFill>
              </a:rPr>
              <a:t>his</a:t>
            </a:r>
            <a:r>
              <a:rPr lang="en-IN" sz="3600" dirty="0"/>
              <a:t> prayer (2)/ before going to bed. (3)/ No error (4).</a:t>
            </a:r>
          </a:p>
          <a:p>
            <a:r>
              <a:rPr lang="en-IN" sz="3600" dirty="0"/>
              <a:t>Nine-tenths (1)/ </a:t>
            </a:r>
            <a:r>
              <a:rPr lang="en-IN" sz="3600" dirty="0">
                <a:solidFill>
                  <a:srgbClr val="002060"/>
                </a:solidFill>
              </a:rPr>
              <a:t>of the </a:t>
            </a:r>
            <a:r>
              <a:rPr lang="en-IN" sz="3600" b="1" dirty="0"/>
              <a:t>pillar</a:t>
            </a:r>
            <a:r>
              <a:rPr lang="en-IN" sz="3600" dirty="0"/>
              <a:t> (2)/ </a:t>
            </a:r>
            <a:r>
              <a:rPr lang="en-IN" sz="3600" b="1" strike="sngStrike" dirty="0">
                <a:solidFill>
                  <a:srgbClr val="C00000"/>
                </a:solidFill>
              </a:rPr>
              <a:t>have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C00000"/>
                </a:solidFill>
              </a:rPr>
              <a:t>his </a:t>
            </a:r>
            <a:r>
              <a:rPr lang="en-IN" sz="3600" dirty="0"/>
              <a:t>rotted away.(3)/No error (4</a:t>
            </a:r>
            <a:r>
              <a:rPr lang="en-IN" sz="3600" b="1" dirty="0">
                <a:solidFill>
                  <a:srgbClr val="002060"/>
                </a:solidFill>
              </a:rPr>
              <a:t>).(fractions and % when followed by of phrase rule)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“The Arabian Nights” </a:t>
            </a:r>
            <a:r>
              <a:rPr lang="en-IN" sz="3600" dirty="0"/>
              <a:t>(1) / </a:t>
            </a:r>
            <a:r>
              <a:rPr lang="en-IN" sz="3600" b="1" strike="sngStrike" dirty="0">
                <a:solidFill>
                  <a:srgbClr val="C00000"/>
                </a:solidFill>
              </a:rPr>
              <a:t>are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C00000"/>
                </a:solidFill>
              </a:rPr>
              <a:t>is</a:t>
            </a:r>
            <a:r>
              <a:rPr lang="en-IN" sz="3600" dirty="0"/>
              <a:t> indeed (2) / an interesting book. (3) / No error (4) </a:t>
            </a:r>
            <a:r>
              <a:rPr lang="en-IN" sz="3600" b="1" dirty="0">
                <a:solidFill>
                  <a:srgbClr val="C00000"/>
                </a:solidFill>
              </a:rPr>
              <a:t>(name of book)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The Prime Minister </a:t>
            </a:r>
            <a:r>
              <a:rPr lang="en-IN" sz="3600" dirty="0">
                <a:solidFill>
                  <a:srgbClr val="002060"/>
                </a:solidFill>
              </a:rPr>
              <a:t>along with his Cabinet colleagues </a:t>
            </a:r>
            <a:r>
              <a:rPr lang="en-IN" sz="3600" dirty="0"/>
              <a:t>(1)/ </a:t>
            </a:r>
            <a:r>
              <a:rPr lang="en-IN" sz="3600" b="1" strike="sngStrike" dirty="0">
                <a:solidFill>
                  <a:srgbClr val="C00000"/>
                </a:solidFill>
              </a:rPr>
              <a:t>have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C00000"/>
                </a:solidFill>
              </a:rPr>
              <a:t>has</a:t>
            </a:r>
            <a:r>
              <a:rPr lang="en-IN" sz="3600" dirty="0"/>
              <a:t> been welcomed by the Chief Minister (2)/at a formal ceremony. (3)/No error. (4) </a:t>
            </a:r>
            <a:r>
              <a:rPr lang="en-IN" sz="3600" b="1" dirty="0">
                <a:solidFill>
                  <a:srgbClr val="C00000"/>
                </a:solidFill>
              </a:rPr>
              <a:t>(pseudo compound subject )</a:t>
            </a:r>
          </a:p>
          <a:p>
            <a:r>
              <a:rPr lang="en-IN" sz="3600" dirty="0"/>
              <a:t>Neither of them (1)/ is (2)/ good (3)/. </a:t>
            </a:r>
            <a:r>
              <a:rPr lang="en-IN" sz="3600" b="1" dirty="0">
                <a:solidFill>
                  <a:srgbClr val="C00000"/>
                </a:solidFill>
              </a:rPr>
              <a:t>No error (</a:t>
            </a:r>
            <a:r>
              <a:rPr lang="en-IN" sz="3600" dirty="0"/>
              <a:t>4)</a:t>
            </a:r>
          </a:p>
        </p:txBody>
      </p:sp>
    </p:spTree>
    <p:extLst>
      <p:ext uri="{BB962C8B-B14F-4D97-AF65-F5344CB8AC3E}">
        <p14:creationId xmlns:p14="http://schemas.microsoft.com/office/powerpoint/2010/main" val="3336824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632D5-0956-6728-46A2-AEA8BC426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2509"/>
            <a:ext cx="10515600" cy="5844454"/>
          </a:xfrm>
        </p:spPr>
        <p:txBody>
          <a:bodyPr>
            <a:normAutofit lnSpcReduction="10000"/>
          </a:bodyPr>
          <a:lstStyle/>
          <a:p>
            <a:r>
              <a:rPr lang="en-IN" dirty="0"/>
              <a:t>25.The Principal and staff (1)/ are waiting for (2)/ the chief guest. (3)/ No error (4).</a:t>
            </a:r>
          </a:p>
          <a:p>
            <a:r>
              <a:rPr lang="en-IN" dirty="0"/>
              <a:t>26.Our success or our failure (1) / largely depend (2) / upon our actions. (3) / No error. (5)</a:t>
            </a:r>
          </a:p>
          <a:p>
            <a:r>
              <a:rPr lang="en-IN" dirty="0"/>
              <a:t>27.Neither the mouse (1)/ nor the lion (2)/ were caught. (3)/ No error (4) </a:t>
            </a:r>
          </a:p>
          <a:p>
            <a:r>
              <a:rPr lang="en-IN" dirty="0"/>
              <a:t>28. After you will returns (1)/ from New Delhi (2)/ I will meet you (3)/ No error (4) </a:t>
            </a:r>
          </a:p>
          <a:p>
            <a:r>
              <a:rPr lang="en-IN" dirty="0"/>
              <a:t>29.Both me (1)/ and my sister (2)/ went to a boarding school. (3)/ No error (4) </a:t>
            </a:r>
          </a:p>
          <a:p>
            <a:r>
              <a:rPr lang="en-IN" dirty="0"/>
              <a:t>30. Time and tide (1)/ wait (2)/ for no man. (3)/ No error (4)</a:t>
            </a:r>
          </a:p>
          <a:p>
            <a:r>
              <a:rPr lang="en-IN" dirty="0"/>
              <a:t>31.Neither of these two documents (1)/ support your claim (2)/ on the property. (3)/ No error (4)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3878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D1143-CFEE-4FBB-9DA6-CF912F2DE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9753D82-76A7-811C-8555-6A5FF11E8897}"/>
              </a:ext>
            </a:extLst>
          </p:cNvPr>
          <p:cNvSpPr/>
          <p:nvPr/>
        </p:nvSpPr>
        <p:spPr>
          <a:xfrm>
            <a:off x="4603173" y="1943100"/>
            <a:ext cx="571500" cy="5299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8625F18-5A38-659A-D757-CEBDA4DFF8EB}"/>
              </a:ext>
            </a:extLst>
          </p:cNvPr>
          <p:cNvSpPr/>
          <p:nvPr/>
        </p:nvSpPr>
        <p:spPr>
          <a:xfrm>
            <a:off x="2951018" y="1246909"/>
            <a:ext cx="332509" cy="40524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60DE603-7FF7-29B7-F601-754442531B18}"/>
              </a:ext>
            </a:extLst>
          </p:cNvPr>
          <p:cNvSpPr/>
          <p:nvPr/>
        </p:nvSpPr>
        <p:spPr>
          <a:xfrm>
            <a:off x="1111827" y="374073"/>
            <a:ext cx="623455" cy="4260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AAC6F-940C-BD67-0CD4-EC7A32065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2508"/>
            <a:ext cx="10515600" cy="6525491"/>
          </a:xfrm>
        </p:spPr>
        <p:txBody>
          <a:bodyPr>
            <a:normAutofit fontScale="92500"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The Principal and staff </a:t>
            </a:r>
            <a:r>
              <a:rPr lang="en-IN" dirty="0"/>
              <a:t>(1)/ </a:t>
            </a:r>
            <a:r>
              <a:rPr lang="en-IN" b="1" strike="sngStrike" dirty="0">
                <a:solidFill>
                  <a:srgbClr val="C00000"/>
                </a:solidFill>
              </a:rPr>
              <a:t>are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 </a:t>
            </a:r>
            <a:r>
              <a:rPr lang="en-IN" dirty="0"/>
              <a:t>waiting for (2)/ the chief guest. (3)/ No error (4).</a:t>
            </a:r>
          </a:p>
          <a:p>
            <a:r>
              <a:rPr lang="en-IN" dirty="0"/>
              <a:t>Our success   or    </a:t>
            </a:r>
            <a:r>
              <a:rPr lang="en-IN" b="1" dirty="0">
                <a:solidFill>
                  <a:srgbClr val="C00000"/>
                </a:solidFill>
              </a:rPr>
              <a:t>our failure </a:t>
            </a:r>
            <a:r>
              <a:rPr lang="en-IN" dirty="0"/>
              <a:t>(1) / largely </a:t>
            </a:r>
            <a:r>
              <a:rPr lang="en-IN" b="1" strike="sngStrike" dirty="0">
                <a:solidFill>
                  <a:srgbClr val="C00000"/>
                </a:solidFill>
              </a:rPr>
              <a:t>depend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depends</a:t>
            </a:r>
            <a:r>
              <a:rPr lang="en-IN" dirty="0"/>
              <a:t>(2) / upon our actions. (3) / No error. (5)</a:t>
            </a:r>
          </a:p>
          <a:p>
            <a:r>
              <a:rPr lang="en-IN" dirty="0"/>
              <a:t>Neither the mouse (1)/ </a:t>
            </a:r>
            <a:r>
              <a:rPr lang="en-IN" b="1" dirty="0">
                <a:solidFill>
                  <a:schemeClr val="bg1"/>
                </a:solidFill>
              </a:rPr>
              <a:t>n  nor </a:t>
            </a:r>
            <a:r>
              <a:rPr lang="en-IN" dirty="0"/>
              <a:t>the </a:t>
            </a:r>
            <a:r>
              <a:rPr lang="en-IN" b="1" dirty="0">
                <a:solidFill>
                  <a:srgbClr val="C00000"/>
                </a:solidFill>
              </a:rPr>
              <a:t>lion</a:t>
            </a:r>
            <a:r>
              <a:rPr lang="en-IN" dirty="0"/>
              <a:t> (2)/ </a:t>
            </a:r>
            <a:r>
              <a:rPr lang="en-IN" b="1" strike="sngStrike" dirty="0">
                <a:solidFill>
                  <a:srgbClr val="C00000"/>
                </a:solidFill>
              </a:rPr>
              <a:t>were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was</a:t>
            </a:r>
            <a:r>
              <a:rPr lang="en-IN" dirty="0"/>
              <a:t> caught. (3)/ No error (4) </a:t>
            </a:r>
          </a:p>
          <a:p>
            <a:r>
              <a:rPr lang="en-IN" dirty="0"/>
              <a:t>294. After you </a:t>
            </a:r>
            <a:r>
              <a:rPr lang="en-IN" b="1" strike="sngStrike" dirty="0">
                <a:solidFill>
                  <a:srgbClr val="C00000"/>
                </a:solidFill>
              </a:rPr>
              <a:t>will returns </a:t>
            </a:r>
            <a:r>
              <a:rPr lang="en-IN" b="1" dirty="0">
                <a:solidFill>
                  <a:srgbClr val="C00000"/>
                </a:solidFill>
              </a:rPr>
              <a:t> return </a:t>
            </a:r>
            <a:r>
              <a:rPr lang="en-IN" dirty="0"/>
              <a:t>(1)/ from New Delhi (2)/ I will meet you (3)/ No error (4) </a:t>
            </a:r>
            <a:r>
              <a:rPr lang="en-IN" b="1" dirty="0">
                <a:solidFill>
                  <a:srgbClr val="C00000"/>
                </a:solidFill>
              </a:rPr>
              <a:t>( simple present – simple present combination. Both the clauses in simple future is  not possible unless joined by and)</a:t>
            </a:r>
          </a:p>
          <a:p>
            <a:r>
              <a:rPr lang="en-IN" dirty="0"/>
              <a:t>Both </a:t>
            </a:r>
            <a:r>
              <a:rPr lang="en-IN" b="1" strike="sngStrike" dirty="0">
                <a:solidFill>
                  <a:srgbClr val="C00000"/>
                </a:solidFill>
              </a:rPr>
              <a:t>me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I </a:t>
            </a:r>
            <a:r>
              <a:rPr lang="en-IN" dirty="0"/>
              <a:t>(1)/ and my sister (2)/ went to a boarding school. (3)/ No error (4) </a:t>
            </a:r>
            <a:r>
              <a:rPr lang="en-IN" b="1" dirty="0">
                <a:solidFill>
                  <a:srgbClr val="C00000"/>
                </a:solidFill>
              </a:rPr>
              <a:t>(in the subject position use the nominative case not objective case)</a:t>
            </a:r>
          </a:p>
          <a:p>
            <a:r>
              <a:rPr lang="en-IN" dirty="0"/>
              <a:t>308. </a:t>
            </a:r>
            <a:r>
              <a:rPr lang="en-IN" b="1" dirty="0">
                <a:solidFill>
                  <a:srgbClr val="C00000"/>
                </a:solidFill>
              </a:rPr>
              <a:t>Time and tide </a:t>
            </a:r>
            <a:r>
              <a:rPr lang="en-IN" dirty="0"/>
              <a:t>(1)/ </a:t>
            </a:r>
            <a:r>
              <a:rPr lang="en-IN" b="1" strike="sngStrike" dirty="0">
                <a:solidFill>
                  <a:srgbClr val="C00000"/>
                </a:solidFill>
              </a:rPr>
              <a:t>wait </a:t>
            </a:r>
            <a:r>
              <a:rPr lang="en-IN" b="1" dirty="0">
                <a:solidFill>
                  <a:srgbClr val="C00000"/>
                </a:solidFill>
              </a:rPr>
              <a:t> waits </a:t>
            </a:r>
            <a:r>
              <a:rPr lang="en-IN" dirty="0"/>
              <a:t>(2)/ for no man. (3)/ No error (4</a:t>
            </a:r>
            <a:r>
              <a:rPr lang="en-IN" b="1" dirty="0">
                <a:solidFill>
                  <a:srgbClr val="C00000"/>
                </a:solidFill>
              </a:rPr>
              <a:t>)(singleness of meaning)</a:t>
            </a:r>
          </a:p>
          <a:p>
            <a:r>
              <a:rPr lang="en-IN" b="1" dirty="0">
                <a:solidFill>
                  <a:srgbClr val="C00000"/>
                </a:solidFill>
              </a:rPr>
              <a:t>Neither</a:t>
            </a:r>
            <a:r>
              <a:rPr lang="en-IN" dirty="0"/>
              <a:t> of these </a:t>
            </a:r>
            <a:r>
              <a:rPr lang="en-IN" strike="sngStrike" dirty="0"/>
              <a:t>two</a:t>
            </a:r>
            <a:r>
              <a:rPr lang="en-IN" dirty="0"/>
              <a:t> documents (1)/ </a:t>
            </a:r>
            <a:r>
              <a:rPr lang="en-IN" b="1" strike="sngStrike" dirty="0">
                <a:solidFill>
                  <a:srgbClr val="C00000"/>
                </a:solidFill>
              </a:rPr>
              <a:t>support</a:t>
            </a:r>
            <a:r>
              <a:rPr lang="en-IN" strike="sngStrike" dirty="0"/>
              <a:t>  </a:t>
            </a:r>
            <a:r>
              <a:rPr lang="en-IN" b="1" dirty="0">
                <a:solidFill>
                  <a:srgbClr val="C00000"/>
                </a:solidFill>
              </a:rPr>
              <a:t>supports</a:t>
            </a:r>
            <a:r>
              <a:rPr lang="en-IN" strike="sngStrike" dirty="0"/>
              <a:t> </a:t>
            </a:r>
            <a:r>
              <a:rPr lang="en-IN" dirty="0"/>
              <a:t>your claim (2)/ on the property. (3)/ No error (4)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9114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BA2AD-1ED2-C11F-3C72-5EA4D3977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555"/>
            <a:ext cx="10515600" cy="5896408"/>
          </a:xfrm>
        </p:spPr>
        <p:txBody>
          <a:bodyPr>
            <a:normAutofit/>
          </a:bodyPr>
          <a:lstStyle/>
          <a:p>
            <a:r>
              <a:rPr lang="en-IN" dirty="0"/>
              <a:t>32.The captain along with his team (1)/ are practising very hard (2)/ for the forthcoming match. (3)/ No error. (4) </a:t>
            </a:r>
          </a:p>
          <a:p>
            <a:r>
              <a:rPr lang="en-IN" dirty="0"/>
              <a:t>33. It was him (1)/ who came running (2)/into the classroom. (3)/ No error. (4) </a:t>
            </a:r>
          </a:p>
          <a:p>
            <a:r>
              <a:rPr lang="en-IN" dirty="0"/>
              <a:t>34.Each of these boys (1)/ play games (2)/ in the playground. (3)/ No error (4) </a:t>
            </a:r>
          </a:p>
          <a:p>
            <a:r>
              <a:rPr lang="en-IN" dirty="0"/>
              <a:t>35. Not one of his lectures (1)/ have ever been (2)/ printed. (3)/ No error (4) </a:t>
            </a:r>
          </a:p>
          <a:p>
            <a:r>
              <a:rPr lang="en-IN" dirty="0"/>
              <a:t>36. Either Sohan or his friends (1)/ is to be blamed (2)/ for this mischief. (3)/ No error (4)</a:t>
            </a:r>
          </a:p>
          <a:p>
            <a:r>
              <a:rPr lang="en-IN" dirty="0"/>
              <a:t>37.The increasing mechanisation of life (1)/ have led us farther away from daily contact with nature and (2) / the crafts of the farm.(3) / No error. (4)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2327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D50C0-0C18-E61D-6EC9-59A4A584B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8898641-8E2F-5577-6E53-862E2495331D}"/>
              </a:ext>
            </a:extLst>
          </p:cNvPr>
          <p:cNvSpPr/>
          <p:nvPr/>
        </p:nvSpPr>
        <p:spPr>
          <a:xfrm>
            <a:off x="3771900" y="3886200"/>
            <a:ext cx="405245" cy="3740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0962D-5B7E-425A-A657-A2811F73B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555"/>
            <a:ext cx="10515600" cy="5896408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The captain </a:t>
            </a:r>
            <a:r>
              <a:rPr lang="en-IN" b="1" dirty="0">
                <a:solidFill>
                  <a:srgbClr val="002060"/>
                </a:solidFill>
              </a:rPr>
              <a:t>along with his team </a:t>
            </a:r>
            <a:r>
              <a:rPr lang="en-IN" dirty="0"/>
              <a:t>(1)/ </a:t>
            </a:r>
            <a:r>
              <a:rPr lang="en-IN" b="1" strike="sngStrike" dirty="0">
                <a:solidFill>
                  <a:srgbClr val="C00000"/>
                </a:solidFill>
              </a:rPr>
              <a:t>are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is </a:t>
            </a:r>
            <a:r>
              <a:rPr lang="en-IN" dirty="0"/>
              <a:t>practising very hard (2)/ for the forthcoming match. (3)/ No error. (4) </a:t>
            </a:r>
          </a:p>
          <a:p>
            <a:r>
              <a:rPr lang="en-IN" dirty="0"/>
              <a:t>323. It was </a:t>
            </a:r>
            <a:r>
              <a:rPr lang="en-IN" b="1" strike="sngStrike" dirty="0">
                <a:solidFill>
                  <a:srgbClr val="C00000"/>
                </a:solidFill>
              </a:rPr>
              <a:t>him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he</a:t>
            </a:r>
            <a:r>
              <a:rPr lang="en-IN" dirty="0"/>
              <a:t> (1)/ who came running (2)/into the classroom. (3)/ No error. (4</a:t>
            </a:r>
            <a:r>
              <a:rPr lang="en-IN" b="1" dirty="0">
                <a:solidFill>
                  <a:srgbClr val="C00000"/>
                </a:solidFill>
              </a:rPr>
              <a:t>)( when two pronouns  are joined by linking verb  both pronouns should be in the nominative case)</a:t>
            </a:r>
          </a:p>
          <a:p>
            <a:r>
              <a:rPr lang="en-IN" b="1" dirty="0">
                <a:solidFill>
                  <a:srgbClr val="C00000"/>
                </a:solidFill>
              </a:rPr>
              <a:t>Each</a:t>
            </a:r>
            <a:r>
              <a:rPr lang="en-IN" dirty="0"/>
              <a:t> of these boys (1)/ </a:t>
            </a:r>
            <a:r>
              <a:rPr lang="en-IN" b="1" strike="sngStrike" dirty="0">
                <a:solidFill>
                  <a:srgbClr val="C00000"/>
                </a:solidFill>
              </a:rPr>
              <a:t>play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plays </a:t>
            </a:r>
            <a:r>
              <a:rPr lang="en-IN" dirty="0"/>
              <a:t>games (2)/ in the playground. (3)/ No error (4) </a:t>
            </a:r>
          </a:p>
          <a:p>
            <a:r>
              <a:rPr lang="en-IN" dirty="0"/>
              <a:t>369. Not </a:t>
            </a:r>
            <a:r>
              <a:rPr lang="en-IN" b="1" dirty="0">
                <a:solidFill>
                  <a:srgbClr val="C00000"/>
                </a:solidFill>
              </a:rPr>
              <a:t>one </a:t>
            </a:r>
            <a:r>
              <a:rPr lang="en-IN" dirty="0"/>
              <a:t>of his lectures (1)/ </a:t>
            </a:r>
            <a:r>
              <a:rPr lang="en-IN" b="1" strike="sngStrike" dirty="0">
                <a:solidFill>
                  <a:srgbClr val="C00000"/>
                </a:solidFill>
              </a:rPr>
              <a:t>have  </a:t>
            </a:r>
            <a:r>
              <a:rPr lang="en-IN" b="1" dirty="0">
                <a:solidFill>
                  <a:srgbClr val="C00000"/>
                </a:solidFill>
              </a:rPr>
              <a:t>has </a:t>
            </a:r>
            <a:r>
              <a:rPr lang="en-IN" dirty="0"/>
              <a:t>ever been (2)/ printed. (3)/ No error (4) </a:t>
            </a:r>
          </a:p>
          <a:p>
            <a:r>
              <a:rPr lang="en-IN" dirty="0"/>
              <a:t>370. Either Sohan or his </a:t>
            </a:r>
            <a:r>
              <a:rPr lang="en-IN" b="1" dirty="0">
                <a:solidFill>
                  <a:srgbClr val="C00000"/>
                </a:solidFill>
              </a:rPr>
              <a:t>friends</a:t>
            </a:r>
            <a:r>
              <a:rPr lang="en-IN" dirty="0"/>
              <a:t> (1)/ </a:t>
            </a:r>
            <a:r>
              <a:rPr lang="en-IN" b="1" dirty="0">
                <a:solidFill>
                  <a:srgbClr val="C00000"/>
                </a:solidFill>
              </a:rPr>
              <a:t>is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are</a:t>
            </a:r>
            <a:r>
              <a:rPr lang="en-IN" dirty="0"/>
              <a:t> to be blamed (2)/ for this mischief. (3)/ No error (4)</a:t>
            </a:r>
          </a:p>
          <a:p>
            <a:r>
              <a:rPr lang="en-IN" dirty="0"/>
              <a:t>The increasing </a:t>
            </a:r>
            <a:r>
              <a:rPr lang="en-IN" b="1" dirty="0">
                <a:solidFill>
                  <a:srgbClr val="C00000"/>
                </a:solidFill>
              </a:rPr>
              <a:t>mechanisation </a:t>
            </a:r>
            <a:r>
              <a:rPr lang="en-IN" dirty="0"/>
              <a:t>of life (1)/ </a:t>
            </a:r>
            <a:r>
              <a:rPr lang="en-IN" b="1" strike="sngStrike" dirty="0">
                <a:solidFill>
                  <a:srgbClr val="C00000"/>
                </a:solidFill>
              </a:rPr>
              <a:t>have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has</a:t>
            </a:r>
            <a:r>
              <a:rPr lang="en-IN" dirty="0"/>
              <a:t> led us farther away from daily contact with nature and (2) / the crafts of the farm.(3) / No error. (4)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938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25059-788E-F960-4AC4-C141D156D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645"/>
            <a:ext cx="10515600" cy="6000318"/>
          </a:xfrm>
        </p:spPr>
        <p:txBody>
          <a:bodyPr>
            <a:normAutofit fontScale="92500" lnSpcReduction="10000"/>
          </a:bodyPr>
          <a:lstStyle/>
          <a:p>
            <a:r>
              <a:rPr lang="en-IN" sz="3600" dirty="0"/>
              <a:t>38.Drinking and driving (1) / are (2)/ a major cause of accidents. (3)/ No error. (4)</a:t>
            </a:r>
          </a:p>
          <a:p>
            <a:r>
              <a:rPr lang="en-IN" sz="3600" dirty="0"/>
              <a:t>39.Looking forward (1) / to meeting you (2) / in person. (3) / No error. (4)</a:t>
            </a:r>
          </a:p>
          <a:p>
            <a:r>
              <a:rPr lang="en-IN" sz="3600" dirty="0"/>
              <a:t>40.Galileo proved that (1) / the earth revolves (2) / around the Sun. (3)/ No error.</a:t>
            </a:r>
          </a:p>
          <a:p>
            <a:r>
              <a:rPr lang="en-IN" sz="3600" dirty="0"/>
              <a:t>41.I (1)/ came to school (2)/ at the same usual time. (3)/No error (4)</a:t>
            </a:r>
          </a:p>
          <a:p>
            <a:r>
              <a:rPr lang="en-IN" sz="3600" dirty="0"/>
              <a:t>42.Everyone are expected (1)/ to come (2)/ to school tomorrow. (3)/ No error (4)</a:t>
            </a:r>
          </a:p>
          <a:p>
            <a:r>
              <a:rPr lang="en-IN" sz="3600" dirty="0"/>
              <a:t>43.Being very dark, (1)/ the visitors found it difficult (2)/ to locate the switch. (3)/ No error (4)</a:t>
            </a:r>
          </a:p>
        </p:txBody>
      </p:sp>
    </p:spTree>
    <p:extLst>
      <p:ext uri="{BB962C8B-B14F-4D97-AF65-F5344CB8AC3E}">
        <p14:creationId xmlns:p14="http://schemas.microsoft.com/office/powerpoint/2010/main" val="1670643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7A4E2-1BBE-40B0-9145-44AFF5CF4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B59AA-3310-7088-CC7F-84B4276B2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645"/>
            <a:ext cx="10515600" cy="6000318"/>
          </a:xfrm>
        </p:spPr>
        <p:txBody>
          <a:bodyPr>
            <a:normAutofit fontScale="92500" lnSpcReduction="20000"/>
          </a:bodyPr>
          <a:lstStyle/>
          <a:p>
            <a:r>
              <a:rPr lang="en-IN" sz="3200" b="1" dirty="0">
                <a:solidFill>
                  <a:srgbClr val="C00000"/>
                </a:solidFill>
              </a:rPr>
              <a:t>Drinking and driving </a:t>
            </a:r>
            <a:r>
              <a:rPr lang="en-IN" sz="3200" dirty="0"/>
              <a:t>(1) / </a:t>
            </a:r>
            <a:r>
              <a:rPr lang="en-IN" sz="3200" b="1" strike="sngStrike" dirty="0">
                <a:solidFill>
                  <a:srgbClr val="C00000"/>
                </a:solidFill>
              </a:rPr>
              <a:t>are</a:t>
            </a:r>
            <a:r>
              <a:rPr lang="en-IN" sz="3200" dirty="0"/>
              <a:t> </a:t>
            </a:r>
            <a:r>
              <a:rPr lang="en-IN" sz="3200" b="1" dirty="0">
                <a:solidFill>
                  <a:srgbClr val="C00000"/>
                </a:solidFill>
              </a:rPr>
              <a:t>is </a:t>
            </a:r>
            <a:r>
              <a:rPr lang="en-IN" sz="3200" dirty="0"/>
              <a:t>(2)/ a major cause of accidents. (3)/ No error. (4) (</a:t>
            </a:r>
            <a:r>
              <a:rPr lang="en-IN" sz="3200" b="1" dirty="0"/>
              <a:t>singleness of sense +</a:t>
            </a:r>
            <a:r>
              <a:rPr lang="en-IN" sz="3200" b="1" dirty="0">
                <a:solidFill>
                  <a:srgbClr val="C00000"/>
                </a:solidFill>
              </a:rPr>
              <a:t>a</a:t>
            </a:r>
            <a:r>
              <a:rPr lang="en-IN" sz="3200" b="1" dirty="0"/>
              <a:t> major cause)</a:t>
            </a:r>
          </a:p>
          <a:p>
            <a:r>
              <a:rPr lang="en-IN" sz="3200" b="1" dirty="0">
                <a:solidFill>
                  <a:srgbClr val="C00000"/>
                </a:solidFill>
              </a:rPr>
              <a:t>(Subject is missing )</a:t>
            </a:r>
            <a:r>
              <a:rPr lang="en-IN" sz="3200" dirty="0"/>
              <a:t>Looking forward (1) / to meeting you (2) / in person. (3) / No error. (4) </a:t>
            </a:r>
            <a:r>
              <a:rPr lang="en-IN" sz="3200" b="1" dirty="0">
                <a:solidFill>
                  <a:srgbClr val="C00000"/>
                </a:solidFill>
              </a:rPr>
              <a:t>(error (1) who is looking forward to)</a:t>
            </a:r>
          </a:p>
          <a:p>
            <a:r>
              <a:rPr lang="en-IN" sz="3200" dirty="0"/>
              <a:t>Galileo </a:t>
            </a:r>
            <a:r>
              <a:rPr lang="en-IN" sz="3200" b="1" dirty="0">
                <a:solidFill>
                  <a:srgbClr val="C00000"/>
                </a:solidFill>
              </a:rPr>
              <a:t>proved</a:t>
            </a:r>
            <a:r>
              <a:rPr lang="en-IN" sz="3200" dirty="0"/>
              <a:t> that (1) / the earth </a:t>
            </a:r>
            <a:r>
              <a:rPr lang="en-IN" sz="3200" b="1" dirty="0">
                <a:solidFill>
                  <a:srgbClr val="C00000"/>
                </a:solidFill>
              </a:rPr>
              <a:t>revolves</a:t>
            </a:r>
            <a:r>
              <a:rPr lang="en-IN" sz="3200" dirty="0"/>
              <a:t> (2) / around the Sun. (3)/ No error</a:t>
            </a:r>
            <a:r>
              <a:rPr lang="en-IN" sz="3200" b="1" dirty="0">
                <a:solidFill>
                  <a:srgbClr val="C00000"/>
                </a:solidFill>
              </a:rPr>
              <a:t>.(correct sentence as it refers to a universal truth)</a:t>
            </a:r>
          </a:p>
          <a:p>
            <a:r>
              <a:rPr lang="en-IN" sz="3200" dirty="0"/>
              <a:t>I (1)/ came to school (2)/ at the </a:t>
            </a:r>
            <a:r>
              <a:rPr lang="en-IN" sz="3200" b="1" strike="sngStrike" dirty="0">
                <a:solidFill>
                  <a:srgbClr val="C00000"/>
                </a:solidFill>
              </a:rPr>
              <a:t>same</a:t>
            </a:r>
            <a:r>
              <a:rPr lang="en-IN" sz="3200" dirty="0">
                <a:solidFill>
                  <a:srgbClr val="C00000"/>
                </a:solidFill>
              </a:rPr>
              <a:t> </a:t>
            </a:r>
            <a:r>
              <a:rPr lang="en-IN" sz="3200" b="1" dirty="0">
                <a:solidFill>
                  <a:srgbClr val="C00000"/>
                </a:solidFill>
              </a:rPr>
              <a:t>usual</a:t>
            </a:r>
            <a:r>
              <a:rPr lang="en-IN" sz="3200" dirty="0">
                <a:solidFill>
                  <a:srgbClr val="C00000"/>
                </a:solidFill>
              </a:rPr>
              <a:t> </a:t>
            </a:r>
            <a:r>
              <a:rPr lang="en-IN" sz="3200" dirty="0"/>
              <a:t>time. (3)/No error (4)</a:t>
            </a:r>
          </a:p>
          <a:p>
            <a:r>
              <a:rPr lang="en-IN" sz="3200" b="1" dirty="0">
                <a:solidFill>
                  <a:srgbClr val="C00000"/>
                </a:solidFill>
              </a:rPr>
              <a:t> ( we can not use same and usual together, either of them is redundant) I came to the school at the same time is also correct</a:t>
            </a:r>
          </a:p>
          <a:p>
            <a:r>
              <a:rPr lang="en-IN" sz="3200" b="1" dirty="0">
                <a:solidFill>
                  <a:srgbClr val="C00000"/>
                </a:solidFill>
              </a:rPr>
              <a:t>Everyone</a:t>
            </a:r>
            <a:r>
              <a:rPr lang="en-IN" sz="3200" dirty="0"/>
              <a:t> </a:t>
            </a:r>
            <a:r>
              <a:rPr lang="en-IN" sz="3200" b="1" strike="sngStrike" dirty="0">
                <a:solidFill>
                  <a:srgbClr val="C00000"/>
                </a:solidFill>
              </a:rPr>
              <a:t>are</a:t>
            </a:r>
            <a:r>
              <a:rPr lang="en-IN" sz="3200" dirty="0"/>
              <a:t> </a:t>
            </a:r>
            <a:r>
              <a:rPr lang="en-IN" sz="3200" b="1" dirty="0">
                <a:solidFill>
                  <a:srgbClr val="C00000"/>
                </a:solidFill>
              </a:rPr>
              <a:t>is </a:t>
            </a:r>
            <a:r>
              <a:rPr lang="en-IN" sz="3200" dirty="0" err="1"/>
              <a:t>expesscted</a:t>
            </a:r>
            <a:r>
              <a:rPr lang="en-IN" sz="3200" dirty="0"/>
              <a:t> (1)/ to come (2)/ to school tomorrow. (3)/ No error (4)</a:t>
            </a:r>
          </a:p>
          <a:p>
            <a:r>
              <a:rPr lang="en-IN" sz="3200" b="1" dirty="0">
                <a:solidFill>
                  <a:srgbClr val="C00000"/>
                </a:solidFill>
              </a:rPr>
              <a:t>(subject is missing) (it) Being very dark</a:t>
            </a:r>
            <a:r>
              <a:rPr lang="en-IN" sz="3200" dirty="0"/>
              <a:t>, (1)/ the visitors found it difficult (2)/ to locate the switch. (3)/ No error (4)</a:t>
            </a:r>
          </a:p>
          <a:p>
            <a:r>
              <a:rPr lang="en-IN" sz="3200" b="1" dirty="0">
                <a:solidFill>
                  <a:srgbClr val="C00000"/>
                </a:solidFill>
              </a:rPr>
              <a:t>Part 1 is wrong</a:t>
            </a:r>
          </a:p>
        </p:txBody>
      </p:sp>
    </p:spTree>
    <p:extLst>
      <p:ext uri="{BB962C8B-B14F-4D97-AF65-F5344CB8AC3E}">
        <p14:creationId xmlns:p14="http://schemas.microsoft.com/office/powerpoint/2010/main" val="156506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6AE2A-4BA2-DBD6-30E2-31ED94907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BA006D2-89D7-47C2-BB56-915F4E19E4E5}"/>
              </a:ext>
            </a:extLst>
          </p:cNvPr>
          <p:cNvSpPr/>
          <p:nvPr/>
        </p:nvSpPr>
        <p:spPr>
          <a:xfrm>
            <a:off x="3969327" y="3138055"/>
            <a:ext cx="436418" cy="2909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94D70-4372-ABC3-F79D-800C2B101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1891"/>
            <a:ext cx="10515600" cy="5595072"/>
          </a:xfrm>
        </p:spPr>
        <p:txBody>
          <a:bodyPr>
            <a:normAutofit fontScale="92500" lnSpcReduction="10000"/>
          </a:bodyPr>
          <a:lstStyle/>
          <a:p>
            <a:r>
              <a:rPr lang="en-IN" sz="3600" dirty="0"/>
              <a:t>44.The artist and writer (1)/ has (2)/ died. (3)/ No error (4) </a:t>
            </a:r>
          </a:p>
          <a:p>
            <a:r>
              <a:rPr lang="en-IN" sz="3600" dirty="0"/>
              <a:t>45.(It) Being a rainy day (1)/ we didn't (2)/ go out. (3)/ No error (4)</a:t>
            </a:r>
          </a:p>
          <a:p>
            <a:r>
              <a:rPr lang="en-IN" sz="3600" dirty="0"/>
              <a:t>46. ‘Gulliver’s Travels’ (1)/are is indeed (2)/an interesting book. (3)/ No error (4) (The name of a book)</a:t>
            </a:r>
          </a:p>
          <a:p>
            <a:r>
              <a:rPr lang="en-IN" sz="3600" dirty="0"/>
              <a:t>47.Either Parmeet (1)/ or Jyoti (2)/ have has done the crime. (3)/No error (4) </a:t>
            </a:r>
          </a:p>
          <a:p>
            <a:r>
              <a:rPr lang="en-IN" sz="3600" dirty="0"/>
              <a:t> 48.Subha (1)/ is   has been living  (2)/ in Chennai since 1987. (3)/ No error (4) (present perfect continuous as action started in 1987)</a:t>
            </a:r>
          </a:p>
          <a:p>
            <a:pPr marL="0" indent="0">
              <a:buNone/>
            </a:pPr>
            <a:r>
              <a:rPr lang="en-IN" sz="3600" dirty="0"/>
              <a:t>  49.  This These errors (1)/ are made (2)/ by foreigners. (3)/ No error (4)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9257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E0BC31F-00D0-65B3-4B4B-CA46C63CEACF}"/>
              </a:ext>
            </a:extLst>
          </p:cNvPr>
          <p:cNvSpPr/>
          <p:nvPr/>
        </p:nvSpPr>
        <p:spPr>
          <a:xfrm>
            <a:off x="3969327" y="3138055"/>
            <a:ext cx="436418" cy="2909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4E708-9E1C-E447-2910-67AC5490D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1891"/>
            <a:ext cx="10515600" cy="5595072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The artist and writer </a:t>
            </a:r>
            <a:r>
              <a:rPr lang="en-IN" dirty="0"/>
              <a:t>(1)/ has (2)/ died. (3)/ </a:t>
            </a:r>
            <a:r>
              <a:rPr lang="en-IN" b="1" dirty="0">
                <a:solidFill>
                  <a:srgbClr val="C00000"/>
                </a:solidFill>
              </a:rPr>
              <a:t>No error </a:t>
            </a:r>
            <a:r>
              <a:rPr lang="en-IN" dirty="0"/>
              <a:t>(4) </a:t>
            </a:r>
          </a:p>
          <a:p>
            <a:r>
              <a:rPr lang="en-IN" b="1" dirty="0">
                <a:solidFill>
                  <a:srgbClr val="C00000"/>
                </a:solidFill>
              </a:rPr>
              <a:t>(It) </a:t>
            </a:r>
            <a:r>
              <a:rPr lang="en-IN" dirty="0"/>
              <a:t>Being a rainy day (1)/ we didn't (2)/ go out. (3)/ No error (4)</a:t>
            </a:r>
          </a:p>
          <a:p>
            <a:r>
              <a:rPr lang="en-IN" b="1" dirty="0">
                <a:solidFill>
                  <a:srgbClr val="C00000"/>
                </a:solidFill>
              </a:rPr>
              <a:t>Subject is missing</a:t>
            </a:r>
          </a:p>
          <a:p>
            <a:r>
              <a:rPr lang="en-IN" dirty="0"/>
              <a:t>. </a:t>
            </a:r>
            <a:r>
              <a:rPr lang="en-IN" b="1" dirty="0">
                <a:solidFill>
                  <a:srgbClr val="C00000"/>
                </a:solidFill>
              </a:rPr>
              <a:t>‘Gulliver’s Travels’ </a:t>
            </a:r>
            <a:r>
              <a:rPr lang="en-IN" dirty="0"/>
              <a:t>(1)/</a:t>
            </a:r>
            <a:r>
              <a:rPr lang="en-IN" b="1" strike="sngStrike" dirty="0">
                <a:solidFill>
                  <a:srgbClr val="C00000"/>
                </a:solidFill>
              </a:rPr>
              <a:t>are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is</a:t>
            </a:r>
            <a:r>
              <a:rPr lang="en-IN" dirty="0"/>
              <a:t> indeed (2)/an interesting book. (3)/ No error (4) (</a:t>
            </a:r>
            <a:r>
              <a:rPr lang="en-IN" b="1" dirty="0"/>
              <a:t>The name of a book</a:t>
            </a:r>
            <a:r>
              <a:rPr lang="en-IN" dirty="0"/>
              <a:t>)</a:t>
            </a:r>
          </a:p>
          <a:p>
            <a:r>
              <a:rPr lang="en-IN" dirty="0"/>
              <a:t>Either Parmeet (1)/ </a:t>
            </a:r>
            <a:r>
              <a:rPr lang="en-IN" b="1" dirty="0"/>
              <a:t>or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Jyoti</a:t>
            </a:r>
            <a:r>
              <a:rPr lang="en-IN" dirty="0"/>
              <a:t> (2)/ </a:t>
            </a:r>
            <a:r>
              <a:rPr lang="en-IN" b="1" strike="sngStrike" dirty="0">
                <a:solidFill>
                  <a:srgbClr val="C00000"/>
                </a:solidFill>
              </a:rPr>
              <a:t>have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has</a:t>
            </a:r>
            <a:r>
              <a:rPr lang="en-IN" dirty="0"/>
              <a:t> done the crime. (3)/No error (4) </a:t>
            </a:r>
          </a:p>
          <a:p>
            <a:r>
              <a:rPr lang="en-IN" dirty="0"/>
              <a:t> Subha (1)/ </a:t>
            </a:r>
            <a:r>
              <a:rPr lang="en-IN" b="1" strike="sngStrike" dirty="0">
                <a:solidFill>
                  <a:srgbClr val="C00000"/>
                </a:solidFill>
              </a:rPr>
              <a:t>is </a:t>
            </a:r>
            <a:r>
              <a:rPr lang="en-IN" b="1" dirty="0">
                <a:solidFill>
                  <a:srgbClr val="C00000"/>
                </a:solidFill>
              </a:rPr>
              <a:t>  has been living </a:t>
            </a:r>
            <a:r>
              <a:rPr lang="en-IN" dirty="0"/>
              <a:t> (2)/ in Chennai since 1987. (3)/ No error (4) (</a:t>
            </a:r>
            <a:r>
              <a:rPr lang="en-IN" b="1" dirty="0">
                <a:solidFill>
                  <a:srgbClr val="C00000"/>
                </a:solidFill>
              </a:rPr>
              <a:t>present perfect continuous as action started in 1987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   </a:t>
            </a:r>
            <a:r>
              <a:rPr lang="en-IN" b="1" strike="sngStrike" dirty="0">
                <a:solidFill>
                  <a:srgbClr val="C00000"/>
                </a:solidFill>
              </a:rPr>
              <a:t> This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These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errors</a:t>
            </a:r>
            <a:r>
              <a:rPr lang="en-IN" dirty="0"/>
              <a:t> (1)/ are made (2)/ by foreigners. (3)/ No error (4) (</a:t>
            </a:r>
            <a:r>
              <a:rPr lang="en-IN" b="1" dirty="0">
                <a:solidFill>
                  <a:srgbClr val="C00000"/>
                </a:solidFill>
              </a:rPr>
              <a:t>errors being plural the demonstrative pronoun that indicates it  also should be plural)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128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B35AE-81C7-82AD-9E94-89D4D6BDD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554A127-CB2F-D84B-96D4-4DFFC671B1FA}"/>
              </a:ext>
            </a:extLst>
          </p:cNvPr>
          <p:cNvSpPr/>
          <p:nvPr/>
        </p:nvSpPr>
        <p:spPr>
          <a:xfrm>
            <a:off x="7886700" y="2951018"/>
            <a:ext cx="1122218" cy="6754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1FE57-17A7-5780-8D7C-802B09D49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5636"/>
            <a:ext cx="10515600" cy="5579919"/>
          </a:xfrm>
        </p:spPr>
        <p:txBody>
          <a:bodyPr>
            <a:normAutofit/>
          </a:bodyPr>
          <a:lstStyle/>
          <a:p>
            <a:r>
              <a:rPr lang="en-IN" sz="3600" dirty="0"/>
              <a:t>50.He is (1)/ fatter (2)/ than I me. (am) (3)/ No error (4)</a:t>
            </a:r>
          </a:p>
          <a:p>
            <a:r>
              <a:rPr lang="en-IN" sz="3600" dirty="0"/>
              <a:t>51.Every child in the class (1)/ are  is wearing (2)/ sandals today. (3)/ No error (4)</a:t>
            </a:r>
          </a:p>
          <a:p>
            <a:r>
              <a:rPr lang="en-IN" sz="3600" dirty="0"/>
              <a:t>52.I and him  He and I (1)/ are (2)/ very good friends. (3)/No error (4).(He and I Nominative case)</a:t>
            </a:r>
          </a:p>
          <a:p>
            <a:r>
              <a:rPr lang="en-IN" sz="3600" dirty="0"/>
              <a:t>53.One should (1)/ look after (2)/ their one’s parents.(3)/No error (4).</a:t>
            </a:r>
          </a:p>
          <a:p>
            <a:r>
              <a:rPr lang="en-IN" sz="3600" dirty="0"/>
              <a:t>54.One of my friend friends(1)/ is returning (2)/ to India from the U.S.A. (3)/ No error.(4)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95297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6E59880-7CA3-10DF-FCE9-4AE81E9E0C29}"/>
              </a:ext>
            </a:extLst>
          </p:cNvPr>
          <p:cNvSpPr/>
          <p:nvPr/>
        </p:nvSpPr>
        <p:spPr>
          <a:xfrm>
            <a:off x="7886700" y="2951018"/>
            <a:ext cx="1122218" cy="6754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F7724-76CA-7164-DF70-31D05DDD5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5636"/>
            <a:ext cx="10515600" cy="5579919"/>
          </a:xfrm>
        </p:spPr>
        <p:txBody>
          <a:bodyPr>
            <a:normAutofit/>
          </a:bodyPr>
          <a:lstStyle/>
          <a:p>
            <a:r>
              <a:rPr lang="en-IN" sz="3600" dirty="0"/>
              <a:t>He is (1)/ fatter (2)/ than </a:t>
            </a:r>
            <a:r>
              <a:rPr lang="en-IN" sz="3600" b="1" dirty="0">
                <a:solidFill>
                  <a:srgbClr val="FF0000"/>
                </a:solidFill>
              </a:rPr>
              <a:t>I</a:t>
            </a:r>
            <a:r>
              <a:rPr lang="en-IN" sz="3600" dirty="0"/>
              <a:t> </a:t>
            </a:r>
            <a:r>
              <a:rPr lang="en-IN" sz="3600" b="1" strike="sngStrike" dirty="0">
                <a:solidFill>
                  <a:srgbClr val="FF0000"/>
                </a:solidFill>
              </a:rPr>
              <a:t>me</a:t>
            </a:r>
            <a:r>
              <a:rPr lang="en-IN" sz="3600" b="1" dirty="0">
                <a:solidFill>
                  <a:srgbClr val="FF0000"/>
                </a:solidFill>
              </a:rPr>
              <a:t>. (am) </a:t>
            </a:r>
            <a:r>
              <a:rPr lang="en-IN" sz="3600" dirty="0"/>
              <a:t>(3)/ No error (4)</a:t>
            </a:r>
          </a:p>
          <a:p>
            <a:r>
              <a:rPr lang="en-IN" sz="3600" dirty="0"/>
              <a:t>Every </a:t>
            </a:r>
            <a:r>
              <a:rPr lang="en-IN" sz="3600" b="1" dirty="0">
                <a:solidFill>
                  <a:srgbClr val="FF0000"/>
                </a:solidFill>
              </a:rPr>
              <a:t>child</a:t>
            </a:r>
            <a:r>
              <a:rPr lang="en-IN" sz="3600" dirty="0"/>
              <a:t> in the class (1)/ </a:t>
            </a:r>
            <a:r>
              <a:rPr lang="en-IN" sz="3600" b="1" strike="sngStrike" dirty="0">
                <a:solidFill>
                  <a:srgbClr val="FF0000"/>
                </a:solidFill>
              </a:rPr>
              <a:t>are </a:t>
            </a:r>
            <a:r>
              <a:rPr lang="en-IN" sz="3600" b="1" dirty="0">
                <a:solidFill>
                  <a:srgbClr val="FF0000"/>
                </a:solidFill>
              </a:rPr>
              <a:t> is </a:t>
            </a:r>
            <a:r>
              <a:rPr lang="en-IN" sz="3600" dirty="0"/>
              <a:t>wearing (2)/ sandals today. (3)/ No error (4)</a:t>
            </a:r>
          </a:p>
          <a:p>
            <a:r>
              <a:rPr lang="en-IN" sz="3600" strike="sngStrike" dirty="0">
                <a:solidFill>
                  <a:srgbClr val="FF0000"/>
                </a:solidFill>
              </a:rPr>
              <a:t>I and him</a:t>
            </a:r>
            <a:r>
              <a:rPr lang="en-IN" sz="3600" dirty="0"/>
              <a:t>  </a:t>
            </a:r>
            <a:r>
              <a:rPr lang="en-IN" sz="3600" b="1" dirty="0">
                <a:solidFill>
                  <a:srgbClr val="FF0000"/>
                </a:solidFill>
              </a:rPr>
              <a:t>He and I </a:t>
            </a:r>
            <a:r>
              <a:rPr lang="en-IN" sz="3600" dirty="0"/>
              <a:t>(1)/ are (2)/ very good friends. (3)/No error (4</a:t>
            </a:r>
            <a:r>
              <a:rPr lang="en-IN" sz="3600" b="1" dirty="0">
                <a:solidFill>
                  <a:srgbClr val="FF0000"/>
                </a:solidFill>
              </a:rPr>
              <a:t>).(He and I Nominative case)</a:t>
            </a:r>
          </a:p>
          <a:p>
            <a:r>
              <a:rPr lang="en-IN" sz="3600" b="1" dirty="0">
                <a:solidFill>
                  <a:srgbClr val="FF0000"/>
                </a:solidFill>
              </a:rPr>
              <a:t>One</a:t>
            </a:r>
            <a:r>
              <a:rPr lang="en-IN" sz="3600" dirty="0"/>
              <a:t> should (1)/ look after (2)/ </a:t>
            </a:r>
            <a:r>
              <a:rPr lang="en-IN" sz="3600" b="1" strike="sngStrike" dirty="0">
                <a:solidFill>
                  <a:srgbClr val="FF0000"/>
                </a:solidFill>
              </a:rPr>
              <a:t>their</a:t>
            </a:r>
            <a:r>
              <a:rPr lang="en-IN" sz="3600" dirty="0"/>
              <a:t> one’s parents.(3)/No error (4).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One of </a:t>
            </a:r>
            <a:r>
              <a:rPr lang="en-IN" sz="3600" dirty="0"/>
              <a:t>my </a:t>
            </a:r>
            <a:r>
              <a:rPr lang="en-IN" sz="3600" b="1" strike="sngStrike" dirty="0">
                <a:solidFill>
                  <a:srgbClr val="C00000"/>
                </a:solidFill>
              </a:rPr>
              <a:t>friend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C00000"/>
                </a:solidFill>
              </a:rPr>
              <a:t>friends</a:t>
            </a:r>
            <a:r>
              <a:rPr lang="en-IN" sz="3600" dirty="0"/>
              <a:t>(1)/ is returning (2)/ to India from the U.S.A. (3)/ No error.(4) </a:t>
            </a:r>
            <a:r>
              <a:rPr lang="en-IN" sz="3600" b="1" dirty="0">
                <a:solidFill>
                  <a:srgbClr val="C00000"/>
                </a:solidFill>
              </a:rPr>
              <a:t>(one of many)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269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DE799-7928-00B0-7D8B-B780381EB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818"/>
            <a:ext cx="10515600" cy="6203373"/>
          </a:xfrm>
        </p:spPr>
        <p:txBody>
          <a:bodyPr>
            <a:normAutofit fontScale="92500" lnSpcReduction="10000"/>
          </a:bodyPr>
          <a:lstStyle/>
          <a:p>
            <a:r>
              <a:rPr lang="en-IN" sz="3200" dirty="0"/>
              <a:t>55.Some of his (1)/</a:t>
            </a:r>
            <a:r>
              <a:rPr lang="en-IN" sz="3200" dirty="0" err="1"/>
              <a:t>luggages</a:t>
            </a:r>
            <a:r>
              <a:rPr lang="en-IN" sz="3200" dirty="0"/>
              <a:t> was lost (2)/ in the train. (3)/ No error (4)</a:t>
            </a:r>
          </a:p>
          <a:p>
            <a:r>
              <a:rPr lang="en-IN" sz="3200" dirty="0"/>
              <a:t>56.Prohibition aims at reducing (1)/ traffic accidents many of which (2)/ is caused by drunkenness. (3)/ No error (4)</a:t>
            </a:r>
          </a:p>
          <a:p>
            <a:r>
              <a:rPr lang="en-IN" sz="3200" dirty="0"/>
              <a:t>57.Most countries in the world (1)/ is for (2)/ peace. (3)/ No error.(4)</a:t>
            </a:r>
          </a:p>
          <a:p>
            <a:r>
              <a:rPr lang="en-IN" sz="3200" dirty="0"/>
              <a:t>58.Our office buys (1)/ five kilograms of paper (2)/ every month. (3)/ No error. (4)</a:t>
            </a:r>
          </a:p>
          <a:p>
            <a:r>
              <a:rPr lang="en-IN" sz="3200" dirty="0"/>
              <a:t>59.Many a man (1)/ have realized (2)/ that real happiness lies in making sacrifices. (3)/ No error. (4)</a:t>
            </a:r>
          </a:p>
          <a:p>
            <a:r>
              <a:rPr lang="en-IN" sz="3200" dirty="0"/>
              <a:t> 60.One of the most important factor (1)/ that contribute to the success of a person (2)/ is his sincerity. (3)/ No error. (4) </a:t>
            </a:r>
          </a:p>
          <a:p>
            <a:r>
              <a:rPr lang="en-IN" sz="3200" dirty="0"/>
              <a:t>61. A technical view of new gadgets (1)/ sometimes differ(2)/ from an economic perspective. (3)/ No error. (4)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4501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3E1AE-4E86-C5AC-B63E-4AF529FA9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6A787-C597-7C8F-39D3-2A4BAD463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818"/>
            <a:ext cx="10515600" cy="6203373"/>
          </a:xfrm>
        </p:spPr>
        <p:txBody>
          <a:bodyPr>
            <a:normAutofit fontScale="92500" lnSpcReduction="20000"/>
          </a:bodyPr>
          <a:lstStyle/>
          <a:p>
            <a:r>
              <a:rPr lang="en-IN" sz="3200" dirty="0"/>
              <a:t>Some of his (1)/</a:t>
            </a:r>
            <a:r>
              <a:rPr lang="en-IN" sz="3200" b="1" strike="sngStrike" dirty="0" err="1">
                <a:solidFill>
                  <a:srgbClr val="C00000"/>
                </a:solidFill>
              </a:rPr>
              <a:t>luggages</a:t>
            </a:r>
            <a:r>
              <a:rPr lang="en-IN" sz="3200" b="1" dirty="0">
                <a:solidFill>
                  <a:srgbClr val="C00000"/>
                </a:solidFill>
              </a:rPr>
              <a:t> luggage </a:t>
            </a:r>
            <a:r>
              <a:rPr lang="en-IN" sz="3200" dirty="0"/>
              <a:t>was lost (2)/ in the train. (3)/ No error (4)</a:t>
            </a:r>
          </a:p>
          <a:p>
            <a:r>
              <a:rPr lang="en-IN" sz="3200" dirty="0"/>
              <a:t>Prohibition aims at reducing (1)/ traffic accidents</a:t>
            </a:r>
            <a:r>
              <a:rPr lang="en-IN" sz="3200" b="1" dirty="0">
                <a:solidFill>
                  <a:srgbClr val="C00000"/>
                </a:solidFill>
              </a:rPr>
              <a:t> many </a:t>
            </a:r>
            <a:r>
              <a:rPr lang="en-IN" sz="3200" dirty="0"/>
              <a:t>of which (2)/ </a:t>
            </a:r>
            <a:r>
              <a:rPr lang="en-IN" sz="3200" b="1" strike="sngStrike" dirty="0">
                <a:solidFill>
                  <a:srgbClr val="C00000"/>
                </a:solidFill>
              </a:rPr>
              <a:t>is</a:t>
            </a:r>
            <a:r>
              <a:rPr lang="en-IN" sz="3200" dirty="0"/>
              <a:t> </a:t>
            </a:r>
            <a:r>
              <a:rPr lang="en-IN" sz="3200" b="1" dirty="0">
                <a:solidFill>
                  <a:srgbClr val="C00000"/>
                </a:solidFill>
              </a:rPr>
              <a:t>are</a:t>
            </a:r>
            <a:r>
              <a:rPr lang="en-IN" sz="3200" dirty="0"/>
              <a:t> caused by drunkenness. (3)/ No error (4)</a:t>
            </a:r>
          </a:p>
          <a:p>
            <a:r>
              <a:rPr lang="en-IN" sz="3200" b="1" dirty="0">
                <a:solidFill>
                  <a:srgbClr val="C00000"/>
                </a:solidFill>
              </a:rPr>
              <a:t>Most countries </a:t>
            </a:r>
            <a:r>
              <a:rPr lang="en-IN" sz="3200" dirty="0"/>
              <a:t>in the world (1)/ </a:t>
            </a:r>
            <a:r>
              <a:rPr lang="en-IN" sz="3200" b="1" strike="sngStrike" dirty="0">
                <a:solidFill>
                  <a:srgbClr val="C00000"/>
                </a:solidFill>
              </a:rPr>
              <a:t>is</a:t>
            </a:r>
            <a:r>
              <a:rPr lang="en-IN" sz="3200" dirty="0"/>
              <a:t> </a:t>
            </a:r>
            <a:r>
              <a:rPr lang="en-IN" sz="3200" b="1" dirty="0">
                <a:solidFill>
                  <a:srgbClr val="C00000"/>
                </a:solidFill>
              </a:rPr>
              <a:t>are </a:t>
            </a:r>
            <a:r>
              <a:rPr lang="en-IN" sz="3200" dirty="0"/>
              <a:t>for (2)/ peace. (3)/ No error.(4)</a:t>
            </a:r>
          </a:p>
          <a:p>
            <a:r>
              <a:rPr lang="en-IN" sz="3200" dirty="0"/>
              <a:t>Our office buys (1)/ five kilograms of paper (2)/ every month. (3)/ </a:t>
            </a:r>
            <a:r>
              <a:rPr lang="en-IN" sz="3200" b="1" dirty="0">
                <a:solidFill>
                  <a:srgbClr val="C00000"/>
                </a:solidFill>
              </a:rPr>
              <a:t>No error. </a:t>
            </a:r>
            <a:r>
              <a:rPr lang="en-IN" sz="3200" dirty="0"/>
              <a:t>(4)</a:t>
            </a:r>
          </a:p>
          <a:p>
            <a:r>
              <a:rPr lang="en-IN" sz="3200" b="1" dirty="0">
                <a:solidFill>
                  <a:srgbClr val="C00000"/>
                </a:solidFill>
              </a:rPr>
              <a:t>Many a </a:t>
            </a:r>
            <a:r>
              <a:rPr lang="en-IN" sz="3200" dirty="0"/>
              <a:t>man (1)/ </a:t>
            </a:r>
            <a:r>
              <a:rPr lang="en-IN" sz="3200" b="1" strike="sngStrike" dirty="0">
                <a:solidFill>
                  <a:srgbClr val="C00000"/>
                </a:solidFill>
              </a:rPr>
              <a:t>have</a:t>
            </a:r>
            <a:r>
              <a:rPr lang="en-IN" sz="3200" dirty="0"/>
              <a:t> </a:t>
            </a:r>
            <a:r>
              <a:rPr lang="en-IN" sz="3200" b="1" dirty="0">
                <a:solidFill>
                  <a:srgbClr val="C00000"/>
                </a:solidFill>
              </a:rPr>
              <a:t>has</a:t>
            </a:r>
            <a:r>
              <a:rPr lang="en-IN" sz="3200" dirty="0"/>
              <a:t> realized (2)/ that real happiness lies in making sacrifices. (3)/ No error. (4)</a:t>
            </a:r>
          </a:p>
          <a:p>
            <a:r>
              <a:rPr lang="en-IN" sz="3200" dirty="0"/>
              <a:t> </a:t>
            </a:r>
            <a:r>
              <a:rPr lang="en-IN" sz="3200" b="1" dirty="0">
                <a:solidFill>
                  <a:srgbClr val="C00000"/>
                </a:solidFill>
              </a:rPr>
              <a:t>One</a:t>
            </a:r>
            <a:r>
              <a:rPr lang="en-IN" sz="3200" dirty="0"/>
              <a:t> of the most important </a:t>
            </a:r>
            <a:r>
              <a:rPr lang="en-IN" sz="3200" b="1" strike="sngStrike" dirty="0">
                <a:solidFill>
                  <a:srgbClr val="C00000"/>
                </a:solidFill>
              </a:rPr>
              <a:t>factor  </a:t>
            </a:r>
            <a:r>
              <a:rPr lang="en-IN" sz="3200" b="1" dirty="0">
                <a:solidFill>
                  <a:srgbClr val="C00000"/>
                </a:solidFill>
              </a:rPr>
              <a:t>factors </a:t>
            </a:r>
            <a:r>
              <a:rPr lang="en-IN" sz="3200" dirty="0"/>
              <a:t>(1)/ that contribute to the success of a person (2)/ is his sincerity. (3)/ No error. (4)(</a:t>
            </a:r>
            <a:r>
              <a:rPr lang="en-IN" sz="3200" b="1" dirty="0">
                <a:solidFill>
                  <a:srgbClr val="C00000"/>
                </a:solidFill>
              </a:rPr>
              <a:t>one of many) </a:t>
            </a:r>
          </a:p>
          <a:p>
            <a:r>
              <a:rPr lang="en-IN" sz="3200" dirty="0"/>
              <a:t> A technical </a:t>
            </a:r>
            <a:r>
              <a:rPr lang="en-IN" sz="3200" b="1" dirty="0">
                <a:solidFill>
                  <a:srgbClr val="C00000"/>
                </a:solidFill>
              </a:rPr>
              <a:t>view</a:t>
            </a:r>
            <a:r>
              <a:rPr lang="en-IN" sz="3200" dirty="0"/>
              <a:t> of new gadgets (1)/ sometimes </a:t>
            </a:r>
            <a:r>
              <a:rPr lang="en-IN" sz="3200" b="1" dirty="0">
                <a:solidFill>
                  <a:srgbClr val="C00000"/>
                </a:solidFill>
              </a:rPr>
              <a:t>differs</a:t>
            </a:r>
            <a:r>
              <a:rPr lang="en-IN" sz="3200" dirty="0"/>
              <a:t> </a:t>
            </a:r>
            <a:r>
              <a:rPr lang="en-IN" sz="3200" b="1" strike="sngStrike" dirty="0">
                <a:solidFill>
                  <a:srgbClr val="C00000"/>
                </a:solidFill>
              </a:rPr>
              <a:t>differ</a:t>
            </a:r>
            <a:r>
              <a:rPr lang="en-IN" sz="3200" dirty="0"/>
              <a:t>(2)/ from an economic perspective. (3)/ No error. (4)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1262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B08A7-E34E-2FA6-96F1-7C8B32BBB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6808"/>
            <a:ext cx="10515600" cy="6109855"/>
          </a:xfrm>
        </p:spPr>
        <p:txBody>
          <a:bodyPr>
            <a:normAutofit/>
          </a:bodyPr>
          <a:lstStyle/>
          <a:p>
            <a:r>
              <a:rPr lang="en-IN" dirty="0"/>
              <a:t>62.As a person who believes (1)/ that honesty is the best policy (2)/ I feel that politics are not my cup of tea. (3)/ No error (4)/</a:t>
            </a:r>
          </a:p>
          <a:p>
            <a:r>
              <a:rPr lang="en-IN" dirty="0"/>
              <a:t>63.A Tale of Two Cities (1)/ are written (2)/ by Charles Dickens. (3)/ No error (4)/</a:t>
            </a:r>
          </a:p>
          <a:p>
            <a:r>
              <a:rPr lang="en-IN" dirty="0"/>
              <a:t> 64. Though the police tried all sorts of methods to illicit (1)/ information from the public (2)/ they remained silent. (3)/ No error (4) </a:t>
            </a:r>
          </a:p>
          <a:p>
            <a:r>
              <a:rPr lang="en-IN" dirty="0"/>
              <a:t>65.Neither of the two (1)/ candidates have (2)/ paid his subscription. (3) No error (4)</a:t>
            </a:r>
          </a:p>
          <a:p>
            <a:r>
              <a:rPr lang="en-IN" dirty="0"/>
              <a:t>66. A well-balanced diet (1)/ is essential for (2)/ good health. (3)/ No error (4) </a:t>
            </a:r>
          </a:p>
          <a:p>
            <a:r>
              <a:rPr lang="en-IN" dirty="0"/>
              <a:t> 67.My uncle forced (1)/ my friend and I (2)/ to stay back. (3)/ No error (4)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05978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74000-1B0F-5DDD-8D76-F347240C8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88EE6-D5AA-BDB7-9D16-E0CF65662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6808"/>
            <a:ext cx="10515600" cy="6109855"/>
          </a:xfrm>
        </p:spPr>
        <p:txBody>
          <a:bodyPr>
            <a:normAutofit/>
          </a:bodyPr>
          <a:lstStyle/>
          <a:p>
            <a:r>
              <a:rPr lang="en-IN" dirty="0"/>
              <a:t>As a person who believes (1)/ that honesty is the best policy (2)/ I feel that </a:t>
            </a:r>
            <a:r>
              <a:rPr lang="en-IN" b="1" dirty="0">
                <a:solidFill>
                  <a:srgbClr val="C00000"/>
                </a:solidFill>
              </a:rPr>
              <a:t>politics</a:t>
            </a:r>
            <a:r>
              <a:rPr lang="en-IN" dirty="0"/>
              <a:t> </a:t>
            </a:r>
            <a:r>
              <a:rPr lang="en-IN" b="1" strike="sngStrike" dirty="0">
                <a:solidFill>
                  <a:srgbClr val="C00000"/>
                </a:solidFill>
              </a:rPr>
              <a:t>are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is</a:t>
            </a:r>
            <a:r>
              <a:rPr lang="en-IN" dirty="0"/>
              <a:t> not my cup of tea. (3)/ No error (4)/(</a:t>
            </a:r>
            <a:r>
              <a:rPr lang="en-IN" b="1" dirty="0">
                <a:solidFill>
                  <a:srgbClr val="C00000"/>
                </a:solidFill>
              </a:rPr>
              <a:t>politics-sing.)</a:t>
            </a:r>
          </a:p>
          <a:p>
            <a:r>
              <a:rPr lang="en-IN" b="1" dirty="0">
                <a:solidFill>
                  <a:srgbClr val="C00000"/>
                </a:solidFill>
              </a:rPr>
              <a:t>A Tale of Two Cities </a:t>
            </a:r>
            <a:r>
              <a:rPr lang="en-IN" dirty="0"/>
              <a:t>(1)/ </a:t>
            </a:r>
            <a:r>
              <a:rPr lang="en-IN" b="1" dirty="0">
                <a:solidFill>
                  <a:srgbClr val="C00000"/>
                </a:solidFill>
              </a:rPr>
              <a:t>is  </a:t>
            </a:r>
            <a:r>
              <a:rPr lang="en-IN" b="1" strike="sngStrike" dirty="0">
                <a:solidFill>
                  <a:srgbClr val="C00000"/>
                </a:solidFill>
              </a:rPr>
              <a:t>are</a:t>
            </a:r>
            <a:r>
              <a:rPr lang="en-IN" b="1" dirty="0">
                <a:solidFill>
                  <a:srgbClr val="C00000"/>
                </a:solidFill>
              </a:rPr>
              <a:t> </a:t>
            </a:r>
            <a:r>
              <a:rPr lang="en-IN" dirty="0"/>
              <a:t>written (2)/ by Charles Dickens. (3)/ No error (4)/</a:t>
            </a:r>
          </a:p>
          <a:p>
            <a:r>
              <a:rPr lang="en-IN" dirty="0"/>
              <a:t> Though the police tried all sorts of methods to illicit (1)/ information from the </a:t>
            </a:r>
            <a:r>
              <a:rPr lang="en-IN" b="1" dirty="0">
                <a:solidFill>
                  <a:srgbClr val="C00000"/>
                </a:solidFill>
              </a:rPr>
              <a:t>public</a:t>
            </a:r>
            <a:r>
              <a:rPr lang="en-IN" dirty="0"/>
              <a:t> (2)/ </a:t>
            </a:r>
            <a:r>
              <a:rPr lang="en-IN" b="1" strike="sngStrike" dirty="0">
                <a:solidFill>
                  <a:srgbClr val="C00000"/>
                </a:solidFill>
              </a:rPr>
              <a:t>they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it</a:t>
            </a:r>
            <a:r>
              <a:rPr lang="en-IN" dirty="0"/>
              <a:t> remained silent. (3)/ No error (4</a:t>
            </a:r>
            <a:r>
              <a:rPr lang="en-IN" b="1" dirty="0">
                <a:solidFill>
                  <a:srgbClr val="C00000"/>
                </a:solidFill>
              </a:rPr>
              <a:t>) (Public is a collective noun so singular)</a:t>
            </a:r>
          </a:p>
          <a:p>
            <a:r>
              <a:rPr lang="en-IN" b="1" dirty="0">
                <a:solidFill>
                  <a:srgbClr val="C00000"/>
                </a:solidFill>
              </a:rPr>
              <a:t>Neither </a:t>
            </a:r>
            <a:r>
              <a:rPr lang="en-IN" dirty="0"/>
              <a:t>of the </a:t>
            </a:r>
            <a:r>
              <a:rPr lang="en-IN" strike="sngStrike" dirty="0"/>
              <a:t>two</a:t>
            </a:r>
            <a:r>
              <a:rPr lang="en-IN" dirty="0"/>
              <a:t> (1)/ candidates </a:t>
            </a:r>
            <a:r>
              <a:rPr lang="en-IN" b="1" dirty="0">
                <a:solidFill>
                  <a:srgbClr val="C00000"/>
                </a:solidFill>
              </a:rPr>
              <a:t>has  </a:t>
            </a:r>
            <a:r>
              <a:rPr lang="en-IN" b="1" strike="sngStrike" dirty="0">
                <a:solidFill>
                  <a:srgbClr val="C00000"/>
                </a:solidFill>
              </a:rPr>
              <a:t>have</a:t>
            </a:r>
            <a:r>
              <a:rPr lang="en-IN" b="1" dirty="0">
                <a:solidFill>
                  <a:srgbClr val="C00000"/>
                </a:solidFill>
              </a:rPr>
              <a:t> </a:t>
            </a:r>
            <a:r>
              <a:rPr lang="en-IN" dirty="0"/>
              <a:t>(2)/ paid his subscription. (3) No error (4)</a:t>
            </a:r>
          </a:p>
          <a:p>
            <a:r>
              <a:rPr lang="en-IN" dirty="0"/>
              <a:t> A well-balanced diet (1)/ is essential for (2)/ good health. (3</a:t>
            </a:r>
            <a:r>
              <a:rPr lang="en-IN" b="1" dirty="0">
                <a:solidFill>
                  <a:srgbClr val="C00000"/>
                </a:solidFill>
              </a:rPr>
              <a:t>)/ No error (4) </a:t>
            </a:r>
          </a:p>
          <a:p>
            <a:r>
              <a:rPr lang="en-IN" dirty="0"/>
              <a:t> My uncle forced (1)/ my friend and </a:t>
            </a:r>
            <a:r>
              <a:rPr lang="en-IN" b="1" strike="sngStrike" dirty="0">
                <a:solidFill>
                  <a:srgbClr val="C00000"/>
                </a:solidFill>
              </a:rPr>
              <a:t>I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me</a:t>
            </a:r>
            <a:r>
              <a:rPr lang="en-IN" dirty="0"/>
              <a:t> (2)/ to stay back. (3)/ No error (4</a:t>
            </a:r>
            <a:r>
              <a:rPr lang="en-IN" b="1" dirty="0">
                <a:solidFill>
                  <a:srgbClr val="C00000"/>
                </a:solidFill>
              </a:rPr>
              <a:t>)(my friend and me - in the object position so use accusative case)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9619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AD926-B77F-F727-10E1-D4979988C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2118"/>
            <a:ext cx="10515600" cy="5854845"/>
          </a:xfrm>
        </p:spPr>
        <p:txBody>
          <a:bodyPr>
            <a:normAutofit/>
          </a:bodyPr>
          <a:lstStyle/>
          <a:p>
            <a:r>
              <a:rPr lang="en-IN" dirty="0"/>
              <a:t>69.Many a man (1)/ have realized (2)/ that real happiness lies in making sacrifices. (3)/ No error. (4)</a:t>
            </a:r>
          </a:p>
          <a:p>
            <a:r>
              <a:rPr lang="en-IN" dirty="0"/>
              <a:t>70. One of the most important factor (1)/ that contribute to the success of a person (2)/ is his sincerity. (3)/ No error. (4) </a:t>
            </a:r>
          </a:p>
          <a:p>
            <a:r>
              <a:rPr lang="en-IN" dirty="0"/>
              <a:t>71.Books fair (1)/ encourage (2)/ reading habit. (3)/ No error (4)/ </a:t>
            </a:r>
          </a:p>
          <a:p>
            <a:r>
              <a:rPr lang="en-IN" dirty="0"/>
              <a:t>72. Each of the girls (1)/ are (2)/ clever. (3)/ No error (4) </a:t>
            </a:r>
          </a:p>
          <a:p>
            <a:r>
              <a:rPr lang="en-IN" dirty="0"/>
              <a:t> 73.We need to surround ourselves with (1)/ caring people particular loved ones who (2)/ bring hope and support to our hearts and minds and with whom we can communicate. (3)/ No error (4)/ </a:t>
            </a:r>
          </a:p>
          <a:p>
            <a:r>
              <a:rPr lang="en-IN" dirty="0"/>
              <a:t>74. UNICEF (1)/ is (2)/ an international organisation. (3)/ No error (4)/ </a:t>
            </a:r>
          </a:p>
          <a:p>
            <a:r>
              <a:rPr lang="en-IN" dirty="0"/>
              <a:t>75. The boy who studies hard (1)/ he will pass (2)/ with flying colours. (3)/ No error (4)/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42650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CEF43-3286-B59C-346A-9089FB7C7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AA902-0719-0379-10FE-3BBA99AF8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2118"/>
            <a:ext cx="10515600" cy="5854845"/>
          </a:xfrm>
        </p:spPr>
        <p:txBody>
          <a:bodyPr>
            <a:normAutofit fontScale="92500" lnSpcReduction="10000"/>
          </a:bodyPr>
          <a:lstStyle/>
          <a:p>
            <a:r>
              <a:rPr lang="en-IN" sz="3600" b="1" dirty="0">
                <a:solidFill>
                  <a:srgbClr val="C00000"/>
                </a:solidFill>
              </a:rPr>
              <a:t>Many a man </a:t>
            </a:r>
            <a:r>
              <a:rPr lang="en-IN" sz="3600" dirty="0"/>
              <a:t>(1)/ </a:t>
            </a:r>
            <a:r>
              <a:rPr lang="en-IN" sz="3600" b="1" dirty="0">
                <a:solidFill>
                  <a:srgbClr val="C00000"/>
                </a:solidFill>
              </a:rPr>
              <a:t>has </a:t>
            </a:r>
            <a:r>
              <a:rPr lang="en-IN" sz="3600" b="1" strike="sngStrike" dirty="0">
                <a:solidFill>
                  <a:srgbClr val="C00000"/>
                </a:solidFill>
              </a:rPr>
              <a:t>have</a:t>
            </a:r>
            <a:r>
              <a:rPr lang="en-IN" sz="3600" b="1" dirty="0">
                <a:solidFill>
                  <a:srgbClr val="C00000"/>
                </a:solidFill>
              </a:rPr>
              <a:t> </a:t>
            </a:r>
            <a:r>
              <a:rPr lang="en-IN" sz="3600" dirty="0"/>
              <a:t>realized (2)/ that real happiness lies in making sacrifices. (3)/ No error. (4)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 One </a:t>
            </a:r>
            <a:r>
              <a:rPr lang="en-IN" sz="3600" b="1" dirty="0">
                <a:solidFill>
                  <a:srgbClr val="002060"/>
                </a:solidFill>
              </a:rPr>
              <a:t>of the most important </a:t>
            </a:r>
            <a:r>
              <a:rPr lang="en-IN" sz="3600" b="1" strike="sngStrike" dirty="0">
                <a:solidFill>
                  <a:srgbClr val="C00000"/>
                </a:solidFill>
              </a:rPr>
              <a:t>factor</a:t>
            </a:r>
            <a:r>
              <a:rPr lang="en-IN" sz="3600" b="1" dirty="0">
                <a:solidFill>
                  <a:srgbClr val="002060"/>
                </a:solidFill>
              </a:rPr>
              <a:t> </a:t>
            </a:r>
            <a:r>
              <a:rPr lang="en-IN" sz="3600" b="1" dirty="0">
                <a:solidFill>
                  <a:srgbClr val="C00000"/>
                </a:solidFill>
              </a:rPr>
              <a:t>factors</a:t>
            </a:r>
            <a:r>
              <a:rPr lang="en-IN" sz="3600" dirty="0"/>
              <a:t>(1)/ that contribute to the success of a person (2)/ is his sincerity. (3)/ No error. (4) 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Books fair </a:t>
            </a:r>
            <a:r>
              <a:rPr lang="en-IN" sz="3600" dirty="0"/>
              <a:t>(1)/ </a:t>
            </a:r>
            <a:r>
              <a:rPr lang="en-IN" sz="3600" b="1" strike="sngStrike" dirty="0">
                <a:solidFill>
                  <a:srgbClr val="C00000"/>
                </a:solidFill>
              </a:rPr>
              <a:t>encourage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C00000"/>
                </a:solidFill>
              </a:rPr>
              <a:t>encourages </a:t>
            </a:r>
            <a:r>
              <a:rPr lang="en-IN" sz="3600" dirty="0"/>
              <a:t>(2)/ reading habit. (3)/ No error (4)/ </a:t>
            </a:r>
          </a:p>
          <a:p>
            <a:r>
              <a:rPr lang="en-IN" sz="3600" dirty="0"/>
              <a:t> </a:t>
            </a:r>
            <a:r>
              <a:rPr lang="en-IN" sz="3600" b="1" dirty="0">
                <a:solidFill>
                  <a:srgbClr val="C00000"/>
                </a:solidFill>
              </a:rPr>
              <a:t>Each</a:t>
            </a:r>
            <a:r>
              <a:rPr lang="en-IN" sz="3600" dirty="0"/>
              <a:t> of the girls (1)/ </a:t>
            </a:r>
            <a:r>
              <a:rPr lang="en-IN" sz="3600" b="1" dirty="0">
                <a:solidFill>
                  <a:srgbClr val="C00000"/>
                </a:solidFill>
              </a:rPr>
              <a:t>is  </a:t>
            </a:r>
            <a:r>
              <a:rPr lang="en-IN" sz="3600" b="1" strike="sngStrike" dirty="0">
                <a:solidFill>
                  <a:srgbClr val="C00000"/>
                </a:solidFill>
              </a:rPr>
              <a:t>are</a:t>
            </a:r>
            <a:r>
              <a:rPr lang="en-IN" sz="3600" b="1" dirty="0">
                <a:solidFill>
                  <a:srgbClr val="C00000"/>
                </a:solidFill>
              </a:rPr>
              <a:t> </a:t>
            </a:r>
            <a:r>
              <a:rPr lang="en-IN" sz="3600" dirty="0"/>
              <a:t>(2)/ clever. (3)/ No error (4) </a:t>
            </a:r>
          </a:p>
          <a:p>
            <a:r>
              <a:rPr lang="en-IN" sz="3600" dirty="0"/>
              <a:t> UNICEF (1)/ is (2)/ an international organisation. (3)/ </a:t>
            </a:r>
            <a:r>
              <a:rPr lang="en-IN" sz="3600" b="1" dirty="0">
                <a:solidFill>
                  <a:srgbClr val="C00000"/>
                </a:solidFill>
              </a:rPr>
              <a:t>No error </a:t>
            </a:r>
            <a:r>
              <a:rPr lang="en-IN" sz="3600" dirty="0"/>
              <a:t>(4)/ </a:t>
            </a:r>
          </a:p>
          <a:p>
            <a:r>
              <a:rPr lang="en-IN" sz="3600" dirty="0"/>
              <a:t> The boy who studies hard (1)/ </a:t>
            </a:r>
            <a:r>
              <a:rPr lang="en-IN" sz="3600" b="1" strike="sngStrike" dirty="0">
                <a:solidFill>
                  <a:srgbClr val="C00000"/>
                </a:solidFill>
              </a:rPr>
              <a:t>he</a:t>
            </a:r>
            <a:r>
              <a:rPr lang="en-IN" sz="3600" dirty="0"/>
              <a:t> will pass (2)/ with flying colours. (3)/ No error (4)/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797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10F10-D473-7CFD-EC10-0939207F0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4854"/>
            <a:ext cx="10515600" cy="616180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 76. A well-balanced diet (1)/ is essential for (2)/ good health. (3)/ No error (4) </a:t>
            </a:r>
          </a:p>
          <a:p>
            <a:r>
              <a:rPr lang="en-IN" dirty="0"/>
              <a:t> 77.The company have (1)/ thousands of customers (2)/ happy with its service. (3)/ No error (4) </a:t>
            </a:r>
          </a:p>
          <a:p>
            <a:r>
              <a:rPr lang="en-IN" dirty="0"/>
              <a:t>78.This stamp is only one (1)/ of the design (2)/ ever printed. (3)/ No error (4).</a:t>
            </a:r>
          </a:p>
          <a:p>
            <a:r>
              <a:rPr lang="en-IN" dirty="0"/>
              <a:t>79.In India (1)/ working woman lead a life of dual responsibilities(2)/ if they are married and have a family.(3)/No error (4). </a:t>
            </a:r>
          </a:p>
          <a:p>
            <a:r>
              <a:rPr lang="en-IN" dirty="0"/>
              <a:t>80.The teacher, as well as the students, (1) have gone on an excursion (2)/ to Ooty during their summer vacation. (3)/ No error. (4)</a:t>
            </a:r>
          </a:p>
          <a:p>
            <a:r>
              <a:rPr lang="en-IN" dirty="0"/>
              <a:t> 81.The US (1)/ don’t want (2)/India in the Security Council. (3)/ No error.(4)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62403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3C93A-8C79-245E-E4F6-FDC512960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FA67E-2F0A-904C-6F15-8214359DB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4854"/>
            <a:ext cx="10515600" cy="616180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  A well-balanced diet (1)/ is essential for (2)/ good health. (3)/ </a:t>
            </a:r>
            <a:r>
              <a:rPr lang="en-IN" b="1" dirty="0">
                <a:solidFill>
                  <a:srgbClr val="C00000"/>
                </a:solidFill>
              </a:rPr>
              <a:t>No error (4) </a:t>
            </a:r>
          </a:p>
          <a:p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The company </a:t>
            </a:r>
            <a:r>
              <a:rPr lang="en-IN" b="1" strike="sngStrike" dirty="0">
                <a:solidFill>
                  <a:srgbClr val="C00000"/>
                </a:solidFill>
              </a:rPr>
              <a:t>have</a:t>
            </a:r>
            <a:r>
              <a:rPr lang="en-IN" b="1" dirty="0">
                <a:solidFill>
                  <a:srgbClr val="C00000"/>
                </a:solidFill>
              </a:rPr>
              <a:t> has </a:t>
            </a:r>
            <a:r>
              <a:rPr lang="en-IN" dirty="0"/>
              <a:t>(1)/ thousands of customers (2)/ happy with its service. (3)/ No error (4) </a:t>
            </a:r>
            <a:r>
              <a:rPr lang="en-IN" b="1" dirty="0">
                <a:solidFill>
                  <a:srgbClr val="C00000"/>
                </a:solidFill>
              </a:rPr>
              <a:t>(company collective noun and so singular)</a:t>
            </a:r>
          </a:p>
          <a:p>
            <a:r>
              <a:rPr lang="en-IN" dirty="0"/>
              <a:t>This stamp is only </a:t>
            </a:r>
            <a:r>
              <a:rPr lang="en-IN" b="1" dirty="0">
                <a:solidFill>
                  <a:srgbClr val="C00000"/>
                </a:solidFill>
              </a:rPr>
              <a:t>one</a:t>
            </a:r>
            <a:r>
              <a:rPr lang="en-IN" dirty="0"/>
              <a:t> (1)/ of the</a:t>
            </a:r>
            <a:r>
              <a:rPr lang="en-IN" strike="sngStrike" dirty="0"/>
              <a:t> </a:t>
            </a:r>
            <a:r>
              <a:rPr lang="en-IN" b="1" strike="sngStrike" dirty="0">
                <a:solidFill>
                  <a:srgbClr val="C00000"/>
                </a:solidFill>
              </a:rPr>
              <a:t>design  </a:t>
            </a:r>
            <a:r>
              <a:rPr lang="en-IN" b="1" dirty="0">
                <a:solidFill>
                  <a:srgbClr val="C00000"/>
                </a:solidFill>
              </a:rPr>
              <a:t>designs</a:t>
            </a:r>
            <a:r>
              <a:rPr lang="en-IN" dirty="0"/>
              <a:t>(2)/ ever printed. (3)/ No error (4).</a:t>
            </a:r>
          </a:p>
          <a:p>
            <a:r>
              <a:rPr lang="en-IN" dirty="0"/>
              <a:t>In India (1)/ working </a:t>
            </a:r>
            <a:r>
              <a:rPr lang="en-IN" b="1" strike="sngStrike" dirty="0">
                <a:solidFill>
                  <a:srgbClr val="C00000"/>
                </a:solidFill>
              </a:rPr>
              <a:t>woman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women</a:t>
            </a:r>
            <a:r>
              <a:rPr lang="en-IN" dirty="0"/>
              <a:t> lead a life of dual responsibilities(2)/ if </a:t>
            </a:r>
            <a:r>
              <a:rPr lang="en-IN" b="1" dirty="0">
                <a:solidFill>
                  <a:srgbClr val="C00000"/>
                </a:solidFill>
              </a:rPr>
              <a:t>they</a:t>
            </a:r>
            <a:r>
              <a:rPr lang="en-IN" dirty="0"/>
              <a:t> are married and have a family.(3)/No error (4). </a:t>
            </a:r>
          </a:p>
          <a:p>
            <a:r>
              <a:rPr lang="en-IN" b="1" dirty="0">
                <a:solidFill>
                  <a:srgbClr val="C00000"/>
                </a:solidFill>
              </a:rPr>
              <a:t>The teacher</a:t>
            </a:r>
            <a:r>
              <a:rPr lang="en-IN" dirty="0"/>
              <a:t>, </a:t>
            </a:r>
            <a:r>
              <a:rPr lang="en-IN" b="1" dirty="0">
                <a:solidFill>
                  <a:srgbClr val="002060"/>
                </a:solidFill>
              </a:rPr>
              <a:t>as well as the students</a:t>
            </a:r>
            <a:r>
              <a:rPr lang="en-IN" dirty="0"/>
              <a:t>, (1) </a:t>
            </a:r>
            <a:r>
              <a:rPr lang="en-IN" b="1" strike="sngStrike" dirty="0">
                <a:solidFill>
                  <a:srgbClr val="C00000"/>
                </a:solidFill>
              </a:rPr>
              <a:t>have</a:t>
            </a:r>
            <a:r>
              <a:rPr lang="en-IN" b="1" dirty="0">
                <a:solidFill>
                  <a:srgbClr val="C00000"/>
                </a:solidFill>
              </a:rPr>
              <a:t>  has </a:t>
            </a:r>
            <a:r>
              <a:rPr lang="en-IN" dirty="0"/>
              <a:t>gone on an excursion (2)/ to Ooty during their summer vacation. (3)/ No error. (4)(</a:t>
            </a:r>
            <a:r>
              <a:rPr lang="en-IN" b="1" dirty="0">
                <a:solidFill>
                  <a:srgbClr val="C00000"/>
                </a:solidFill>
              </a:rPr>
              <a:t>case of pseudo compound subject)</a:t>
            </a:r>
          </a:p>
          <a:p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The US </a:t>
            </a:r>
            <a:r>
              <a:rPr lang="en-IN" dirty="0"/>
              <a:t>(1)/ </a:t>
            </a:r>
            <a:r>
              <a:rPr lang="en-IN" b="1" strike="sngStrike" dirty="0">
                <a:solidFill>
                  <a:srgbClr val="C00000"/>
                </a:solidFill>
              </a:rPr>
              <a:t>don’t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doesn’t</a:t>
            </a:r>
            <a:r>
              <a:rPr lang="en-IN" dirty="0"/>
              <a:t> want (2)/India in the Security Council. (3)/ No error.(4</a:t>
            </a:r>
            <a:r>
              <a:rPr lang="en-IN" b="1" dirty="0">
                <a:solidFill>
                  <a:srgbClr val="C00000"/>
                </a:solidFill>
              </a:rPr>
              <a:t>)(The US is singular)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22213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36EB6-5F39-EF59-373D-3DB81BFFC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6D929-A0CF-46E9-3BFC-250CAE22C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1" y="339724"/>
            <a:ext cx="10515600" cy="5905211"/>
          </a:xfrm>
        </p:spPr>
        <p:txBody>
          <a:bodyPr>
            <a:normAutofit/>
          </a:bodyPr>
          <a:lstStyle/>
          <a:p>
            <a:r>
              <a:rPr lang="en-IN" dirty="0"/>
              <a:t>82.Both science and religion (1)/ are necessary for </a:t>
            </a:r>
            <a:r>
              <a:rPr lang="en-IN" b="1" dirty="0"/>
              <a:t>man</a:t>
            </a:r>
            <a:r>
              <a:rPr lang="en-IN" dirty="0"/>
              <a:t> and for their  (2)/outer and inner self respectively. (3)/ No error (4) </a:t>
            </a:r>
          </a:p>
          <a:p>
            <a:r>
              <a:rPr lang="en-IN" dirty="0"/>
              <a:t> 83.At certain seasons (1), some areas on Mars (2)/ is</a:t>
            </a:r>
            <a:r>
              <a:rPr lang="en-IN" b="1" dirty="0"/>
              <a:t>  </a:t>
            </a:r>
            <a:r>
              <a:rPr lang="en-IN" dirty="0"/>
              <a:t>subject to strong winds. (3)/ No error (4).</a:t>
            </a:r>
          </a:p>
          <a:p>
            <a:r>
              <a:rPr lang="en-IN" dirty="0"/>
              <a:t>84.Short stories and poems (1)/of varying quality (2)/appears in dailies and periodicals (3)/. No error (4)</a:t>
            </a:r>
          </a:p>
          <a:p>
            <a:r>
              <a:rPr lang="en-IN" dirty="0"/>
              <a:t>85. One of the (1)/most dangerous disease (2)/is AIDS (3)/. No error (4)</a:t>
            </a:r>
          </a:p>
          <a:p>
            <a:r>
              <a:rPr lang="en-IN" dirty="0"/>
              <a:t>86.The director along with his assistants (1)/ have thoroughly examined (2)/ the new proposals. (3)/ No error. (4)</a:t>
            </a:r>
          </a:p>
          <a:p>
            <a:r>
              <a:rPr lang="en-IN" dirty="0"/>
              <a:t>87.Being a holiday (1)/ we went out (2)/ for a picnic. (3)/ No error. (4) </a:t>
            </a:r>
          </a:p>
          <a:p>
            <a:r>
              <a:rPr lang="en-IN" dirty="0"/>
              <a:t>88.Neither of the teams (1)/ are sensible enough (2)/ to do this task. (3)/ No error. (4)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51600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919C2-AF93-2E12-0448-28455401C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1" y="339724"/>
            <a:ext cx="10515600" cy="5905211"/>
          </a:xfrm>
        </p:spPr>
        <p:txBody>
          <a:bodyPr>
            <a:normAutofit lnSpcReduction="10000"/>
          </a:bodyPr>
          <a:lstStyle/>
          <a:p>
            <a:r>
              <a:rPr lang="en-IN" dirty="0"/>
              <a:t>Both science and religion (1)/ are necessary for </a:t>
            </a:r>
            <a:r>
              <a:rPr lang="en-IN" b="1" dirty="0">
                <a:solidFill>
                  <a:srgbClr val="C00000"/>
                </a:solidFill>
              </a:rPr>
              <a:t>man</a:t>
            </a:r>
            <a:r>
              <a:rPr lang="en-IN" dirty="0"/>
              <a:t> and for </a:t>
            </a:r>
            <a:r>
              <a:rPr lang="en-IN" b="1" strike="sngStrike" dirty="0">
                <a:solidFill>
                  <a:srgbClr val="C00000"/>
                </a:solidFill>
              </a:rPr>
              <a:t>their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his</a:t>
            </a:r>
            <a:r>
              <a:rPr lang="en-IN" dirty="0"/>
              <a:t> (2)/outer and inner self respectively. (3)/ No error (4) </a:t>
            </a:r>
          </a:p>
          <a:p>
            <a:r>
              <a:rPr lang="en-IN" dirty="0"/>
              <a:t> At certain seasons (1), </a:t>
            </a:r>
            <a:r>
              <a:rPr lang="en-IN" b="1" dirty="0"/>
              <a:t>some </a:t>
            </a:r>
            <a:r>
              <a:rPr lang="en-IN" b="1" dirty="0">
                <a:solidFill>
                  <a:srgbClr val="C00000"/>
                </a:solidFill>
              </a:rPr>
              <a:t>areas</a:t>
            </a:r>
            <a:r>
              <a:rPr lang="en-IN" b="1" dirty="0"/>
              <a:t> </a:t>
            </a:r>
            <a:r>
              <a:rPr lang="en-IN" dirty="0"/>
              <a:t>on Mars (2)/ </a:t>
            </a:r>
            <a:r>
              <a:rPr lang="en-IN" b="1" strike="sngStrike" dirty="0">
                <a:solidFill>
                  <a:srgbClr val="C00000"/>
                </a:solidFill>
              </a:rPr>
              <a:t>is</a:t>
            </a:r>
            <a:r>
              <a:rPr lang="en-IN" b="1" dirty="0">
                <a:solidFill>
                  <a:srgbClr val="C00000"/>
                </a:solidFill>
              </a:rPr>
              <a:t> are </a:t>
            </a:r>
            <a:r>
              <a:rPr lang="en-IN" dirty="0"/>
              <a:t>subject to strong winds. (3)/ No error (4).</a:t>
            </a:r>
          </a:p>
          <a:p>
            <a:r>
              <a:rPr lang="en-IN" b="1" dirty="0">
                <a:solidFill>
                  <a:srgbClr val="C00000"/>
                </a:solidFill>
              </a:rPr>
              <a:t>Short stories and poems </a:t>
            </a:r>
            <a:r>
              <a:rPr lang="en-IN" dirty="0"/>
              <a:t>(1)/of varying quality (2)/</a:t>
            </a:r>
            <a:r>
              <a:rPr lang="en-IN" b="1" strike="sngStrike" dirty="0">
                <a:solidFill>
                  <a:srgbClr val="C00000"/>
                </a:solidFill>
              </a:rPr>
              <a:t>appears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appear</a:t>
            </a:r>
            <a:r>
              <a:rPr lang="en-IN" dirty="0"/>
              <a:t> in dailies and periodicals (3)/. No error (4)</a:t>
            </a:r>
          </a:p>
          <a:p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One </a:t>
            </a:r>
            <a:r>
              <a:rPr lang="en-IN" dirty="0">
                <a:solidFill>
                  <a:srgbClr val="002060"/>
                </a:solidFill>
              </a:rPr>
              <a:t>of the (1)/most dangerous </a:t>
            </a:r>
            <a:r>
              <a:rPr lang="en-IN" b="1" strike="sngStrike" dirty="0">
                <a:solidFill>
                  <a:srgbClr val="002060"/>
                </a:solidFill>
              </a:rPr>
              <a:t>disease </a:t>
            </a:r>
            <a:r>
              <a:rPr lang="en-IN" b="1" dirty="0">
                <a:solidFill>
                  <a:srgbClr val="002060"/>
                </a:solidFill>
              </a:rPr>
              <a:t> </a:t>
            </a:r>
            <a:r>
              <a:rPr lang="en-IN" b="1" dirty="0">
                <a:solidFill>
                  <a:srgbClr val="C00000"/>
                </a:solidFill>
              </a:rPr>
              <a:t>diseases  </a:t>
            </a:r>
            <a:r>
              <a:rPr lang="en-IN" dirty="0"/>
              <a:t>(2)/is AIDS (3)/. No error (4)</a:t>
            </a:r>
          </a:p>
          <a:p>
            <a:r>
              <a:rPr lang="en-IN" b="1" dirty="0">
                <a:solidFill>
                  <a:srgbClr val="C00000"/>
                </a:solidFill>
              </a:rPr>
              <a:t>The director </a:t>
            </a:r>
            <a:r>
              <a:rPr lang="en-IN" b="1" dirty="0">
                <a:solidFill>
                  <a:srgbClr val="002060"/>
                </a:solidFill>
              </a:rPr>
              <a:t>along with his assistants (</a:t>
            </a:r>
            <a:r>
              <a:rPr lang="en-IN" dirty="0"/>
              <a:t>1)/ </a:t>
            </a:r>
            <a:r>
              <a:rPr lang="en-IN" b="1" strike="sngStrike" dirty="0">
                <a:solidFill>
                  <a:srgbClr val="C00000"/>
                </a:solidFill>
              </a:rPr>
              <a:t>have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has</a:t>
            </a:r>
            <a:r>
              <a:rPr lang="en-IN" dirty="0"/>
              <a:t> thoroughly examined (2)/ the new proposals. (3)/ No error. (4)</a:t>
            </a:r>
          </a:p>
          <a:p>
            <a:r>
              <a:rPr lang="en-IN" b="1" dirty="0">
                <a:solidFill>
                  <a:srgbClr val="C00000"/>
                </a:solidFill>
              </a:rPr>
              <a:t>(It)Being</a:t>
            </a:r>
            <a:r>
              <a:rPr lang="en-IN" dirty="0"/>
              <a:t> a holiday (1)/ we went out (2)/ for a picnic. (3)/ No error. (4) </a:t>
            </a:r>
          </a:p>
          <a:p>
            <a:r>
              <a:rPr lang="en-IN" b="1" dirty="0">
                <a:solidFill>
                  <a:srgbClr val="C00000"/>
                </a:solidFill>
              </a:rPr>
              <a:t>Subject missing</a:t>
            </a:r>
          </a:p>
          <a:p>
            <a:r>
              <a:rPr lang="en-IN" b="1" dirty="0">
                <a:solidFill>
                  <a:srgbClr val="C00000"/>
                </a:solidFill>
              </a:rPr>
              <a:t>Neither</a:t>
            </a:r>
            <a:r>
              <a:rPr lang="en-IN" dirty="0"/>
              <a:t> of the teams (1)/ </a:t>
            </a:r>
            <a:r>
              <a:rPr lang="en-IN" b="1" strike="sngStrike" dirty="0">
                <a:solidFill>
                  <a:srgbClr val="C00000"/>
                </a:solidFill>
              </a:rPr>
              <a:t>are</a:t>
            </a:r>
            <a:r>
              <a:rPr lang="en-IN" b="1" dirty="0">
                <a:solidFill>
                  <a:srgbClr val="C00000"/>
                </a:solidFill>
              </a:rPr>
              <a:t> is </a:t>
            </a:r>
            <a:r>
              <a:rPr lang="en-IN" dirty="0"/>
              <a:t>sensible enough (2)/ to do this task. (3)/ No error. (4)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9818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23382-C2A7-BC95-FE4D-70445E7F3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555"/>
            <a:ext cx="10515600" cy="5896408"/>
          </a:xfrm>
        </p:spPr>
        <p:txBody>
          <a:bodyPr>
            <a:normAutofit fontScale="92500"/>
          </a:bodyPr>
          <a:lstStyle/>
          <a:p>
            <a:r>
              <a:rPr lang="en-IN" sz="4000" dirty="0"/>
              <a:t>89.Each of these boys (1)/ play (2)/ games. (3)/ No error. (4)</a:t>
            </a:r>
          </a:p>
          <a:p>
            <a:r>
              <a:rPr lang="en-IN" sz="4000" dirty="0"/>
              <a:t>90.These all (1)/ mangoes (2)/ are ripe. (3)/ No error. (4)</a:t>
            </a:r>
          </a:p>
          <a:p>
            <a:r>
              <a:rPr lang="en-IN" sz="4000" dirty="0"/>
              <a:t>91.The students were (1)/ awaiting for (2)/ the arrival of the chief guest. (3)/ No error. (4)</a:t>
            </a:r>
          </a:p>
          <a:p>
            <a:r>
              <a:rPr lang="en-IN" sz="4000" dirty="0"/>
              <a:t>92.Neither the girl nor her parents (1)/ was present (2)/ to receive the award. (3)/ No error. (4)</a:t>
            </a:r>
          </a:p>
          <a:p>
            <a:r>
              <a:rPr lang="en-IN" sz="4000" dirty="0"/>
              <a:t>93.It being a rainy day (1)/ I will decide to skip work (2)/ and stay at home. (3)/ No error (4)	</a:t>
            </a:r>
          </a:p>
        </p:txBody>
      </p:sp>
    </p:spTree>
    <p:extLst>
      <p:ext uri="{BB962C8B-B14F-4D97-AF65-F5344CB8AC3E}">
        <p14:creationId xmlns:p14="http://schemas.microsoft.com/office/powerpoint/2010/main" val="23826506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43B9C-CF07-D111-2792-D8ED1AD47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996CD7E-B2CE-6015-EACC-B6CADC8FB46A}"/>
              </a:ext>
            </a:extLst>
          </p:cNvPr>
          <p:cNvSpPr/>
          <p:nvPr/>
        </p:nvSpPr>
        <p:spPr>
          <a:xfrm>
            <a:off x="4166755" y="3855027"/>
            <a:ext cx="685800" cy="51954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65271-0E73-CADB-2AB3-DF9F54935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555"/>
            <a:ext cx="10515600" cy="5896408"/>
          </a:xfrm>
        </p:spPr>
        <p:txBody>
          <a:bodyPr>
            <a:normAutofit fontScale="92500" lnSpcReduction="10000"/>
          </a:bodyPr>
          <a:lstStyle/>
          <a:p>
            <a:r>
              <a:rPr lang="en-IN" sz="4000" b="1" dirty="0">
                <a:solidFill>
                  <a:srgbClr val="C00000"/>
                </a:solidFill>
              </a:rPr>
              <a:t>Each</a:t>
            </a:r>
            <a:r>
              <a:rPr lang="en-IN" sz="4000" dirty="0"/>
              <a:t> of these boys (1)/ </a:t>
            </a:r>
            <a:r>
              <a:rPr lang="en-IN" sz="4000" b="1" strike="sngStrike" dirty="0">
                <a:solidFill>
                  <a:srgbClr val="C00000"/>
                </a:solidFill>
              </a:rPr>
              <a:t>play</a:t>
            </a:r>
            <a:r>
              <a:rPr lang="en-IN" sz="4000" dirty="0"/>
              <a:t> </a:t>
            </a:r>
            <a:r>
              <a:rPr lang="en-IN" sz="4000" b="1" dirty="0">
                <a:solidFill>
                  <a:srgbClr val="C00000"/>
                </a:solidFill>
              </a:rPr>
              <a:t>plays </a:t>
            </a:r>
            <a:r>
              <a:rPr lang="en-IN" sz="4000" dirty="0"/>
              <a:t>(2)/ games. (3)/ No error. (4)</a:t>
            </a:r>
          </a:p>
          <a:p>
            <a:r>
              <a:rPr lang="en-IN" sz="4000" b="1" strike="sngStrike" dirty="0">
                <a:solidFill>
                  <a:srgbClr val="C00000"/>
                </a:solidFill>
              </a:rPr>
              <a:t>These all  </a:t>
            </a:r>
            <a:r>
              <a:rPr lang="en-IN" sz="4000" b="1" dirty="0" err="1">
                <a:solidFill>
                  <a:srgbClr val="C00000"/>
                </a:solidFill>
              </a:rPr>
              <a:t>All</a:t>
            </a:r>
            <a:r>
              <a:rPr lang="en-IN" sz="4000" b="1" dirty="0">
                <a:solidFill>
                  <a:srgbClr val="C00000"/>
                </a:solidFill>
              </a:rPr>
              <a:t> these </a:t>
            </a:r>
            <a:r>
              <a:rPr lang="en-IN" sz="4000" dirty="0"/>
              <a:t>(1)/ mangoes (2)/ are ripe. (3)/ No error. (4)</a:t>
            </a:r>
          </a:p>
          <a:p>
            <a:r>
              <a:rPr lang="en-IN" sz="4000" dirty="0"/>
              <a:t>The students were (1)/ awaiting </a:t>
            </a:r>
            <a:r>
              <a:rPr lang="en-IN" sz="4000" strike="sngStrike" dirty="0">
                <a:solidFill>
                  <a:srgbClr val="C00000"/>
                </a:solidFill>
              </a:rPr>
              <a:t>for</a:t>
            </a:r>
            <a:r>
              <a:rPr lang="en-IN" sz="4000" dirty="0"/>
              <a:t> (2)/ the arrival of the chief guest. (3)/ No error. (4</a:t>
            </a:r>
            <a:r>
              <a:rPr lang="en-IN" sz="4000" b="1" dirty="0">
                <a:solidFill>
                  <a:srgbClr val="C00000"/>
                </a:solidFill>
              </a:rPr>
              <a:t>)(or waiting for the arrival)</a:t>
            </a:r>
          </a:p>
          <a:p>
            <a:r>
              <a:rPr lang="en-IN" sz="4000" dirty="0"/>
              <a:t>Neither the girl nor her </a:t>
            </a:r>
            <a:r>
              <a:rPr lang="en-IN" sz="4000" b="1" dirty="0">
                <a:solidFill>
                  <a:srgbClr val="C00000"/>
                </a:solidFill>
              </a:rPr>
              <a:t>parents</a:t>
            </a:r>
            <a:r>
              <a:rPr lang="en-IN" sz="4000" dirty="0"/>
              <a:t> (1)/ </a:t>
            </a:r>
            <a:r>
              <a:rPr lang="en-IN" sz="4000" b="1" strike="sngStrike" dirty="0">
                <a:solidFill>
                  <a:srgbClr val="C00000"/>
                </a:solidFill>
              </a:rPr>
              <a:t>was</a:t>
            </a:r>
            <a:r>
              <a:rPr lang="en-IN" sz="4000" dirty="0"/>
              <a:t> </a:t>
            </a:r>
            <a:r>
              <a:rPr lang="en-IN" sz="4000" b="1" dirty="0">
                <a:solidFill>
                  <a:srgbClr val="C00000"/>
                </a:solidFill>
              </a:rPr>
              <a:t>were</a:t>
            </a:r>
            <a:r>
              <a:rPr lang="en-IN" sz="4000" dirty="0"/>
              <a:t> present (2)/ to receive the award. (3)/ No error. (4)</a:t>
            </a:r>
          </a:p>
          <a:p>
            <a:r>
              <a:rPr lang="en-IN" sz="4000" dirty="0"/>
              <a:t>It being a rainy day (1)/ I </a:t>
            </a:r>
            <a:r>
              <a:rPr lang="en-IN" sz="4000" b="1" strike="sngStrike" dirty="0">
                <a:solidFill>
                  <a:srgbClr val="C00000"/>
                </a:solidFill>
              </a:rPr>
              <a:t>will</a:t>
            </a:r>
            <a:r>
              <a:rPr lang="en-IN" sz="4000" dirty="0"/>
              <a:t> have </a:t>
            </a:r>
            <a:r>
              <a:rPr lang="en-IN" sz="4000" b="1" strike="sngStrike" dirty="0">
                <a:solidFill>
                  <a:srgbClr val="C00000"/>
                </a:solidFill>
              </a:rPr>
              <a:t>decide</a:t>
            </a:r>
            <a:r>
              <a:rPr lang="en-IN" sz="4000" dirty="0"/>
              <a:t> </a:t>
            </a:r>
            <a:r>
              <a:rPr lang="en-IN" sz="4000" b="1" dirty="0">
                <a:solidFill>
                  <a:srgbClr val="C00000"/>
                </a:solidFill>
              </a:rPr>
              <a:t>decided</a:t>
            </a:r>
            <a:r>
              <a:rPr lang="en-IN" sz="4000" dirty="0"/>
              <a:t>  to skip work (2)/ and stay at home. (3)/ No error (4)	</a:t>
            </a:r>
          </a:p>
        </p:txBody>
      </p:sp>
    </p:spTree>
    <p:extLst>
      <p:ext uri="{BB962C8B-B14F-4D97-AF65-F5344CB8AC3E}">
        <p14:creationId xmlns:p14="http://schemas.microsoft.com/office/powerpoint/2010/main" val="7829479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13E03-2C39-BBD1-33D9-A61699B75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691"/>
            <a:ext cx="10515600" cy="6052272"/>
          </a:xfrm>
        </p:spPr>
        <p:txBody>
          <a:bodyPr>
            <a:normAutofit fontScale="92500"/>
          </a:bodyPr>
          <a:lstStyle/>
          <a:p>
            <a:r>
              <a:rPr lang="en-IN" sz="4400" dirty="0"/>
              <a:t>94.A lot of money (1)/ were spent (2)/ on the common wealth games. (3)/ No error. (4)</a:t>
            </a:r>
          </a:p>
          <a:p>
            <a:r>
              <a:rPr lang="en-IN" sz="4400" dirty="0"/>
              <a:t>95.My brother-in-law(1)/who lives in Mumbai (2)/ have come to stay with us.(3)/ No error (4)</a:t>
            </a:r>
          </a:p>
          <a:p>
            <a:r>
              <a:rPr lang="en-IN" sz="4400" dirty="0"/>
              <a:t>96.My friend Anu (1)/is one of the best tennis player (2)/ in the country. (3)/ No error (4)</a:t>
            </a:r>
          </a:p>
          <a:p>
            <a:r>
              <a:rPr lang="en-IN" sz="4400" dirty="0"/>
              <a:t>97.The </a:t>
            </a:r>
            <a:r>
              <a:rPr lang="en-IN" sz="4400" dirty="0" err="1"/>
              <a:t>cattles</a:t>
            </a:r>
            <a:r>
              <a:rPr lang="en-IN" sz="4400" dirty="0"/>
              <a:t> (1)/ are grazing (2)/ in the fields. (3)/ No error (4)</a:t>
            </a:r>
          </a:p>
        </p:txBody>
      </p:sp>
    </p:spTree>
    <p:extLst>
      <p:ext uri="{BB962C8B-B14F-4D97-AF65-F5344CB8AC3E}">
        <p14:creationId xmlns:p14="http://schemas.microsoft.com/office/powerpoint/2010/main" val="17693101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398AF-CCAB-9888-53F1-0FC6FE591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D70D3-8C69-4799-0762-8BEF13538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691"/>
            <a:ext cx="10515600" cy="6052272"/>
          </a:xfrm>
        </p:spPr>
        <p:txBody>
          <a:bodyPr>
            <a:normAutofit fontScale="92500"/>
          </a:bodyPr>
          <a:lstStyle/>
          <a:p>
            <a:r>
              <a:rPr lang="en-IN" sz="4400" b="1" dirty="0">
                <a:solidFill>
                  <a:srgbClr val="C00000"/>
                </a:solidFill>
              </a:rPr>
              <a:t>A lot </a:t>
            </a:r>
            <a:r>
              <a:rPr lang="en-IN" sz="4400" dirty="0"/>
              <a:t>of money (1)/ </a:t>
            </a:r>
            <a:r>
              <a:rPr lang="en-IN" sz="4400" b="1" dirty="0">
                <a:solidFill>
                  <a:srgbClr val="C00000"/>
                </a:solidFill>
              </a:rPr>
              <a:t>was </a:t>
            </a:r>
            <a:r>
              <a:rPr lang="en-IN" sz="4400" b="1" strike="sngStrike" dirty="0">
                <a:solidFill>
                  <a:srgbClr val="C00000"/>
                </a:solidFill>
              </a:rPr>
              <a:t>were</a:t>
            </a:r>
            <a:r>
              <a:rPr lang="en-IN" sz="4400" b="1" dirty="0">
                <a:solidFill>
                  <a:srgbClr val="C00000"/>
                </a:solidFill>
              </a:rPr>
              <a:t> </a:t>
            </a:r>
            <a:r>
              <a:rPr lang="en-IN" sz="4400" dirty="0"/>
              <a:t>spent (2)/ on the common wealth games. (3)/ No error. (4)</a:t>
            </a:r>
          </a:p>
          <a:p>
            <a:r>
              <a:rPr lang="en-IN" sz="4400" b="1" dirty="0">
                <a:solidFill>
                  <a:srgbClr val="C00000"/>
                </a:solidFill>
              </a:rPr>
              <a:t>My brother-in-law</a:t>
            </a:r>
            <a:r>
              <a:rPr lang="en-IN" sz="4400" dirty="0"/>
              <a:t>(1)/who lives in Mumbai (2)/ </a:t>
            </a:r>
            <a:r>
              <a:rPr lang="en-IN" sz="4400" b="1" dirty="0">
                <a:solidFill>
                  <a:srgbClr val="C00000"/>
                </a:solidFill>
              </a:rPr>
              <a:t>has </a:t>
            </a:r>
            <a:r>
              <a:rPr lang="en-IN" sz="4400" b="1" strike="sngStrike" dirty="0">
                <a:solidFill>
                  <a:srgbClr val="C00000"/>
                </a:solidFill>
              </a:rPr>
              <a:t>have</a:t>
            </a:r>
            <a:r>
              <a:rPr lang="en-IN" sz="4400" b="1" dirty="0">
                <a:solidFill>
                  <a:srgbClr val="C00000"/>
                </a:solidFill>
              </a:rPr>
              <a:t> </a:t>
            </a:r>
            <a:r>
              <a:rPr lang="en-IN" sz="4400" dirty="0"/>
              <a:t>come to stay with us.(3)/ No error (4)</a:t>
            </a:r>
          </a:p>
          <a:p>
            <a:r>
              <a:rPr lang="en-IN" sz="4400" dirty="0"/>
              <a:t>My friend Anu (1)/is</a:t>
            </a:r>
            <a:r>
              <a:rPr lang="en-IN" sz="4400" b="1" dirty="0">
                <a:solidFill>
                  <a:srgbClr val="C00000"/>
                </a:solidFill>
              </a:rPr>
              <a:t> one </a:t>
            </a:r>
            <a:r>
              <a:rPr lang="en-IN" sz="4400" dirty="0"/>
              <a:t>of the best tennis </a:t>
            </a:r>
            <a:r>
              <a:rPr lang="en-IN" sz="4400" b="1" strike="sngStrike" dirty="0">
                <a:solidFill>
                  <a:srgbClr val="C00000"/>
                </a:solidFill>
              </a:rPr>
              <a:t>player</a:t>
            </a:r>
            <a:r>
              <a:rPr lang="en-IN" sz="4400" dirty="0"/>
              <a:t> </a:t>
            </a:r>
            <a:r>
              <a:rPr lang="en-IN" sz="4400" b="1" dirty="0">
                <a:solidFill>
                  <a:srgbClr val="C00000"/>
                </a:solidFill>
              </a:rPr>
              <a:t>players </a:t>
            </a:r>
            <a:r>
              <a:rPr lang="en-IN" sz="4400" dirty="0"/>
              <a:t>(2)/ in the country. (3)/ No error (4)</a:t>
            </a:r>
          </a:p>
          <a:p>
            <a:r>
              <a:rPr lang="en-IN" sz="4400" b="1" strike="sngStrike" dirty="0">
                <a:solidFill>
                  <a:srgbClr val="C00000"/>
                </a:solidFill>
              </a:rPr>
              <a:t>The </a:t>
            </a:r>
            <a:r>
              <a:rPr lang="en-IN" sz="4400" b="1" strike="sngStrike" dirty="0" err="1">
                <a:solidFill>
                  <a:srgbClr val="C00000"/>
                </a:solidFill>
              </a:rPr>
              <a:t>cattles</a:t>
            </a:r>
            <a:r>
              <a:rPr lang="en-IN" sz="4400" b="1" strike="sngStrike" dirty="0">
                <a:solidFill>
                  <a:srgbClr val="C00000"/>
                </a:solidFill>
              </a:rPr>
              <a:t>  </a:t>
            </a:r>
            <a:r>
              <a:rPr lang="en-IN" sz="4400" b="1" dirty="0">
                <a:solidFill>
                  <a:srgbClr val="C00000"/>
                </a:solidFill>
              </a:rPr>
              <a:t>The cattle</a:t>
            </a:r>
            <a:r>
              <a:rPr lang="en-IN" sz="4400" dirty="0"/>
              <a:t>(1)/ are grazing (2)/ in the fields. (3)/ No error (4)</a:t>
            </a:r>
          </a:p>
        </p:txBody>
      </p:sp>
    </p:spTree>
    <p:extLst>
      <p:ext uri="{BB962C8B-B14F-4D97-AF65-F5344CB8AC3E}">
        <p14:creationId xmlns:p14="http://schemas.microsoft.com/office/powerpoint/2010/main" val="22469493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648E6-E8BA-930C-5164-8EE04C730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8373"/>
            <a:ext cx="10515600" cy="5688590"/>
          </a:xfrm>
        </p:spPr>
        <p:txBody>
          <a:bodyPr/>
          <a:lstStyle/>
          <a:p>
            <a:r>
              <a:rPr lang="en-IN" sz="3600" dirty="0"/>
              <a:t>98.Many persons must have read(1)/The Arabian Nights', (2)/ which is very interesting. (3)/ No error (4)</a:t>
            </a:r>
          </a:p>
          <a:p>
            <a:r>
              <a:rPr lang="en-IN" sz="3600" dirty="0"/>
              <a:t>99.His parents does not (1) / approve of (2)/ his business. (3)/ No error (4)</a:t>
            </a:r>
          </a:p>
          <a:p>
            <a:r>
              <a:rPr lang="en-IN" sz="3600" dirty="0"/>
              <a:t>100.The behaviour of young (1)/ boys are the subject of (2)/ comment the world over. (3)/ No error (4)</a:t>
            </a:r>
          </a:p>
          <a:p>
            <a:r>
              <a:rPr lang="en-IN" sz="3600" dirty="0"/>
              <a:t>101. They dreamed of a society (1)/ where everyone (2)/ were equal. (3)/ No error (4)</a:t>
            </a:r>
          </a:p>
          <a:p>
            <a:r>
              <a:rPr lang="en-IN" sz="3600" dirty="0"/>
              <a:t>102.The box of eggs (1)/ are lying (2)/ on the table. (3)/ No error (4)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5670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A3888-DDFE-F49C-BAB2-1D8FB1C89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AFE73-FC32-3938-6721-F09933DB7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8373"/>
            <a:ext cx="10515600" cy="5688590"/>
          </a:xfrm>
        </p:spPr>
        <p:txBody>
          <a:bodyPr/>
          <a:lstStyle/>
          <a:p>
            <a:r>
              <a:rPr lang="en-IN" sz="3600" dirty="0"/>
              <a:t>Many </a:t>
            </a:r>
            <a:r>
              <a:rPr lang="en-IN" sz="3600" b="1" strike="sngStrike" dirty="0">
                <a:solidFill>
                  <a:srgbClr val="C00000"/>
                </a:solidFill>
              </a:rPr>
              <a:t>persons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C00000"/>
                </a:solidFill>
              </a:rPr>
              <a:t>people</a:t>
            </a:r>
            <a:r>
              <a:rPr lang="en-IN" sz="3600" dirty="0"/>
              <a:t> must have read(1)/The Arabian Nights', (2)/ which is very interesting. (3)/ No error (4)</a:t>
            </a:r>
          </a:p>
          <a:p>
            <a:r>
              <a:rPr lang="en-IN" sz="3600" dirty="0"/>
              <a:t>His </a:t>
            </a:r>
            <a:r>
              <a:rPr lang="en-IN" sz="3600" b="1" dirty="0">
                <a:solidFill>
                  <a:srgbClr val="C00000"/>
                </a:solidFill>
              </a:rPr>
              <a:t>parents </a:t>
            </a:r>
            <a:r>
              <a:rPr lang="en-IN" sz="3600" b="1" strike="sngStrike" dirty="0">
                <a:solidFill>
                  <a:srgbClr val="C00000"/>
                </a:solidFill>
              </a:rPr>
              <a:t>does</a:t>
            </a:r>
            <a:r>
              <a:rPr lang="en-IN" sz="3600" b="1" dirty="0">
                <a:solidFill>
                  <a:srgbClr val="C00000"/>
                </a:solidFill>
              </a:rPr>
              <a:t> do </a:t>
            </a:r>
            <a:r>
              <a:rPr lang="en-IN" sz="3600" dirty="0"/>
              <a:t>not (1) / approve of (2)/ his business. (3)/ No error (4)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The behaviour </a:t>
            </a:r>
            <a:r>
              <a:rPr lang="en-IN" sz="3600" dirty="0"/>
              <a:t>of young (1)/ boys </a:t>
            </a:r>
            <a:r>
              <a:rPr lang="en-IN" sz="3600" b="1" strike="sngStrike" dirty="0">
                <a:solidFill>
                  <a:srgbClr val="C00000"/>
                </a:solidFill>
              </a:rPr>
              <a:t>are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C00000"/>
                </a:solidFill>
              </a:rPr>
              <a:t>is</a:t>
            </a:r>
            <a:r>
              <a:rPr lang="en-IN" sz="3600" dirty="0"/>
              <a:t> the subject of (2)/ comment the world over. (3)/ No error (4)</a:t>
            </a:r>
          </a:p>
          <a:p>
            <a:r>
              <a:rPr lang="en-IN" sz="3600" dirty="0"/>
              <a:t>. They dreamed of a society (1)/ where </a:t>
            </a:r>
            <a:r>
              <a:rPr lang="en-IN" sz="3600" b="1" dirty="0">
                <a:solidFill>
                  <a:srgbClr val="C00000"/>
                </a:solidFill>
              </a:rPr>
              <a:t>everyone</a:t>
            </a:r>
            <a:r>
              <a:rPr lang="en-IN" sz="3600" dirty="0"/>
              <a:t> (2)/ </a:t>
            </a:r>
            <a:r>
              <a:rPr lang="en-IN" sz="3600" b="1" dirty="0">
                <a:solidFill>
                  <a:srgbClr val="C00000"/>
                </a:solidFill>
              </a:rPr>
              <a:t>was </a:t>
            </a:r>
            <a:r>
              <a:rPr lang="en-IN" sz="3600" b="1" strike="sngStrike" dirty="0">
                <a:solidFill>
                  <a:srgbClr val="C00000"/>
                </a:solidFill>
              </a:rPr>
              <a:t>were</a:t>
            </a:r>
            <a:r>
              <a:rPr lang="en-IN" sz="3600" b="1" dirty="0">
                <a:solidFill>
                  <a:srgbClr val="C00000"/>
                </a:solidFill>
              </a:rPr>
              <a:t> </a:t>
            </a:r>
            <a:r>
              <a:rPr lang="en-IN" sz="3600" dirty="0"/>
              <a:t>equal. (3)/ No error (4)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The box </a:t>
            </a:r>
            <a:r>
              <a:rPr lang="en-IN" sz="3600" dirty="0"/>
              <a:t>of eggs (1)/ </a:t>
            </a:r>
            <a:r>
              <a:rPr lang="en-IN" sz="3600" b="1" strike="sngStrike" dirty="0">
                <a:solidFill>
                  <a:srgbClr val="C00000"/>
                </a:solidFill>
              </a:rPr>
              <a:t>are</a:t>
            </a:r>
            <a:r>
              <a:rPr lang="en-IN" sz="3600" b="1" dirty="0">
                <a:solidFill>
                  <a:srgbClr val="C00000"/>
                </a:solidFill>
              </a:rPr>
              <a:t> is </a:t>
            </a:r>
            <a:r>
              <a:rPr lang="en-IN" sz="3600" dirty="0"/>
              <a:t>lying (2)/ on the table. (3)/ No error (4)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7317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FD4B4-B7DE-6613-9B16-3ED9B64E0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8764"/>
            <a:ext cx="10515600" cy="5678199"/>
          </a:xfrm>
        </p:spPr>
        <p:txBody>
          <a:bodyPr>
            <a:normAutofit/>
          </a:bodyPr>
          <a:lstStyle/>
          <a:p>
            <a:r>
              <a:rPr lang="en-IN" sz="3600" dirty="0"/>
              <a:t>103.One of the most (1)/ widely spread (2)/ bad habit is the use of tobacco. (3)/ No error (4).</a:t>
            </a:r>
          </a:p>
          <a:p>
            <a:r>
              <a:rPr lang="en-IN" sz="3600" dirty="0"/>
              <a:t>104.The whole block of flats (1)/ including two shops were (2)/ destroyed in fire. (3)/ No error (4)</a:t>
            </a:r>
          </a:p>
          <a:p>
            <a:r>
              <a:rPr lang="en-IN" sz="3600" dirty="0"/>
              <a:t>105.The new device (1)/ aims at eliminating (2)/ the risk of short - circuiting. (3) / No error (4)</a:t>
            </a:r>
          </a:p>
          <a:p>
            <a:r>
              <a:rPr lang="en-IN" sz="3600" dirty="0"/>
              <a:t>106.One of my friends (1)/ are (2)/an I.A.S officer. (3)/ No error (4)</a:t>
            </a:r>
          </a:p>
          <a:p>
            <a:r>
              <a:rPr lang="en-IN" sz="3600" dirty="0"/>
              <a:t>107.The Arabian Nights’ (1)/ are enjoyed (2)/ by all kinds of readers. (3)/ No error (4).</a:t>
            </a:r>
          </a:p>
        </p:txBody>
      </p:sp>
    </p:spTree>
    <p:extLst>
      <p:ext uri="{BB962C8B-B14F-4D97-AF65-F5344CB8AC3E}">
        <p14:creationId xmlns:p14="http://schemas.microsoft.com/office/powerpoint/2010/main" val="31046804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376B7-9C60-EA15-D9EC-C8DB25A58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7EE8F-6E42-3FB3-3AC6-B44EA7E50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8764"/>
            <a:ext cx="10515600" cy="5678199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</a:rPr>
              <a:t>One</a:t>
            </a:r>
            <a:r>
              <a:rPr lang="en-IN" sz="3600" dirty="0"/>
              <a:t> </a:t>
            </a:r>
            <a:r>
              <a:rPr lang="en-IN" sz="3600" dirty="0">
                <a:solidFill>
                  <a:srgbClr val="002060"/>
                </a:solidFill>
              </a:rPr>
              <a:t>of the most (1)/ widely spread (2)/ bad </a:t>
            </a:r>
            <a:r>
              <a:rPr lang="en-IN" sz="3600" b="1" strike="sngStrike" dirty="0">
                <a:solidFill>
                  <a:srgbClr val="002060"/>
                </a:solidFill>
              </a:rPr>
              <a:t>habit</a:t>
            </a:r>
            <a:r>
              <a:rPr lang="en-IN" sz="3600" dirty="0">
                <a:solidFill>
                  <a:srgbClr val="002060"/>
                </a:solidFill>
              </a:rPr>
              <a:t> </a:t>
            </a:r>
            <a:r>
              <a:rPr lang="en-IN" sz="3600" b="1" dirty="0">
                <a:solidFill>
                  <a:srgbClr val="C00000"/>
                </a:solidFill>
              </a:rPr>
              <a:t>habits</a:t>
            </a:r>
            <a:r>
              <a:rPr lang="en-IN" sz="3600" dirty="0"/>
              <a:t> is the use of tobacco. (3)/ No error (4).</a:t>
            </a:r>
          </a:p>
          <a:p>
            <a:r>
              <a:rPr lang="en-IN" sz="3600" dirty="0"/>
              <a:t>The whole </a:t>
            </a:r>
            <a:r>
              <a:rPr lang="en-IN" sz="3600" b="1" dirty="0">
                <a:solidFill>
                  <a:srgbClr val="C00000"/>
                </a:solidFill>
              </a:rPr>
              <a:t>block</a:t>
            </a:r>
            <a:r>
              <a:rPr lang="en-IN" sz="3600" dirty="0"/>
              <a:t> of flats (1)/ </a:t>
            </a:r>
            <a:r>
              <a:rPr lang="en-IN" sz="3600" dirty="0">
                <a:solidFill>
                  <a:srgbClr val="002060"/>
                </a:solidFill>
              </a:rPr>
              <a:t>including two shops </a:t>
            </a:r>
            <a:r>
              <a:rPr lang="en-IN" sz="3600" b="1" dirty="0">
                <a:solidFill>
                  <a:srgbClr val="C00000"/>
                </a:solidFill>
              </a:rPr>
              <a:t>was </a:t>
            </a:r>
            <a:r>
              <a:rPr lang="en-IN" sz="3600" b="1" strike="sngStrike" dirty="0">
                <a:solidFill>
                  <a:srgbClr val="C00000"/>
                </a:solidFill>
              </a:rPr>
              <a:t>were</a:t>
            </a:r>
            <a:r>
              <a:rPr lang="en-IN" sz="3600" strike="sngStrike" dirty="0"/>
              <a:t> </a:t>
            </a:r>
            <a:r>
              <a:rPr lang="en-IN" sz="3600" dirty="0"/>
              <a:t>(2)/ destroyed in fire. (3)/ No error (4)</a:t>
            </a:r>
          </a:p>
          <a:p>
            <a:r>
              <a:rPr lang="en-IN" sz="3600" dirty="0"/>
              <a:t>The new device (1)/ aims at eliminating (2)/ the risk of short - circuiting. (3) / </a:t>
            </a:r>
            <a:r>
              <a:rPr lang="en-IN" sz="3600" b="1" dirty="0">
                <a:solidFill>
                  <a:srgbClr val="C00000"/>
                </a:solidFill>
              </a:rPr>
              <a:t>No error </a:t>
            </a:r>
            <a:r>
              <a:rPr lang="en-IN" sz="3600" dirty="0"/>
              <a:t>(4)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One </a:t>
            </a:r>
            <a:r>
              <a:rPr lang="en-IN" sz="3600" dirty="0"/>
              <a:t>of my friends (1)/ </a:t>
            </a:r>
            <a:r>
              <a:rPr lang="en-IN" sz="3600" b="1" dirty="0">
                <a:solidFill>
                  <a:srgbClr val="C00000"/>
                </a:solidFill>
              </a:rPr>
              <a:t>is </a:t>
            </a:r>
            <a:r>
              <a:rPr lang="en-IN" sz="3600" b="1" strike="sngStrike" dirty="0">
                <a:solidFill>
                  <a:srgbClr val="C00000"/>
                </a:solidFill>
              </a:rPr>
              <a:t>are</a:t>
            </a:r>
            <a:r>
              <a:rPr lang="en-IN" sz="3600" b="1" dirty="0">
                <a:solidFill>
                  <a:srgbClr val="C00000"/>
                </a:solidFill>
              </a:rPr>
              <a:t> </a:t>
            </a:r>
            <a:r>
              <a:rPr lang="en-IN" sz="3600" dirty="0"/>
              <a:t>(2)/an I.A.S officer. (3)/ No error (4)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The Arabian Nights</a:t>
            </a:r>
            <a:r>
              <a:rPr lang="en-IN" sz="3600" dirty="0"/>
              <a:t>’ (1)/ </a:t>
            </a:r>
            <a:r>
              <a:rPr lang="en-IN" sz="3600" b="1" dirty="0">
                <a:solidFill>
                  <a:srgbClr val="C00000"/>
                </a:solidFill>
              </a:rPr>
              <a:t>is </a:t>
            </a:r>
            <a:r>
              <a:rPr lang="en-IN" sz="3600" b="1" strike="sngStrike" dirty="0">
                <a:solidFill>
                  <a:srgbClr val="C00000"/>
                </a:solidFill>
              </a:rPr>
              <a:t>are</a:t>
            </a:r>
            <a:r>
              <a:rPr lang="en-IN" sz="3600" b="1" dirty="0">
                <a:solidFill>
                  <a:srgbClr val="C00000"/>
                </a:solidFill>
              </a:rPr>
              <a:t> </a:t>
            </a:r>
            <a:r>
              <a:rPr lang="en-IN" sz="3600" dirty="0"/>
              <a:t>enjoyed (2)/ by all kinds of readers. (3)/ No error (4).</a:t>
            </a:r>
          </a:p>
        </p:txBody>
      </p:sp>
    </p:spTree>
    <p:extLst>
      <p:ext uri="{BB962C8B-B14F-4D97-AF65-F5344CB8AC3E}">
        <p14:creationId xmlns:p14="http://schemas.microsoft.com/office/powerpoint/2010/main" val="1080632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93BFC-91E6-E106-882B-EDE79EB42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36"/>
            <a:ext cx="10515600" cy="6369628"/>
          </a:xfrm>
        </p:spPr>
        <p:txBody>
          <a:bodyPr>
            <a:normAutofit/>
          </a:bodyPr>
          <a:lstStyle/>
          <a:p>
            <a:r>
              <a:rPr lang="en-IN" dirty="0"/>
              <a:t>108.Neither of the girls (1)/ were willing to (2) / accept the proposal. (3)/ No error (4) </a:t>
            </a:r>
          </a:p>
          <a:p>
            <a:r>
              <a:rPr lang="en-IN" dirty="0"/>
              <a:t>109.Many a man (1)/ have come to India from Bangladesh (2)/to live here permanently. (3)/ No error. (4) </a:t>
            </a:r>
          </a:p>
          <a:p>
            <a:r>
              <a:rPr lang="en-IN" dirty="0"/>
              <a:t>110.Knowledge and wisdom makes (1)/ an individual truly complete (2)/ and self-assured. (3)/ No error. (4)</a:t>
            </a:r>
          </a:p>
          <a:p>
            <a:r>
              <a:rPr lang="en-IN" dirty="0"/>
              <a:t>111.One of the boys(1)/ who always give the correct answer (2)/ is Samuel. (3)/ No error. (4) </a:t>
            </a:r>
          </a:p>
          <a:p>
            <a:r>
              <a:rPr lang="en-IN" dirty="0"/>
              <a:t>112.One should respect (1)/ the religions of others (2)/ as much as his own. (3)/ No error. (4) </a:t>
            </a:r>
          </a:p>
          <a:p>
            <a:r>
              <a:rPr lang="en-IN" dirty="0"/>
              <a:t>113. I told the teacher (1)/ that the homework set for the day (2)/ was much too heavy for us to complete. (3)/ No error. (4)</a:t>
            </a:r>
          </a:p>
        </p:txBody>
      </p:sp>
    </p:spTree>
    <p:extLst>
      <p:ext uri="{BB962C8B-B14F-4D97-AF65-F5344CB8AC3E}">
        <p14:creationId xmlns:p14="http://schemas.microsoft.com/office/powerpoint/2010/main" val="27767748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FD19B-2C97-4515-05A8-DD4CD57A5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76D7D-65D3-5EA8-3F5A-13711EDC9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36"/>
            <a:ext cx="10515600" cy="6369628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Neither</a:t>
            </a:r>
            <a:r>
              <a:rPr lang="en-IN" dirty="0"/>
              <a:t> of the girls (1)/ </a:t>
            </a:r>
            <a:r>
              <a:rPr lang="en-IN" b="1" dirty="0">
                <a:solidFill>
                  <a:srgbClr val="C00000"/>
                </a:solidFill>
              </a:rPr>
              <a:t>was </a:t>
            </a:r>
            <a:r>
              <a:rPr lang="en-IN" b="1" strike="sngStrike" dirty="0">
                <a:solidFill>
                  <a:srgbClr val="C00000"/>
                </a:solidFill>
              </a:rPr>
              <a:t>were</a:t>
            </a:r>
            <a:r>
              <a:rPr lang="en-IN" b="1" dirty="0">
                <a:solidFill>
                  <a:srgbClr val="C00000"/>
                </a:solidFill>
              </a:rPr>
              <a:t> </a:t>
            </a:r>
            <a:r>
              <a:rPr lang="en-IN" dirty="0"/>
              <a:t>willing to (2) / accept the proposal. (3)/ No error (4) </a:t>
            </a:r>
          </a:p>
          <a:p>
            <a:r>
              <a:rPr lang="en-IN" b="1" dirty="0">
                <a:solidFill>
                  <a:srgbClr val="C00000"/>
                </a:solidFill>
              </a:rPr>
              <a:t>Many a </a:t>
            </a:r>
            <a:r>
              <a:rPr lang="en-IN" dirty="0"/>
              <a:t>man (1)/ </a:t>
            </a:r>
            <a:r>
              <a:rPr lang="en-IN" b="1" strike="sngStrike" dirty="0">
                <a:solidFill>
                  <a:srgbClr val="C00000"/>
                </a:solidFill>
              </a:rPr>
              <a:t>have</a:t>
            </a:r>
            <a:r>
              <a:rPr lang="en-IN" b="1" dirty="0">
                <a:solidFill>
                  <a:srgbClr val="C00000"/>
                </a:solidFill>
              </a:rPr>
              <a:t> has  </a:t>
            </a:r>
            <a:r>
              <a:rPr lang="en-IN" dirty="0"/>
              <a:t>come to India from Bangladesh (2)/to live here permanently. (3)/ No error. (4) </a:t>
            </a:r>
          </a:p>
          <a:p>
            <a:r>
              <a:rPr lang="en-IN" b="1" dirty="0">
                <a:solidFill>
                  <a:srgbClr val="C00000"/>
                </a:solidFill>
              </a:rPr>
              <a:t>Knowledge </a:t>
            </a:r>
            <a:r>
              <a:rPr lang="en-IN" dirty="0"/>
              <a:t>and </a:t>
            </a:r>
            <a:r>
              <a:rPr lang="en-IN" b="1" dirty="0">
                <a:solidFill>
                  <a:srgbClr val="C00000"/>
                </a:solidFill>
              </a:rPr>
              <a:t>wisdom</a:t>
            </a:r>
            <a:r>
              <a:rPr lang="en-IN" dirty="0"/>
              <a:t> </a:t>
            </a:r>
            <a:r>
              <a:rPr lang="en-IN" b="1" strike="sngStrike" dirty="0">
                <a:solidFill>
                  <a:srgbClr val="C00000"/>
                </a:solidFill>
              </a:rPr>
              <a:t>makes</a:t>
            </a:r>
            <a:r>
              <a:rPr lang="en-IN" b="1" dirty="0">
                <a:solidFill>
                  <a:srgbClr val="C00000"/>
                </a:solidFill>
              </a:rPr>
              <a:t> make  </a:t>
            </a:r>
            <a:r>
              <a:rPr lang="en-IN" dirty="0"/>
              <a:t>(1)/ an individual truly complete (2)/ and self-assured. (3)/ No error. (4</a:t>
            </a:r>
            <a:r>
              <a:rPr lang="en-IN" b="1" dirty="0">
                <a:solidFill>
                  <a:srgbClr val="C00000"/>
                </a:solidFill>
              </a:rPr>
              <a:t>)(compound subject)</a:t>
            </a:r>
          </a:p>
          <a:p>
            <a:r>
              <a:rPr lang="en-IN" dirty="0"/>
              <a:t>One of the </a:t>
            </a:r>
            <a:r>
              <a:rPr lang="en-IN" b="1" dirty="0">
                <a:solidFill>
                  <a:srgbClr val="C00000"/>
                </a:solidFill>
              </a:rPr>
              <a:t>boys</a:t>
            </a:r>
            <a:r>
              <a:rPr lang="en-IN" dirty="0"/>
              <a:t>(1)/ </a:t>
            </a:r>
            <a:r>
              <a:rPr lang="en-IN" dirty="0">
                <a:solidFill>
                  <a:srgbClr val="002060"/>
                </a:solidFill>
              </a:rPr>
              <a:t>who always </a:t>
            </a:r>
            <a:r>
              <a:rPr lang="en-IN" b="1" strike="sngStrike" dirty="0">
                <a:solidFill>
                  <a:srgbClr val="C00000"/>
                </a:solidFill>
              </a:rPr>
              <a:t>gives</a:t>
            </a:r>
            <a:r>
              <a:rPr lang="en-IN" b="1" dirty="0">
                <a:solidFill>
                  <a:srgbClr val="C00000"/>
                </a:solidFill>
              </a:rPr>
              <a:t> give </a:t>
            </a:r>
            <a:r>
              <a:rPr lang="en-IN" dirty="0">
                <a:solidFill>
                  <a:srgbClr val="002060"/>
                </a:solidFill>
              </a:rPr>
              <a:t>the correct answer </a:t>
            </a:r>
            <a:r>
              <a:rPr lang="en-IN" dirty="0"/>
              <a:t>(2)/ is Samuel. (3)/ No error. (4) </a:t>
            </a:r>
          </a:p>
          <a:p>
            <a:r>
              <a:rPr lang="en-IN" b="1" dirty="0">
                <a:solidFill>
                  <a:srgbClr val="C00000"/>
                </a:solidFill>
              </a:rPr>
              <a:t>One</a:t>
            </a:r>
            <a:r>
              <a:rPr lang="en-IN" dirty="0"/>
              <a:t> should respect (1)/ the religions of others (2)/ as much as </a:t>
            </a:r>
            <a:r>
              <a:rPr lang="en-IN" b="1" strike="sngStrike" dirty="0">
                <a:solidFill>
                  <a:srgbClr val="C00000"/>
                </a:solidFill>
              </a:rPr>
              <a:t>his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one’s </a:t>
            </a:r>
            <a:r>
              <a:rPr lang="en-IN" dirty="0"/>
              <a:t>own. (3)/ No error. (4) </a:t>
            </a:r>
          </a:p>
          <a:p>
            <a:r>
              <a:rPr lang="en-IN" dirty="0"/>
              <a:t>. I told the teacher (1)/ that the homework set for the day (2)/ was much too heavy for us to complete. (3)/ </a:t>
            </a:r>
            <a:r>
              <a:rPr lang="en-IN" b="1" dirty="0">
                <a:solidFill>
                  <a:srgbClr val="C00000"/>
                </a:solidFill>
              </a:rPr>
              <a:t>No error. </a:t>
            </a:r>
            <a:r>
              <a:rPr lang="en-IN" dirty="0"/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1465689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54AF6-F552-5F03-ADE5-7F16F8658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3291"/>
            <a:ext cx="10515600" cy="6338454"/>
          </a:xfrm>
        </p:spPr>
        <p:txBody>
          <a:bodyPr>
            <a:normAutofit lnSpcReduction="10000"/>
          </a:bodyPr>
          <a:lstStyle/>
          <a:p>
            <a:r>
              <a:rPr lang="en-IN" sz="3200" dirty="0"/>
              <a:t>114.Neither he or nor his wife has arrived.</a:t>
            </a:r>
          </a:p>
          <a:p>
            <a:r>
              <a:rPr lang="en-IN" sz="3200" dirty="0"/>
              <a:t>115.When no individual is (1)/responsible there is  are no (2)/ sense (Sub.) of responsibility. (3)/ No error (4).</a:t>
            </a:r>
          </a:p>
          <a:p>
            <a:r>
              <a:rPr lang="en-IN" sz="3200" dirty="0"/>
              <a:t>116. He neither talks too much (1)/ nor he causes any trouble (2)/during the lesson. (3)/ No error (4).</a:t>
            </a:r>
          </a:p>
          <a:p>
            <a:r>
              <a:rPr lang="en-IN" sz="3200" dirty="0"/>
              <a:t>117.Three–fourths of the men (1)/ has have  gone (2)/ to war. (3)/ No error (4) (exception: percent and fraction –subject in the prepositional phrase)</a:t>
            </a:r>
          </a:p>
          <a:p>
            <a:r>
              <a:rPr lang="en-IN" sz="3200" dirty="0"/>
              <a:t>118.Each of the students participating (1)/ in the drawing competition (2)/has  have to bring his own materials.(3)/ No error (4)</a:t>
            </a:r>
          </a:p>
          <a:p>
            <a:r>
              <a:rPr lang="en-IN" sz="3200" dirty="0"/>
              <a:t> 119.The poor man saves the money (1)/ but then he began begins  to worry (2)/ that thieves might take it away.(3)/ No error (4) (tense consistency)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23444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622F1-B3F7-92B9-BDCE-57B784F3B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9A7D8-CCE7-E741-642E-505EA042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3291"/>
            <a:ext cx="10515600" cy="6338454"/>
          </a:xfrm>
        </p:spPr>
        <p:txBody>
          <a:bodyPr>
            <a:normAutofit lnSpcReduction="10000"/>
          </a:bodyPr>
          <a:lstStyle/>
          <a:p>
            <a:r>
              <a:rPr lang="en-IN" sz="3200" b="1" dirty="0">
                <a:solidFill>
                  <a:srgbClr val="C00000"/>
                </a:solidFill>
              </a:rPr>
              <a:t>Neither </a:t>
            </a:r>
            <a:r>
              <a:rPr lang="en-IN" sz="3200" dirty="0"/>
              <a:t>he </a:t>
            </a:r>
            <a:r>
              <a:rPr lang="en-IN" sz="3200" strike="sngStrike" dirty="0">
                <a:solidFill>
                  <a:srgbClr val="C00000"/>
                </a:solidFill>
              </a:rPr>
              <a:t>or</a:t>
            </a:r>
            <a:r>
              <a:rPr lang="en-IN" sz="3200" dirty="0"/>
              <a:t> </a:t>
            </a:r>
            <a:r>
              <a:rPr lang="en-IN" sz="3200" b="1" dirty="0">
                <a:solidFill>
                  <a:srgbClr val="C00000"/>
                </a:solidFill>
              </a:rPr>
              <a:t>nor</a:t>
            </a:r>
            <a:r>
              <a:rPr lang="en-IN" sz="3200" dirty="0"/>
              <a:t> his wife has arrived.</a:t>
            </a:r>
          </a:p>
          <a:p>
            <a:r>
              <a:rPr lang="en-IN" sz="3200" dirty="0"/>
              <a:t>When no individual is (1)/responsible there </a:t>
            </a:r>
            <a:r>
              <a:rPr lang="en-IN" sz="3200" b="1" dirty="0">
                <a:solidFill>
                  <a:srgbClr val="C00000"/>
                </a:solidFill>
              </a:rPr>
              <a:t>is</a:t>
            </a:r>
            <a:r>
              <a:rPr lang="en-IN" sz="3200" dirty="0"/>
              <a:t>  </a:t>
            </a:r>
            <a:r>
              <a:rPr lang="en-IN" sz="3200" b="1" strike="sngStrike" dirty="0">
                <a:solidFill>
                  <a:srgbClr val="C00000"/>
                </a:solidFill>
              </a:rPr>
              <a:t>are</a:t>
            </a:r>
            <a:r>
              <a:rPr lang="en-IN" sz="3200" dirty="0"/>
              <a:t> no (2)/ </a:t>
            </a:r>
            <a:r>
              <a:rPr lang="en-IN" sz="3200" b="1" dirty="0">
                <a:solidFill>
                  <a:srgbClr val="C00000"/>
                </a:solidFill>
              </a:rPr>
              <a:t>sense (Sub.) </a:t>
            </a:r>
            <a:r>
              <a:rPr lang="en-IN" sz="3200" dirty="0"/>
              <a:t>of responsibility. (3)/ No error (4).</a:t>
            </a:r>
          </a:p>
          <a:p>
            <a:r>
              <a:rPr lang="en-IN" sz="3200" dirty="0"/>
              <a:t>. He neither talks too much (1)/ nor</a:t>
            </a:r>
            <a:r>
              <a:rPr lang="en-IN" sz="3200" strike="sngStrike" dirty="0">
                <a:solidFill>
                  <a:srgbClr val="C00000"/>
                </a:solidFill>
              </a:rPr>
              <a:t> he </a:t>
            </a:r>
            <a:r>
              <a:rPr lang="en-IN" sz="3200" dirty="0"/>
              <a:t>causes any trouble (2)/during the lesson. (3)/ No error (4).</a:t>
            </a:r>
          </a:p>
          <a:p>
            <a:r>
              <a:rPr lang="en-IN" sz="3200" dirty="0"/>
              <a:t>Three–fourths </a:t>
            </a:r>
            <a:r>
              <a:rPr lang="en-IN" sz="3200" dirty="0">
                <a:solidFill>
                  <a:srgbClr val="002060"/>
                </a:solidFill>
              </a:rPr>
              <a:t>of the </a:t>
            </a:r>
            <a:r>
              <a:rPr lang="en-IN" sz="3200" b="1" dirty="0">
                <a:solidFill>
                  <a:srgbClr val="C00000"/>
                </a:solidFill>
              </a:rPr>
              <a:t>men</a:t>
            </a:r>
            <a:r>
              <a:rPr lang="en-IN" sz="3200" dirty="0"/>
              <a:t> (1)/ </a:t>
            </a:r>
            <a:r>
              <a:rPr lang="en-IN" sz="3200" b="1" strike="sngStrike" dirty="0">
                <a:solidFill>
                  <a:srgbClr val="C00000"/>
                </a:solidFill>
              </a:rPr>
              <a:t>has</a:t>
            </a:r>
            <a:r>
              <a:rPr lang="en-IN" sz="3200" b="1" dirty="0">
                <a:solidFill>
                  <a:srgbClr val="C00000"/>
                </a:solidFill>
              </a:rPr>
              <a:t> have  </a:t>
            </a:r>
            <a:r>
              <a:rPr lang="en-IN" sz="3200" dirty="0"/>
              <a:t>gone (2)/ to war. (3)/ No error (4) </a:t>
            </a:r>
            <a:r>
              <a:rPr lang="en-IN" sz="3200" b="1" dirty="0">
                <a:solidFill>
                  <a:srgbClr val="C00000"/>
                </a:solidFill>
              </a:rPr>
              <a:t>(exception: percent and fraction –subject in the prepositional phrase)</a:t>
            </a:r>
          </a:p>
          <a:p>
            <a:r>
              <a:rPr lang="en-IN" sz="3200" b="1" dirty="0">
                <a:solidFill>
                  <a:srgbClr val="C00000"/>
                </a:solidFill>
              </a:rPr>
              <a:t>Each </a:t>
            </a:r>
            <a:r>
              <a:rPr lang="en-IN" sz="3200" dirty="0"/>
              <a:t>of the students participating (1)/ in the drawing competition (2)/</a:t>
            </a:r>
            <a:r>
              <a:rPr lang="en-IN" sz="3200" b="1" dirty="0">
                <a:solidFill>
                  <a:srgbClr val="C00000"/>
                </a:solidFill>
              </a:rPr>
              <a:t>has</a:t>
            </a:r>
            <a:r>
              <a:rPr lang="en-IN" sz="3200" dirty="0"/>
              <a:t>  </a:t>
            </a:r>
            <a:r>
              <a:rPr lang="en-IN" sz="3200" b="1" strike="sngStrike" dirty="0">
                <a:solidFill>
                  <a:srgbClr val="C00000"/>
                </a:solidFill>
              </a:rPr>
              <a:t>have </a:t>
            </a:r>
            <a:r>
              <a:rPr lang="en-IN" sz="3200" dirty="0"/>
              <a:t>to bring his own materials.(3)/ No error (4)</a:t>
            </a:r>
          </a:p>
          <a:p>
            <a:r>
              <a:rPr lang="en-IN" sz="3200" dirty="0"/>
              <a:t> The </a:t>
            </a:r>
            <a:r>
              <a:rPr lang="en-IN" sz="3200" b="1" dirty="0">
                <a:solidFill>
                  <a:srgbClr val="C00000"/>
                </a:solidFill>
              </a:rPr>
              <a:t>poor man saves </a:t>
            </a:r>
            <a:r>
              <a:rPr lang="en-IN" sz="3200" dirty="0"/>
              <a:t>the money (1)/ but then </a:t>
            </a:r>
            <a:r>
              <a:rPr lang="en-IN" sz="3200" b="1" dirty="0">
                <a:solidFill>
                  <a:srgbClr val="C00000"/>
                </a:solidFill>
              </a:rPr>
              <a:t>he </a:t>
            </a:r>
            <a:r>
              <a:rPr lang="en-IN" sz="3200" b="1" strike="sngStrike" dirty="0">
                <a:solidFill>
                  <a:srgbClr val="C00000"/>
                </a:solidFill>
              </a:rPr>
              <a:t>began</a:t>
            </a:r>
            <a:r>
              <a:rPr lang="en-IN" sz="3200" b="1" dirty="0">
                <a:solidFill>
                  <a:srgbClr val="C00000"/>
                </a:solidFill>
              </a:rPr>
              <a:t> begins  </a:t>
            </a:r>
            <a:r>
              <a:rPr lang="en-IN" sz="3200" dirty="0"/>
              <a:t>to worry (2)/ that thieves might take it away.(3)/ No error (4) </a:t>
            </a:r>
            <a:r>
              <a:rPr lang="en-IN" sz="3200" b="1" dirty="0">
                <a:solidFill>
                  <a:srgbClr val="C00000"/>
                </a:solidFill>
              </a:rPr>
              <a:t>(tense consistency)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4504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197DD-481A-8C34-53DA-244F60177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7DE5C-4AD3-3CAD-C84E-73C3F1F4F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4236"/>
            <a:ext cx="10515600" cy="5532727"/>
          </a:xfrm>
        </p:spPr>
        <p:txBody>
          <a:bodyPr>
            <a:normAutofit fontScale="92500"/>
          </a:bodyPr>
          <a:lstStyle/>
          <a:p>
            <a:r>
              <a:rPr lang="en-IN" sz="3600" dirty="0"/>
              <a:t>120.Most of the members at the meeting felt (1)/ that the group appointed to investigate the case (2)/ were was not competent to do the job efficiently.(3)/ No error (4)</a:t>
            </a:r>
          </a:p>
          <a:p>
            <a:r>
              <a:rPr lang="en-IN" sz="3600" dirty="0"/>
              <a:t>121.Neither the size (1)/ nor the colour of the gloves (2)/was  were right.(3)/ No error (4)</a:t>
            </a:r>
          </a:p>
          <a:p>
            <a:r>
              <a:rPr lang="en-IN" sz="3600" dirty="0"/>
              <a:t>122.Neither of the sisters (1)/ are is sensible enough (2)/ to carry out the plan.(3)/ No error (4)</a:t>
            </a:r>
          </a:p>
          <a:p>
            <a:r>
              <a:rPr lang="en-IN" sz="3600" dirty="0"/>
              <a:t>123. Everyone were was  happy to hear about his success.</a:t>
            </a:r>
          </a:p>
          <a:p>
            <a:r>
              <a:rPr lang="en-IN" sz="3600" dirty="0"/>
              <a:t>124.The team was now in the field and about to take their its place.</a:t>
            </a:r>
          </a:p>
        </p:txBody>
      </p:sp>
    </p:spTree>
    <p:extLst>
      <p:ext uri="{BB962C8B-B14F-4D97-AF65-F5344CB8AC3E}">
        <p14:creationId xmlns:p14="http://schemas.microsoft.com/office/powerpoint/2010/main" val="27423304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A36FF-4448-8B18-0392-A2BF55DFA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4236"/>
            <a:ext cx="10515600" cy="5532727"/>
          </a:xfrm>
        </p:spPr>
        <p:txBody>
          <a:bodyPr>
            <a:normAutofit lnSpcReduction="10000"/>
          </a:bodyPr>
          <a:lstStyle/>
          <a:p>
            <a:r>
              <a:rPr lang="en-IN" sz="3600" dirty="0"/>
              <a:t>Most of the members at the meeting felt (1)/ that the </a:t>
            </a:r>
            <a:r>
              <a:rPr lang="en-IN" sz="3600" b="1" dirty="0">
                <a:solidFill>
                  <a:srgbClr val="C00000"/>
                </a:solidFill>
              </a:rPr>
              <a:t>group</a:t>
            </a:r>
            <a:r>
              <a:rPr lang="en-IN" sz="3600" dirty="0"/>
              <a:t> appointed to investigate the case (2)/ </a:t>
            </a:r>
            <a:r>
              <a:rPr lang="en-IN" sz="3600" b="1" strike="sngStrike" dirty="0">
                <a:solidFill>
                  <a:srgbClr val="C00000"/>
                </a:solidFill>
              </a:rPr>
              <a:t>were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C00000"/>
                </a:solidFill>
              </a:rPr>
              <a:t>was</a:t>
            </a:r>
            <a:r>
              <a:rPr lang="en-IN" sz="3600" dirty="0"/>
              <a:t> not competent to do the job efficiently.(3)/ No error (4)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Neither</a:t>
            </a:r>
            <a:r>
              <a:rPr lang="en-IN" sz="3600" dirty="0"/>
              <a:t> the size (1)/ </a:t>
            </a:r>
            <a:r>
              <a:rPr lang="en-IN" sz="3600" b="1" dirty="0">
                <a:solidFill>
                  <a:srgbClr val="C00000"/>
                </a:solidFill>
              </a:rPr>
              <a:t>nor</a:t>
            </a:r>
            <a:r>
              <a:rPr lang="en-IN" sz="3600" dirty="0"/>
              <a:t> the </a:t>
            </a:r>
            <a:r>
              <a:rPr lang="en-IN" sz="3600" b="1" dirty="0">
                <a:solidFill>
                  <a:srgbClr val="C00000"/>
                </a:solidFill>
              </a:rPr>
              <a:t>colour</a:t>
            </a:r>
            <a:r>
              <a:rPr lang="en-IN" sz="3600" dirty="0"/>
              <a:t> of the gloves (2)/</a:t>
            </a:r>
            <a:r>
              <a:rPr lang="en-IN" sz="3600" b="1" dirty="0">
                <a:solidFill>
                  <a:srgbClr val="C00000"/>
                </a:solidFill>
              </a:rPr>
              <a:t>was</a:t>
            </a:r>
            <a:r>
              <a:rPr lang="en-IN" sz="3600" dirty="0"/>
              <a:t>  </a:t>
            </a:r>
            <a:r>
              <a:rPr lang="en-IN" sz="3600" b="1" strike="sngStrike" dirty="0">
                <a:solidFill>
                  <a:srgbClr val="C00000"/>
                </a:solidFill>
              </a:rPr>
              <a:t>were </a:t>
            </a:r>
            <a:r>
              <a:rPr lang="en-IN" sz="3600" dirty="0"/>
              <a:t>right.(3)/ No error (4)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Neither</a:t>
            </a:r>
            <a:r>
              <a:rPr lang="en-IN" sz="3600" dirty="0"/>
              <a:t> of the sisters (1)/ </a:t>
            </a:r>
            <a:r>
              <a:rPr lang="en-IN" sz="3600" b="1" strike="sngStrike" dirty="0">
                <a:solidFill>
                  <a:srgbClr val="C00000"/>
                </a:solidFill>
              </a:rPr>
              <a:t>are</a:t>
            </a:r>
            <a:r>
              <a:rPr lang="en-IN" sz="3600" b="1" dirty="0">
                <a:solidFill>
                  <a:srgbClr val="C00000"/>
                </a:solidFill>
              </a:rPr>
              <a:t> is </a:t>
            </a:r>
            <a:r>
              <a:rPr lang="en-IN" sz="3600" dirty="0"/>
              <a:t>sensible enough (2)/ to carry out the plan.(3)/ No error (4)</a:t>
            </a:r>
          </a:p>
          <a:p>
            <a:r>
              <a:rPr lang="en-IN" sz="3600" dirty="0"/>
              <a:t>.</a:t>
            </a:r>
            <a:r>
              <a:rPr lang="en-IN" sz="3600" b="1" dirty="0">
                <a:solidFill>
                  <a:srgbClr val="C00000"/>
                </a:solidFill>
              </a:rPr>
              <a:t> Everyone </a:t>
            </a:r>
            <a:r>
              <a:rPr lang="en-IN" sz="3600" b="1" strike="sngStrike" dirty="0">
                <a:solidFill>
                  <a:srgbClr val="C00000"/>
                </a:solidFill>
              </a:rPr>
              <a:t>were</a:t>
            </a:r>
            <a:r>
              <a:rPr lang="en-IN" sz="3600" b="1" dirty="0">
                <a:solidFill>
                  <a:srgbClr val="C00000"/>
                </a:solidFill>
              </a:rPr>
              <a:t> was  </a:t>
            </a:r>
            <a:r>
              <a:rPr lang="en-IN" sz="3600" dirty="0"/>
              <a:t>happy to hear about his success.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The team </a:t>
            </a:r>
            <a:r>
              <a:rPr lang="en-IN" sz="3600" dirty="0"/>
              <a:t>was now in the field and about to take </a:t>
            </a:r>
            <a:r>
              <a:rPr lang="en-IN" sz="3600" b="1" strike="sngStrike" dirty="0">
                <a:solidFill>
                  <a:srgbClr val="C00000"/>
                </a:solidFill>
              </a:rPr>
              <a:t>their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C00000"/>
                </a:solidFill>
              </a:rPr>
              <a:t>its</a:t>
            </a:r>
            <a:r>
              <a:rPr lang="en-IN" sz="3600" dirty="0"/>
              <a:t> place.</a:t>
            </a:r>
          </a:p>
        </p:txBody>
      </p:sp>
      <p:sp>
        <p:nvSpPr>
          <p:cNvPr id="4" name="Arrow: Curved Right 3">
            <a:extLst>
              <a:ext uri="{FF2B5EF4-FFF2-40B4-BE49-F238E27FC236}">
                <a16:creationId xmlns:a16="http://schemas.microsoft.com/office/drawing/2014/main" id="{F795B191-C226-21C9-49C9-3441AA444263}"/>
              </a:ext>
            </a:extLst>
          </p:cNvPr>
          <p:cNvSpPr/>
          <p:nvPr/>
        </p:nvSpPr>
        <p:spPr>
          <a:xfrm>
            <a:off x="238991" y="5101936"/>
            <a:ext cx="820882" cy="883228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9273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D350F-EFC6-8D4A-E1E5-03006F37F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36"/>
            <a:ext cx="10515600" cy="5989927"/>
          </a:xfrm>
        </p:spPr>
        <p:txBody>
          <a:bodyPr>
            <a:normAutofit fontScale="92500" lnSpcReduction="10000"/>
          </a:bodyPr>
          <a:lstStyle/>
          <a:p>
            <a:r>
              <a:rPr lang="en-IN" sz="3600" dirty="0"/>
              <a:t>125.The media play a vital role in popularising a brand. (1) The media play</a:t>
            </a:r>
          </a:p>
          <a:p>
            <a:r>
              <a:rPr lang="en-IN" sz="3600" dirty="0"/>
              <a:t>126.The ruins of the spillway are a vital clue to the epic struggle that unfold as generations of Khmer engineers coped with a water system that grew complex and unruly. </a:t>
            </a:r>
          </a:p>
          <a:p>
            <a:r>
              <a:rPr lang="en-IN" sz="3600" dirty="0"/>
              <a:t>127.The sum and substance of this poem is as follows.</a:t>
            </a:r>
          </a:p>
          <a:p>
            <a:r>
              <a:rPr lang="en-IN" sz="3600" dirty="0"/>
              <a:t>128.I watched how the </a:t>
            </a:r>
            <a:r>
              <a:rPr lang="en-IN" sz="3600" dirty="0" err="1"/>
              <a:t>pianoist</a:t>
            </a:r>
            <a:r>
              <a:rPr lang="en-IN" sz="3600" dirty="0"/>
              <a:t> used her left hand.</a:t>
            </a:r>
          </a:p>
          <a:p>
            <a:r>
              <a:rPr lang="en-IN" sz="3600" dirty="0"/>
              <a:t>129.Just outside my house are a playground for school boys and girls. </a:t>
            </a:r>
          </a:p>
          <a:p>
            <a:r>
              <a:rPr lang="en-IN" sz="3600" dirty="0"/>
              <a:t>130.Many a man want to be rich quickly.</a:t>
            </a:r>
          </a:p>
          <a:p>
            <a:r>
              <a:rPr lang="en-IN" sz="3600" dirty="0"/>
              <a:t>131.The Russian ambassador’s whereabouts is not known to anyone.</a:t>
            </a:r>
          </a:p>
        </p:txBody>
      </p:sp>
    </p:spTree>
    <p:extLst>
      <p:ext uri="{BB962C8B-B14F-4D97-AF65-F5344CB8AC3E}">
        <p14:creationId xmlns:p14="http://schemas.microsoft.com/office/powerpoint/2010/main" val="31870697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A5803-165D-205D-7BF6-482C78935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F5411-EDFE-2458-521E-24587C494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36"/>
            <a:ext cx="10515600" cy="5989927"/>
          </a:xfrm>
        </p:spPr>
        <p:txBody>
          <a:bodyPr>
            <a:normAutofit fontScale="92500" lnSpcReduction="20000"/>
          </a:bodyPr>
          <a:lstStyle/>
          <a:p>
            <a:r>
              <a:rPr lang="en-IN" sz="3600" b="1" dirty="0">
                <a:solidFill>
                  <a:srgbClr val="C00000"/>
                </a:solidFill>
              </a:rPr>
              <a:t>The media </a:t>
            </a:r>
            <a:r>
              <a:rPr lang="en-IN" sz="3600" b="1" strike="sngStrike" dirty="0">
                <a:solidFill>
                  <a:srgbClr val="C00000"/>
                </a:solidFill>
              </a:rPr>
              <a:t>play</a:t>
            </a:r>
            <a:r>
              <a:rPr lang="en-IN" sz="3600" b="1" dirty="0">
                <a:solidFill>
                  <a:srgbClr val="C00000"/>
                </a:solidFill>
              </a:rPr>
              <a:t> plays </a:t>
            </a:r>
            <a:r>
              <a:rPr lang="en-IN" sz="3600" dirty="0"/>
              <a:t>a vital role in popularising a brand.</a:t>
            </a:r>
          </a:p>
          <a:p>
            <a:r>
              <a:rPr lang="en-IN" sz="3600" dirty="0"/>
              <a:t> The ruins of the spillway are a vital clue to the </a:t>
            </a:r>
            <a:r>
              <a:rPr lang="en-IN" sz="3600" b="1" dirty="0">
                <a:solidFill>
                  <a:srgbClr val="C00000"/>
                </a:solidFill>
              </a:rPr>
              <a:t>epic struggle </a:t>
            </a:r>
            <a:r>
              <a:rPr lang="en-IN" sz="3600" dirty="0"/>
              <a:t>that </a:t>
            </a:r>
            <a:r>
              <a:rPr lang="en-IN" sz="3600" b="1" strike="sngStrike" dirty="0">
                <a:solidFill>
                  <a:srgbClr val="C00000"/>
                </a:solidFill>
              </a:rPr>
              <a:t>unfold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C00000"/>
                </a:solidFill>
              </a:rPr>
              <a:t>unfolds</a:t>
            </a:r>
            <a:r>
              <a:rPr lang="en-IN" sz="3600" dirty="0"/>
              <a:t> as generations of Khmer engineers coped with a water system that grew complex and unruly</a:t>
            </a:r>
            <a:r>
              <a:rPr lang="en-IN" sz="3600" b="1" dirty="0">
                <a:solidFill>
                  <a:srgbClr val="C00000"/>
                </a:solidFill>
              </a:rPr>
              <a:t>.(verb to agree with the antecedent ) 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The sum and substance </a:t>
            </a:r>
            <a:r>
              <a:rPr lang="en-IN" sz="3600" dirty="0"/>
              <a:t>of this poem </a:t>
            </a:r>
            <a:r>
              <a:rPr lang="en-IN" sz="3600" b="1" dirty="0">
                <a:solidFill>
                  <a:srgbClr val="C00000"/>
                </a:solidFill>
              </a:rPr>
              <a:t>is </a:t>
            </a:r>
            <a:r>
              <a:rPr lang="en-IN" sz="3600" dirty="0"/>
              <a:t>as follows</a:t>
            </a:r>
            <a:r>
              <a:rPr lang="en-IN" sz="3600" b="1" dirty="0">
                <a:solidFill>
                  <a:srgbClr val="C00000"/>
                </a:solidFill>
              </a:rPr>
              <a:t>.(correct)</a:t>
            </a:r>
          </a:p>
          <a:p>
            <a:r>
              <a:rPr lang="en-IN" sz="3600" dirty="0"/>
              <a:t>I watched how the pianist used her left hand.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Just outside my house (=there) </a:t>
            </a:r>
            <a:r>
              <a:rPr lang="en-IN" sz="3600" b="1" strike="sngStrike" dirty="0">
                <a:solidFill>
                  <a:srgbClr val="C00000"/>
                </a:solidFill>
              </a:rPr>
              <a:t>are</a:t>
            </a:r>
            <a:r>
              <a:rPr lang="en-IN" sz="3600" b="1" dirty="0">
                <a:solidFill>
                  <a:srgbClr val="C00000"/>
                </a:solidFill>
              </a:rPr>
              <a:t> is  </a:t>
            </a:r>
            <a:r>
              <a:rPr lang="en-IN" sz="3600" dirty="0"/>
              <a:t>a </a:t>
            </a:r>
            <a:r>
              <a:rPr lang="en-IN" sz="3600" b="1" dirty="0">
                <a:solidFill>
                  <a:srgbClr val="C00000"/>
                </a:solidFill>
              </a:rPr>
              <a:t>playground (subject) </a:t>
            </a:r>
            <a:r>
              <a:rPr lang="en-IN" sz="3600" dirty="0"/>
              <a:t>for school boys and girls. 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Many a </a:t>
            </a:r>
            <a:r>
              <a:rPr lang="en-IN" sz="3600" dirty="0"/>
              <a:t>man </a:t>
            </a:r>
            <a:r>
              <a:rPr lang="en-IN" sz="3600" b="1" strike="sngStrike" dirty="0">
                <a:solidFill>
                  <a:srgbClr val="C00000"/>
                </a:solidFill>
              </a:rPr>
              <a:t>want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C00000"/>
                </a:solidFill>
              </a:rPr>
              <a:t>wants</a:t>
            </a:r>
            <a:r>
              <a:rPr lang="en-IN" sz="3600" dirty="0"/>
              <a:t> to be rich quickly.</a:t>
            </a:r>
          </a:p>
          <a:p>
            <a:r>
              <a:rPr lang="en-IN" sz="3600" dirty="0"/>
              <a:t>The Russian ambassador’s </a:t>
            </a:r>
            <a:r>
              <a:rPr lang="en-IN" sz="3600" b="1" dirty="0">
                <a:solidFill>
                  <a:srgbClr val="C00000"/>
                </a:solidFill>
              </a:rPr>
              <a:t>whereabouts</a:t>
            </a:r>
            <a:r>
              <a:rPr lang="en-IN" sz="3600" dirty="0"/>
              <a:t> </a:t>
            </a:r>
            <a:r>
              <a:rPr lang="en-IN" sz="3600" b="1" strike="sngStrike" dirty="0">
                <a:solidFill>
                  <a:srgbClr val="C00000"/>
                </a:solidFill>
              </a:rPr>
              <a:t>is  </a:t>
            </a:r>
            <a:r>
              <a:rPr lang="en-IN" sz="3600" b="1" dirty="0">
                <a:solidFill>
                  <a:srgbClr val="C00000"/>
                </a:solidFill>
              </a:rPr>
              <a:t>are </a:t>
            </a:r>
            <a:r>
              <a:rPr lang="en-IN" sz="3600" dirty="0"/>
              <a:t>not known to anyone. </a:t>
            </a:r>
            <a:r>
              <a:rPr lang="en-IN" sz="3600" b="1" dirty="0">
                <a:solidFill>
                  <a:srgbClr val="C00000"/>
                </a:solidFill>
              </a:rPr>
              <a:t>(whereabouts is generally considered plural)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The Russian ambassador’s –possessive case not the subject</a:t>
            </a:r>
          </a:p>
        </p:txBody>
      </p:sp>
    </p:spTree>
    <p:extLst>
      <p:ext uri="{BB962C8B-B14F-4D97-AF65-F5344CB8AC3E}">
        <p14:creationId xmlns:p14="http://schemas.microsoft.com/office/powerpoint/2010/main" val="16689829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A2451-7235-74F2-FB3E-95DAB33E3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3682"/>
            <a:ext cx="10515600" cy="5813281"/>
          </a:xfrm>
        </p:spPr>
        <p:txBody>
          <a:bodyPr/>
          <a:lstStyle/>
          <a:p>
            <a:r>
              <a:rPr lang="en-IN" sz="3200" dirty="0"/>
              <a:t>132.A study is going underway to determine the exact concentration of lead in the water supply. </a:t>
            </a:r>
          </a:p>
          <a:p>
            <a:r>
              <a:rPr lang="en-IN" sz="3200" dirty="0"/>
              <a:t>133.Being a very cold I could not go out for a morning walk.</a:t>
            </a:r>
          </a:p>
          <a:p>
            <a:r>
              <a:rPr lang="en-IN" sz="3200" dirty="0"/>
              <a:t>134.Thoughts about the slaughtered children is uppermost on my mind.</a:t>
            </a:r>
          </a:p>
          <a:p>
            <a:r>
              <a:rPr lang="en-IN" sz="3200" dirty="0"/>
              <a:t>135.The article suggests that when a person is under unusual stress you should be especially careful to eat a well-balanced diet.</a:t>
            </a:r>
          </a:p>
          <a:p>
            <a:r>
              <a:rPr lang="en-IN" sz="3200" dirty="0"/>
              <a:t>136.Electronic mail or E-mail  (1)/ is are a method of exchanging (2)/digital messages.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04654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79E37-964A-B45C-6ADC-1ADC94CF1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203EA-DD75-64AB-9463-CA63B80A5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3682"/>
            <a:ext cx="10515600" cy="5813281"/>
          </a:xfrm>
        </p:spPr>
        <p:txBody>
          <a:bodyPr/>
          <a:lstStyle/>
          <a:p>
            <a:r>
              <a:rPr lang="en-IN" sz="3200" dirty="0"/>
              <a:t>A study is </a:t>
            </a:r>
            <a:r>
              <a:rPr lang="en-IN" sz="3200" b="1" strike="sngStrike" dirty="0">
                <a:solidFill>
                  <a:srgbClr val="C00000"/>
                </a:solidFill>
              </a:rPr>
              <a:t>going</a:t>
            </a:r>
            <a:r>
              <a:rPr lang="en-IN" sz="3200" dirty="0"/>
              <a:t> underway to determine the exact concentration of lead in the water supply</a:t>
            </a:r>
            <a:r>
              <a:rPr lang="en-IN" sz="3200" b="1" dirty="0">
                <a:solidFill>
                  <a:srgbClr val="C00000"/>
                </a:solidFill>
              </a:rPr>
              <a:t>.(here going is redundant) </a:t>
            </a:r>
          </a:p>
          <a:p>
            <a:r>
              <a:rPr lang="en-IN" sz="3200" dirty="0"/>
              <a:t>Being </a:t>
            </a:r>
            <a:r>
              <a:rPr lang="en-IN" sz="3200" b="1" strike="sngStrike" dirty="0">
                <a:solidFill>
                  <a:srgbClr val="C00000"/>
                </a:solidFill>
              </a:rPr>
              <a:t>a </a:t>
            </a:r>
            <a:r>
              <a:rPr lang="en-IN" sz="3200" dirty="0"/>
              <a:t>very cold I could not go out for a morning walk.</a:t>
            </a:r>
          </a:p>
          <a:p>
            <a:r>
              <a:rPr lang="en-IN" sz="3200" b="1" dirty="0">
                <a:solidFill>
                  <a:srgbClr val="C00000"/>
                </a:solidFill>
              </a:rPr>
              <a:t>Thoughts</a:t>
            </a:r>
            <a:r>
              <a:rPr lang="en-IN" sz="3200" dirty="0"/>
              <a:t> about the slaughtered children </a:t>
            </a:r>
            <a:r>
              <a:rPr lang="en-IN" sz="3200" b="1" strike="sngStrike" dirty="0">
                <a:solidFill>
                  <a:srgbClr val="C00000"/>
                </a:solidFill>
              </a:rPr>
              <a:t>is</a:t>
            </a:r>
            <a:r>
              <a:rPr lang="en-IN" sz="3200" dirty="0"/>
              <a:t> </a:t>
            </a:r>
            <a:r>
              <a:rPr lang="en-IN" sz="3200" b="1" dirty="0">
                <a:solidFill>
                  <a:srgbClr val="C00000"/>
                </a:solidFill>
              </a:rPr>
              <a:t>are </a:t>
            </a:r>
            <a:r>
              <a:rPr lang="en-IN" sz="3200" dirty="0"/>
              <a:t>uppermost on my mind.</a:t>
            </a:r>
          </a:p>
          <a:p>
            <a:r>
              <a:rPr lang="en-IN" sz="3200" dirty="0"/>
              <a:t>The article suggests that when </a:t>
            </a:r>
            <a:r>
              <a:rPr lang="en-IN" sz="3200" b="1" dirty="0">
                <a:solidFill>
                  <a:srgbClr val="C00000"/>
                </a:solidFill>
              </a:rPr>
              <a:t>a person </a:t>
            </a:r>
            <a:r>
              <a:rPr lang="en-IN" sz="3200" dirty="0"/>
              <a:t>is under unusual stress </a:t>
            </a:r>
            <a:r>
              <a:rPr lang="en-IN" sz="3200" b="1" strike="sngStrike" dirty="0">
                <a:solidFill>
                  <a:srgbClr val="C00000"/>
                </a:solidFill>
              </a:rPr>
              <a:t>you</a:t>
            </a:r>
            <a:r>
              <a:rPr lang="en-IN" sz="3200" dirty="0"/>
              <a:t> </a:t>
            </a:r>
            <a:r>
              <a:rPr lang="en-IN" sz="3200" b="1" dirty="0">
                <a:solidFill>
                  <a:srgbClr val="C00000"/>
                </a:solidFill>
              </a:rPr>
              <a:t>he</a:t>
            </a:r>
            <a:r>
              <a:rPr lang="en-IN" sz="3200" dirty="0"/>
              <a:t> should be especially careful to eat a well-balanced diet. </a:t>
            </a:r>
            <a:r>
              <a:rPr lang="en-IN" sz="3200" b="1" dirty="0">
                <a:solidFill>
                  <a:srgbClr val="C00000"/>
                </a:solidFill>
              </a:rPr>
              <a:t>(agreement of the pronoun with the subject)</a:t>
            </a:r>
          </a:p>
          <a:p>
            <a:r>
              <a:rPr lang="en-IN" sz="3200" dirty="0"/>
              <a:t>Electronic mail </a:t>
            </a:r>
            <a:r>
              <a:rPr lang="en-IN" sz="3200" b="1" dirty="0">
                <a:solidFill>
                  <a:srgbClr val="002060"/>
                </a:solidFill>
              </a:rPr>
              <a:t>or</a:t>
            </a:r>
            <a:r>
              <a:rPr lang="en-IN" sz="3200" dirty="0"/>
              <a:t> </a:t>
            </a:r>
            <a:r>
              <a:rPr lang="en-IN" sz="3200" b="1" dirty="0">
                <a:solidFill>
                  <a:srgbClr val="C00000"/>
                </a:solidFill>
              </a:rPr>
              <a:t>E-mail </a:t>
            </a:r>
            <a:r>
              <a:rPr lang="en-IN" sz="3200" dirty="0"/>
              <a:t> (1)/ </a:t>
            </a:r>
            <a:r>
              <a:rPr lang="en-IN" sz="3200" b="1" dirty="0">
                <a:solidFill>
                  <a:srgbClr val="C00000"/>
                </a:solidFill>
              </a:rPr>
              <a:t>is are </a:t>
            </a:r>
            <a:r>
              <a:rPr lang="en-IN" sz="3200" dirty="0"/>
              <a:t>a method of exchanging (2)/digital messages.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33623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18186"/>
            <a:ext cx="10515600" cy="5558777"/>
          </a:xfrm>
        </p:spPr>
        <p:txBody>
          <a:bodyPr>
            <a:normAutofit/>
          </a:bodyPr>
          <a:lstStyle/>
          <a:p>
            <a:r>
              <a:rPr lang="en-IN" b="1" dirty="0"/>
              <a:t> </a:t>
            </a:r>
            <a:endParaRPr lang="en-IN" dirty="0"/>
          </a:p>
          <a:p>
            <a:endParaRPr lang="en-IN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37801206"/>
              </p:ext>
            </p:extLst>
          </p:nvPr>
        </p:nvGraphicFramePr>
        <p:xfrm>
          <a:off x="0" y="0"/>
          <a:ext cx="11998036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09603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120B1-AF12-2DC4-854B-20C7C51F4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7C84D-525D-FE07-13BB-C5E2DCAEB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8186"/>
            <a:ext cx="10515600" cy="5558777"/>
          </a:xfrm>
        </p:spPr>
        <p:txBody>
          <a:bodyPr>
            <a:normAutofit/>
          </a:bodyPr>
          <a:lstStyle/>
          <a:p>
            <a:r>
              <a:rPr lang="en-IN" b="1" dirty="0"/>
              <a:t> </a:t>
            </a:r>
            <a:endParaRPr lang="en-IN" dirty="0"/>
          </a:p>
          <a:p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7AE29FB-79CF-74C5-5B48-10CBA6F60C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6789086"/>
              </p:ext>
            </p:extLst>
          </p:nvPr>
        </p:nvGraphicFramePr>
        <p:xfrm>
          <a:off x="0" y="0"/>
          <a:ext cx="11998036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06474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6374988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39135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95C51-701B-F50E-9CF9-15B7B24F3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A193BF-6D86-5E69-5801-70A214534F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6257090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67889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836847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139AB-8F85-3DBA-3EBF-89D120505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C9B36-54D4-E8B9-B2B7-3386BD4DE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EFAF6E-3EBD-9347-1F9A-26E2E70CD8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0955109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19235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0574616"/>
              </p:ext>
            </p:extLst>
          </p:nvPr>
        </p:nvGraphicFramePr>
        <p:xfrm>
          <a:off x="0" y="1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62521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CF51D-B9C6-CB51-DBD3-FC8135AD8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E26E5E-AF1E-14DD-6AA8-BF7FFB2CA2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5773495"/>
              </p:ext>
            </p:extLst>
          </p:nvPr>
        </p:nvGraphicFramePr>
        <p:xfrm>
          <a:off x="0" y="1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60778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6658473"/>
              </p:ext>
            </p:extLst>
          </p:nvPr>
        </p:nvGraphicFramePr>
        <p:xfrm>
          <a:off x="207818" y="0"/>
          <a:ext cx="11984182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06677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78EA8-3FA4-3DB7-ADFC-3F881CDFB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E99E9A-4FEA-12AC-F3EB-E6462B8053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1562052"/>
              </p:ext>
            </p:extLst>
          </p:nvPr>
        </p:nvGraphicFramePr>
        <p:xfrm>
          <a:off x="207818" y="0"/>
          <a:ext cx="11984182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07105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128927"/>
              </p:ext>
            </p:extLst>
          </p:nvPr>
        </p:nvGraphicFramePr>
        <p:xfrm>
          <a:off x="838199" y="206374"/>
          <a:ext cx="11187545" cy="6651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77647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36E8A-89E2-42C6-5C67-63215BC9B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C88F14-919C-882E-3AF0-6515A2F6DD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8203511"/>
              </p:ext>
            </p:extLst>
          </p:nvPr>
        </p:nvGraphicFramePr>
        <p:xfrm>
          <a:off x="838199" y="206374"/>
          <a:ext cx="11187545" cy="6651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54791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6686881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58A80-E5F4-598C-21A5-ABD9AF871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D920A-2BD5-D138-8D24-D052C26C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6C55FD-4414-AC9F-EC4A-CD08CEE4D5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513321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82829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913" y="0"/>
            <a:ext cx="10812887" cy="6176963"/>
          </a:xfrm>
        </p:spPr>
        <p:txBody>
          <a:bodyPr>
            <a:noAutofit/>
          </a:bodyPr>
          <a:lstStyle/>
          <a:p>
            <a:endParaRPr lang="en-IN" sz="3200" dirty="0"/>
          </a:p>
          <a:p>
            <a:endParaRPr lang="en-IN" sz="3200" dirty="0"/>
          </a:p>
          <a:p>
            <a:endParaRPr lang="en-IN" sz="3200" dirty="0"/>
          </a:p>
          <a:p>
            <a:endParaRPr lang="en-IN" sz="3200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144792772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321170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1F5F5-2536-1520-10C4-2B71E6F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2A1AC-A9E2-BD8A-68EB-DE8644328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913" y="0"/>
            <a:ext cx="10812887" cy="6176963"/>
          </a:xfrm>
        </p:spPr>
        <p:txBody>
          <a:bodyPr>
            <a:noAutofit/>
          </a:bodyPr>
          <a:lstStyle/>
          <a:p>
            <a:endParaRPr lang="en-IN" sz="3200" dirty="0"/>
          </a:p>
          <a:p>
            <a:endParaRPr lang="en-IN" sz="3200" dirty="0"/>
          </a:p>
          <a:p>
            <a:endParaRPr lang="en-IN" sz="3200" dirty="0"/>
          </a:p>
          <a:p>
            <a:endParaRPr lang="en-IN" sz="32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7A43199-19BD-1823-00BC-5427B51B9C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6964966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63815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704468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68AEB-6324-C92C-38BC-373E3767D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4CB8A-0902-46F1-93A8-FD6852907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DF84F76-A62A-FF0E-25EB-3EF538244C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0470604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53998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25531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F9D79-C9B5-F3D9-315F-0B3D4140E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1230D-3801-8A5B-4FB4-DECB4AF8A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D68BBE-E0F3-D9D5-C690-9F4C3934F3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5020719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76122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580716"/>
              </p:ext>
            </p:extLst>
          </p:nvPr>
        </p:nvGraphicFramePr>
        <p:xfrm>
          <a:off x="1" y="90488"/>
          <a:ext cx="12192000" cy="6767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096987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31555-E57A-9995-0285-6309234B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E51B85-6D22-5DA2-4D21-099BDA0BF7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0143162"/>
              </p:ext>
            </p:extLst>
          </p:nvPr>
        </p:nvGraphicFramePr>
        <p:xfrm>
          <a:off x="1" y="90488"/>
          <a:ext cx="12192000" cy="6767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83118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6314878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18B57-C722-5317-5AE6-4D2869FA3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99990-2BD4-F43F-4A94-06F84BC53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C1422F-3A2B-3AEA-09C6-9D6969F10B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5929178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955861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9280399"/>
              </p:ext>
            </p:extLst>
          </p:nvPr>
        </p:nvGraphicFramePr>
        <p:xfrm>
          <a:off x="0" y="0"/>
          <a:ext cx="12192000" cy="6954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812703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87011-AC3A-68E6-AC7A-861299F9D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594AB2-9499-7FEB-2BBC-8663D4F16B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7266814"/>
              </p:ext>
            </p:extLst>
          </p:nvPr>
        </p:nvGraphicFramePr>
        <p:xfrm>
          <a:off x="0" y="0"/>
          <a:ext cx="12192000" cy="6954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673910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703539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BFC5D-28C0-7A6F-93F2-1B7674100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A9393-E122-C25B-8DDC-BD6DF67EA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542D11-DBBD-FBC7-5B87-268611CE9E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4670838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014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3523340"/>
              </p:ext>
            </p:extLst>
          </p:nvPr>
        </p:nvGraphicFramePr>
        <p:xfrm>
          <a:off x="221673" y="128588"/>
          <a:ext cx="11970327" cy="6729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946135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839A9-1CB4-C429-F3E9-BB6060CD3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CB1DEB-FF8C-8642-00B6-119625D70F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005546"/>
              </p:ext>
            </p:extLst>
          </p:nvPr>
        </p:nvGraphicFramePr>
        <p:xfrm>
          <a:off x="221673" y="128588"/>
          <a:ext cx="11970327" cy="6729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47538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9578475"/>
              </p:ext>
            </p:extLst>
          </p:nvPr>
        </p:nvGraphicFramePr>
        <p:xfrm>
          <a:off x="838200" y="0"/>
          <a:ext cx="10515600" cy="6529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090682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48777-9B24-7E75-7D76-178EEC668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F84117-E9A8-94EB-61C1-FC3E452964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0179526"/>
              </p:ext>
            </p:extLst>
          </p:nvPr>
        </p:nvGraphicFramePr>
        <p:xfrm>
          <a:off x="838200" y="0"/>
          <a:ext cx="10515600" cy="6529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230786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5487116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21D37-79C6-9B3C-9FC5-1B108E40A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58E5C-2876-0ACF-2F47-8F110C640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AEEE607-67E1-5AFA-F79D-E392A331E8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0544730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297872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1CF4E-5B3D-7541-76A9-B2604A892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736"/>
            <a:ext cx="10515600" cy="6104227"/>
          </a:xfrm>
        </p:spPr>
        <p:txBody>
          <a:bodyPr>
            <a:normAutofit fontScale="92500" lnSpcReduction="10000"/>
          </a:bodyPr>
          <a:lstStyle/>
          <a:p>
            <a:r>
              <a:rPr lang="en-IN" sz="3600" dirty="0"/>
              <a:t>195.The new taxation rates (1)/ announced by the government (2)/ are bound to effect the export sector. (3)/ No error (4) </a:t>
            </a:r>
          </a:p>
          <a:p>
            <a:r>
              <a:rPr lang="en-IN" sz="3600" dirty="0"/>
              <a:t>196.He is (1)/ one of the tallest boy (2)/ in the class. (3)/ No error. (4) </a:t>
            </a:r>
          </a:p>
          <a:p>
            <a:r>
              <a:rPr lang="en-IN" sz="3600" dirty="0"/>
              <a:t>197.She is one of the (1)/ best mothers (2)/ that has ever lived. (3)/ No error (4).</a:t>
            </a:r>
          </a:p>
          <a:p>
            <a:r>
              <a:rPr lang="en-IN" sz="3600" dirty="0"/>
              <a:t>198.John, I and Hari (1)/ have finished (2)/ our studies. (3)/ No error (4).</a:t>
            </a:r>
          </a:p>
          <a:p>
            <a:r>
              <a:rPr lang="en-IN" sz="3600" dirty="0"/>
              <a:t>199.He as well as (1)/ you like (2)/ to go.(3)/ No error (4)</a:t>
            </a:r>
          </a:p>
          <a:p>
            <a:r>
              <a:rPr lang="en-IN" sz="3600" dirty="0"/>
              <a:t>200.Rustam and (1)/ myself saw (2)/ the picture. (3)/ No error.(4)</a:t>
            </a:r>
          </a:p>
        </p:txBody>
      </p:sp>
    </p:spTree>
    <p:extLst>
      <p:ext uri="{BB962C8B-B14F-4D97-AF65-F5344CB8AC3E}">
        <p14:creationId xmlns:p14="http://schemas.microsoft.com/office/powerpoint/2010/main" val="244758680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2B7C2-1F50-0113-5668-30987B671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A275E-EE0D-D6BA-D531-F16AFB129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736"/>
            <a:ext cx="10515600" cy="6104227"/>
          </a:xfrm>
        </p:spPr>
        <p:txBody>
          <a:bodyPr>
            <a:normAutofit fontScale="92500" lnSpcReduction="10000"/>
          </a:bodyPr>
          <a:lstStyle/>
          <a:p>
            <a:r>
              <a:rPr lang="en-IN" sz="3600" dirty="0"/>
              <a:t>The </a:t>
            </a:r>
            <a:r>
              <a:rPr lang="en-IN" sz="3600" b="1" dirty="0">
                <a:solidFill>
                  <a:srgbClr val="C00000"/>
                </a:solidFill>
              </a:rPr>
              <a:t>new</a:t>
            </a:r>
            <a:r>
              <a:rPr lang="en-IN" sz="3600" dirty="0"/>
              <a:t> taxation </a:t>
            </a:r>
            <a:r>
              <a:rPr lang="en-IN" sz="3600" b="1" dirty="0">
                <a:solidFill>
                  <a:srgbClr val="FF0000"/>
                </a:solidFill>
              </a:rPr>
              <a:t>rates</a:t>
            </a:r>
            <a:r>
              <a:rPr lang="en-IN" sz="3600" dirty="0"/>
              <a:t> (1)/ announced by the government (2)/ are bound to </a:t>
            </a:r>
            <a:r>
              <a:rPr lang="en-IN" sz="3600" b="1" strike="sngStrike" dirty="0">
                <a:solidFill>
                  <a:srgbClr val="FF0000"/>
                </a:solidFill>
              </a:rPr>
              <a:t>effect</a:t>
            </a:r>
            <a:r>
              <a:rPr lang="en-IN" sz="3600" dirty="0"/>
              <a:t> </a:t>
            </a:r>
            <a:r>
              <a:rPr lang="en-IN" sz="3600" dirty="0">
                <a:solidFill>
                  <a:srgbClr val="C00000"/>
                </a:solidFill>
              </a:rPr>
              <a:t>affect</a:t>
            </a:r>
            <a:r>
              <a:rPr lang="en-IN" sz="3600" dirty="0"/>
              <a:t> the export sector. (3)/ No error (4) </a:t>
            </a:r>
          </a:p>
          <a:p>
            <a:r>
              <a:rPr lang="en-IN" sz="3600" dirty="0"/>
              <a:t>He is (1)/ </a:t>
            </a:r>
            <a:r>
              <a:rPr lang="en-IN" sz="3600" b="1" dirty="0">
                <a:solidFill>
                  <a:srgbClr val="C00000"/>
                </a:solidFill>
              </a:rPr>
              <a:t>one</a:t>
            </a:r>
            <a:r>
              <a:rPr lang="en-IN" sz="3600" dirty="0"/>
              <a:t> of the tallest </a:t>
            </a:r>
            <a:r>
              <a:rPr lang="en-IN" sz="3600" strike="sngStrike" dirty="0">
                <a:solidFill>
                  <a:srgbClr val="C00000"/>
                </a:solidFill>
              </a:rPr>
              <a:t>boy</a:t>
            </a:r>
            <a:r>
              <a:rPr lang="en-IN" sz="3600" dirty="0"/>
              <a:t> </a:t>
            </a:r>
            <a:r>
              <a:rPr lang="en-IN" sz="3600" b="1" dirty="0">
                <a:solidFill>
                  <a:srgbClr val="C00000"/>
                </a:solidFill>
              </a:rPr>
              <a:t>boys</a:t>
            </a:r>
            <a:r>
              <a:rPr lang="en-IN" sz="3600" dirty="0"/>
              <a:t>(2)/ in the class. (3)/ No error. (4) </a:t>
            </a:r>
          </a:p>
          <a:p>
            <a:r>
              <a:rPr lang="en-IN" sz="3600" dirty="0"/>
              <a:t>She is </a:t>
            </a:r>
            <a:r>
              <a:rPr lang="en-IN" sz="3600" b="1" dirty="0">
                <a:solidFill>
                  <a:srgbClr val="C00000"/>
                </a:solidFill>
              </a:rPr>
              <a:t>one</a:t>
            </a:r>
            <a:r>
              <a:rPr lang="en-IN" sz="3600" dirty="0"/>
              <a:t> of the (1)/ best </a:t>
            </a:r>
            <a:r>
              <a:rPr lang="en-IN" sz="3600" b="1" dirty="0">
                <a:solidFill>
                  <a:srgbClr val="C00000"/>
                </a:solidFill>
              </a:rPr>
              <a:t>mothers </a:t>
            </a:r>
            <a:r>
              <a:rPr lang="en-IN" sz="3600" dirty="0"/>
              <a:t>(2)/ </a:t>
            </a:r>
            <a:r>
              <a:rPr lang="en-IN" sz="3600" b="1" dirty="0">
                <a:solidFill>
                  <a:srgbClr val="C00000"/>
                </a:solidFill>
              </a:rPr>
              <a:t>that have  </a:t>
            </a:r>
            <a:r>
              <a:rPr lang="en-IN" sz="3600" b="1" strike="sngStrike" dirty="0">
                <a:solidFill>
                  <a:srgbClr val="C00000"/>
                </a:solidFill>
              </a:rPr>
              <a:t>has </a:t>
            </a:r>
            <a:r>
              <a:rPr lang="en-IN" sz="3600" dirty="0"/>
              <a:t>ever lived. (3)/ No error (4).</a:t>
            </a:r>
          </a:p>
          <a:p>
            <a:r>
              <a:rPr lang="en-IN" sz="3600" dirty="0"/>
              <a:t>John, </a:t>
            </a:r>
            <a:r>
              <a:rPr lang="en-IN" sz="3600" b="1" strike="sngStrike" dirty="0">
                <a:solidFill>
                  <a:srgbClr val="C00000"/>
                </a:solidFill>
              </a:rPr>
              <a:t>I and </a:t>
            </a:r>
            <a:r>
              <a:rPr lang="en-IN" sz="3600" dirty="0"/>
              <a:t>Hari and </a:t>
            </a:r>
            <a:r>
              <a:rPr lang="en-IN" sz="3600" b="1" dirty="0">
                <a:solidFill>
                  <a:srgbClr val="C00000"/>
                </a:solidFill>
              </a:rPr>
              <a:t>I </a:t>
            </a:r>
            <a:r>
              <a:rPr lang="en-IN" sz="3600" dirty="0"/>
              <a:t>(1)/ have finished (2)/ our studies. (3)/ No error (4).</a:t>
            </a:r>
          </a:p>
          <a:p>
            <a:r>
              <a:rPr lang="en-IN" sz="3600" b="1" dirty="0">
                <a:solidFill>
                  <a:srgbClr val="C00000"/>
                </a:solidFill>
              </a:rPr>
              <a:t>He</a:t>
            </a:r>
            <a:r>
              <a:rPr lang="en-IN" sz="3600" dirty="0"/>
              <a:t> as well as (1)/ you</a:t>
            </a:r>
            <a:r>
              <a:rPr lang="en-IN" sz="3600" b="1" strike="sngStrike" dirty="0">
                <a:solidFill>
                  <a:srgbClr val="C00000"/>
                </a:solidFill>
              </a:rPr>
              <a:t> like </a:t>
            </a:r>
            <a:r>
              <a:rPr lang="en-IN" sz="3600" b="1" dirty="0">
                <a:solidFill>
                  <a:srgbClr val="C00000"/>
                </a:solidFill>
              </a:rPr>
              <a:t> likes</a:t>
            </a:r>
            <a:r>
              <a:rPr lang="en-IN" sz="3600" dirty="0"/>
              <a:t>(2)/ to go.(3)/ No error (4)</a:t>
            </a:r>
          </a:p>
          <a:p>
            <a:r>
              <a:rPr lang="en-IN" sz="3600" dirty="0"/>
              <a:t>Rustam and (1)/ </a:t>
            </a:r>
            <a:r>
              <a:rPr lang="en-IN" sz="3600" b="1" strike="sngStrike" dirty="0">
                <a:solidFill>
                  <a:srgbClr val="C00000"/>
                </a:solidFill>
              </a:rPr>
              <a:t>myself</a:t>
            </a:r>
            <a:r>
              <a:rPr lang="en-IN" sz="3600" dirty="0"/>
              <a:t>  I saw (2)/ the picture. (3)/ No error.(4)</a:t>
            </a:r>
          </a:p>
        </p:txBody>
      </p:sp>
      <p:sp>
        <p:nvSpPr>
          <p:cNvPr id="2" name="Arrow: Curved Down 1">
            <a:extLst>
              <a:ext uri="{FF2B5EF4-FFF2-40B4-BE49-F238E27FC236}">
                <a16:creationId xmlns:a16="http://schemas.microsoft.com/office/drawing/2014/main" id="{16481E8C-AD91-623E-F147-B1AD0BD7F440}"/>
              </a:ext>
            </a:extLst>
          </p:cNvPr>
          <p:cNvSpPr/>
          <p:nvPr/>
        </p:nvSpPr>
        <p:spPr>
          <a:xfrm>
            <a:off x="7159336" y="2161309"/>
            <a:ext cx="2400300" cy="363682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617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2418</TotalTime>
  <Words>11696</Words>
  <Application>Microsoft Office PowerPoint</Application>
  <PresentationFormat>Widescreen</PresentationFormat>
  <Paragraphs>413</Paragraphs>
  <Slides>87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1" baseType="lpstr">
      <vt:lpstr>Arial</vt:lpstr>
      <vt:lpstr>Calibri</vt:lpstr>
      <vt:lpstr>Calibri Light</vt:lpstr>
      <vt:lpstr>Office Theme</vt:lpstr>
      <vt:lpstr>SUBJECT VERB AGREEMENT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kch institute</dc:creator>
  <cp:lastModifiedBy>kch institute</cp:lastModifiedBy>
  <cp:revision>41</cp:revision>
  <dcterms:created xsi:type="dcterms:W3CDTF">2025-10-21T15:41:20Z</dcterms:created>
  <dcterms:modified xsi:type="dcterms:W3CDTF">2025-11-04T11:28:20Z</dcterms:modified>
</cp:coreProperties>
</file>