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774" r:id="rId3"/>
    <p:sldId id="777" r:id="rId4"/>
    <p:sldId id="309" r:id="rId5"/>
    <p:sldId id="310" r:id="rId6"/>
    <p:sldId id="778" r:id="rId7"/>
    <p:sldId id="779" r:id="rId8"/>
    <p:sldId id="311" r:id="rId9"/>
    <p:sldId id="316" r:id="rId10"/>
    <p:sldId id="257" r:id="rId11"/>
    <p:sldId id="259" r:id="rId12"/>
    <p:sldId id="377" r:id="rId13"/>
    <p:sldId id="780" r:id="rId14"/>
    <p:sldId id="785" r:id="rId15"/>
    <p:sldId id="260" r:id="rId16"/>
    <p:sldId id="781" r:id="rId17"/>
    <p:sldId id="782" r:id="rId18"/>
    <p:sldId id="783" r:id="rId19"/>
    <p:sldId id="784" r:id="rId20"/>
    <p:sldId id="786" r:id="rId21"/>
    <p:sldId id="787" r:id="rId22"/>
    <p:sldId id="789" r:id="rId23"/>
    <p:sldId id="790" r:id="rId24"/>
    <p:sldId id="791" r:id="rId25"/>
    <p:sldId id="380" r:id="rId26"/>
    <p:sldId id="381" r:id="rId27"/>
    <p:sldId id="792" r:id="rId28"/>
    <p:sldId id="793" r:id="rId29"/>
    <p:sldId id="794" r:id="rId30"/>
    <p:sldId id="795" r:id="rId31"/>
    <p:sldId id="796" r:id="rId32"/>
    <p:sldId id="797" r:id="rId33"/>
    <p:sldId id="813" r:id="rId34"/>
    <p:sldId id="798" r:id="rId35"/>
    <p:sldId id="799" r:id="rId36"/>
    <p:sldId id="800" r:id="rId37"/>
    <p:sldId id="801" r:id="rId38"/>
    <p:sldId id="803" r:id="rId39"/>
    <p:sldId id="804" r:id="rId40"/>
    <p:sldId id="805" r:id="rId41"/>
    <p:sldId id="806" r:id="rId42"/>
    <p:sldId id="807" r:id="rId43"/>
    <p:sldId id="808" r:id="rId44"/>
    <p:sldId id="809" r:id="rId45"/>
    <p:sldId id="810" r:id="rId46"/>
    <p:sldId id="812" r:id="rId47"/>
    <p:sldId id="811" r:id="rId48"/>
    <p:sldId id="372" r:id="rId49"/>
    <p:sldId id="772" r:id="rId50"/>
    <p:sldId id="773" r:id="rId51"/>
    <p:sldId id="770" r:id="rId52"/>
    <p:sldId id="768" r:id="rId53"/>
    <p:sldId id="388" r:id="rId54"/>
    <p:sldId id="403" r:id="rId55"/>
    <p:sldId id="767" r:id="rId56"/>
    <p:sldId id="404" r:id="rId57"/>
    <p:sldId id="405" r:id="rId58"/>
    <p:sldId id="765" r:id="rId59"/>
    <p:sldId id="766" r:id="rId60"/>
    <p:sldId id="411" r:id="rId61"/>
    <p:sldId id="412" r:id="rId62"/>
    <p:sldId id="397" r:id="rId63"/>
    <p:sldId id="436" r:id="rId64"/>
    <p:sldId id="320" r:id="rId65"/>
    <p:sldId id="573" r:id="rId66"/>
    <p:sldId id="321" r:id="rId67"/>
    <p:sldId id="574" r:id="rId68"/>
    <p:sldId id="322" r:id="rId69"/>
    <p:sldId id="575" r:id="rId70"/>
    <p:sldId id="323" r:id="rId71"/>
    <p:sldId id="576" r:id="rId72"/>
    <p:sldId id="324" r:id="rId73"/>
    <p:sldId id="577" r:id="rId74"/>
    <p:sldId id="325" r:id="rId75"/>
    <p:sldId id="578" r:id="rId76"/>
    <p:sldId id="579" r:id="rId77"/>
    <p:sldId id="326" r:id="rId78"/>
    <p:sldId id="580" r:id="rId79"/>
    <p:sldId id="327" r:id="rId80"/>
    <p:sldId id="581" r:id="rId81"/>
    <p:sldId id="328" r:id="rId82"/>
    <p:sldId id="582" r:id="rId83"/>
    <p:sldId id="329" r:id="rId84"/>
    <p:sldId id="583" r:id="rId85"/>
    <p:sldId id="330" r:id="rId86"/>
    <p:sldId id="584" r:id="rId87"/>
    <p:sldId id="331" r:id="rId88"/>
    <p:sldId id="585" r:id="rId89"/>
    <p:sldId id="332" r:id="rId90"/>
    <p:sldId id="586" r:id="rId91"/>
    <p:sldId id="333" r:id="rId92"/>
    <p:sldId id="587" r:id="rId93"/>
    <p:sldId id="334" r:id="rId94"/>
    <p:sldId id="588" r:id="rId95"/>
    <p:sldId id="335" r:id="rId96"/>
    <p:sldId id="589" r:id="rId97"/>
    <p:sldId id="336" r:id="rId98"/>
    <p:sldId id="590" r:id="rId99"/>
    <p:sldId id="337" r:id="rId100"/>
    <p:sldId id="591" r:id="rId101"/>
    <p:sldId id="338" r:id="rId102"/>
    <p:sldId id="592" r:id="rId103"/>
    <p:sldId id="339" r:id="rId104"/>
    <p:sldId id="593" r:id="rId105"/>
    <p:sldId id="340" r:id="rId106"/>
    <p:sldId id="594" r:id="rId107"/>
    <p:sldId id="342" r:id="rId108"/>
    <p:sldId id="596" r:id="rId109"/>
    <p:sldId id="343" r:id="rId110"/>
    <p:sldId id="597" r:id="rId111"/>
    <p:sldId id="344" r:id="rId112"/>
    <p:sldId id="598" r:id="rId113"/>
    <p:sldId id="345" r:id="rId114"/>
    <p:sldId id="599" r:id="rId115"/>
    <p:sldId id="346" r:id="rId116"/>
    <p:sldId id="600" r:id="rId117"/>
    <p:sldId id="347" r:id="rId118"/>
    <p:sldId id="601" r:id="rId119"/>
    <p:sldId id="348" r:id="rId120"/>
    <p:sldId id="602" r:id="rId121"/>
    <p:sldId id="349" r:id="rId122"/>
    <p:sldId id="603" r:id="rId123"/>
    <p:sldId id="604" r:id="rId124"/>
    <p:sldId id="350" r:id="rId125"/>
    <p:sldId id="605" r:id="rId126"/>
    <p:sldId id="351" r:id="rId127"/>
    <p:sldId id="606" r:id="rId128"/>
    <p:sldId id="352" r:id="rId129"/>
    <p:sldId id="607" r:id="rId130"/>
    <p:sldId id="353" r:id="rId131"/>
    <p:sldId id="608" r:id="rId132"/>
    <p:sldId id="354" r:id="rId133"/>
    <p:sldId id="609" r:id="rId134"/>
    <p:sldId id="355" r:id="rId135"/>
    <p:sldId id="610" r:id="rId136"/>
    <p:sldId id="356" r:id="rId137"/>
    <p:sldId id="611" r:id="rId138"/>
    <p:sldId id="357" r:id="rId139"/>
    <p:sldId id="612" r:id="rId140"/>
    <p:sldId id="358" r:id="rId141"/>
    <p:sldId id="613" r:id="rId142"/>
    <p:sldId id="359" r:id="rId143"/>
    <p:sldId id="614" r:id="rId144"/>
    <p:sldId id="360" r:id="rId145"/>
    <p:sldId id="615" r:id="rId146"/>
    <p:sldId id="361" r:id="rId147"/>
    <p:sldId id="616" r:id="rId148"/>
    <p:sldId id="362" r:id="rId149"/>
    <p:sldId id="617" r:id="rId150"/>
    <p:sldId id="363" r:id="rId151"/>
    <p:sldId id="618" r:id="rId152"/>
    <p:sldId id="364" r:id="rId153"/>
    <p:sldId id="619" r:id="rId154"/>
    <p:sldId id="365" r:id="rId155"/>
    <p:sldId id="620" r:id="rId156"/>
    <p:sldId id="366" r:id="rId157"/>
    <p:sldId id="621" r:id="rId158"/>
    <p:sldId id="367" r:id="rId159"/>
    <p:sldId id="622" r:id="rId160"/>
    <p:sldId id="368" r:id="rId161"/>
    <p:sldId id="623" r:id="rId162"/>
    <p:sldId id="369" r:id="rId163"/>
    <p:sldId id="624" r:id="rId164"/>
    <p:sldId id="370" r:id="rId165"/>
    <p:sldId id="625" r:id="rId166"/>
    <p:sldId id="371" r:id="rId167"/>
    <p:sldId id="626" r:id="rId168"/>
    <p:sldId id="438" r:id="rId169"/>
    <p:sldId id="627" r:id="rId170"/>
    <p:sldId id="439" r:id="rId171"/>
    <p:sldId id="628" r:id="rId172"/>
    <p:sldId id="440" r:id="rId173"/>
    <p:sldId id="629" r:id="rId174"/>
    <p:sldId id="441" r:id="rId175"/>
    <p:sldId id="630" r:id="rId176"/>
    <p:sldId id="442" r:id="rId177"/>
    <p:sldId id="631" r:id="rId178"/>
    <p:sldId id="443" r:id="rId179"/>
    <p:sldId id="632" r:id="rId180"/>
    <p:sldId id="444" r:id="rId181"/>
    <p:sldId id="633" r:id="rId182"/>
    <p:sldId id="445" r:id="rId183"/>
    <p:sldId id="634" r:id="rId184"/>
    <p:sldId id="446" r:id="rId185"/>
    <p:sldId id="635" r:id="rId186"/>
    <p:sldId id="452" r:id="rId187"/>
    <p:sldId id="636" r:id="rId188"/>
    <p:sldId id="447" r:id="rId189"/>
    <p:sldId id="637" r:id="rId190"/>
    <p:sldId id="448" r:id="rId191"/>
    <p:sldId id="638" r:id="rId192"/>
    <p:sldId id="449" r:id="rId193"/>
    <p:sldId id="639" r:id="rId194"/>
    <p:sldId id="450" r:id="rId195"/>
    <p:sldId id="640" r:id="rId196"/>
    <p:sldId id="451" r:id="rId197"/>
    <p:sldId id="641" r:id="rId198"/>
    <p:sldId id="453" r:id="rId199"/>
    <p:sldId id="642" r:id="rId200"/>
    <p:sldId id="454" r:id="rId201"/>
    <p:sldId id="643" r:id="rId202"/>
    <p:sldId id="455" r:id="rId203"/>
    <p:sldId id="644" r:id="rId204"/>
    <p:sldId id="456" r:id="rId205"/>
    <p:sldId id="645" r:id="rId206"/>
    <p:sldId id="457" r:id="rId207"/>
    <p:sldId id="646" r:id="rId208"/>
    <p:sldId id="458" r:id="rId209"/>
    <p:sldId id="647" r:id="rId210"/>
    <p:sldId id="459" r:id="rId211"/>
    <p:sldId id="648" r:id="rId212"/>
    <p:sldId id="460" r:id="rId213"/>
    <p:sldId id="649" r:id="rId214"/>
    <p:sldId id="461" r:id="rId215"/>
    <p:sldId id="650" r:id="rId216"/>
    <p:sldId id="462" r:id="rId217"/>
    <p:sldId id="651" r:id="rId218"/>
    <p:sldId id="463" r:id="rId219"/>
    <p:sldId id="652" r:id="rId220"/>
    <p:sldId id="464" r:id="rId221"/>
    <p:sldId id="653" r:id="rId222"/>
    <p:sldId id="465" r:id="rId223"/>
    <p:sldId id="654" r:id="rId224"/>
    <p:sldId id="466" r:id="rId225"/>
    <p:sldId id="655" r:id="rId226"/>
    <p:sldId id="468" r:id="rId227"/>
    <p:sldId id="656" r:id="rId228"/>
    <p:sldId id="467" r:id="rId229"/>
    <p:sldId id="657" r:id="rId230"/>
    <p:sldId id="469" r:id="rId231"/>
    <p:sldId id="658" r:id="rId232"/>
    <p:sldId id="470" r:id="rId233"/>
    <p:sldId id="659" r:id="rId234"/>
    <p:sldId id="471" r:id="rId235"/>
    <p:sldId id="660" r:id="rId236"/>
    <p:sldId id="472" r:id="rId237"/>
    <p:sldId id="661" r:id="rId238"/>
    <p:sldId id="473" r:id="rId239"/>
    <p:sldId id="662" r:id="rId240"/>
    <p:sldId id="474" r:id="rId241"/>
    <p:sldId id="663" r:id="rId242"/>
    <p:sldId id="476" r:id="rId243"/>
    <p:sldId id="664" r:id="rId244"/>
    <p:sldId id="475" r:id="rId245"/>
    <p:sldId id="665" r:id="rId246"/>
    <p:sldId id="477" r:id="rId247"/>
    <p:sldId id="666" r:id="rId248"/>
    <p:sldId id="478" r:id="rId249"/>
    <p:sldId id="667" r:id="rId250"/>
    <p:sldId id="479" r:id="rId251"/>
    <p:sldId id="668" r:id="rId252"/>
    <p:sldId id="480" r:id="rId253"/>
    <p:sldId id="669" r:id="rId254"/>
    <p:sldId id="481" r:id="rId255"/>
    <p:sldId id="670" r:id="rId256"/>
    <p:sldId id="482" r:id="rId257"/>
    <p:sldId id="671" r:id="rId258"/>
    <p:sldId id="483" r:id="rId259"/>
    <p:sldId id="672" r:id="rId260"/>
    <p:sldId id="484" r:id="rId261"/>
    <p:sldId id="673" r:id="rId262"/>
    <p:sldId id="485" r:id="rId263"/>
    <p:sldId id="674" r:id="rId264"/>
    <p:sldId id="486" r:id="rId265"/>
    <p:sldId id="675" r:id="rId266"/>
    <p:sldId id="487" r:id="rId267"/>
    <p:sldId id="676" r:id="rId268"/>
    <p:sldId id="488" r:id="rId269"/>
    <p:sldId id="677" r:id="rId270"/>
    <p:sldId id="489" r:id="rId271"/>
    <p:sldId id="678" r:id="rId272"/>
    <p:sldId id="500" r:id="rId273"/>
    <p:sldId id="679" r:id="rId274"/>
    <p:sldId id="490" r:id="rId275"/>
    <p:sldId id="680" r:id="rId276"/>
    <p:sldId id="491" r:id="rId277"/>
    <p:sldId id="681" r:id="rId278"/>
    <p:sldId id="492" r:id="rId279"/>
    <p:sldId id="682" r:id="rId280"/>
    <p:sldId id="493" r:id="rId281"/>
    <p:sldId id="683" r:id="rId282"/>
    <p:sldId id="494" r:id="rId283"/>
    <p:sldId id="684" r:id="rId284"/>
    <p:sldId id="495" r:id="rId285"/>
    <p:sldId id="685" r:id="rId286"/>
    <p:sldId id="496" r:id="rId287"/>
    <p:sldId id="686" r:id="rId288"/>
    <p:sldId id="497" r:id="rId289"/>
    <p:sldId id="687" r:id="rId290"/>
    <p:sldId id="498" r:id="rId291"/>
    <p:sldId id="688" r:id="rId292"/>
    <p:sldId id="499" r:id="rId293"/>
    <p:sldId id="689" r:id="rId294"/>
    <p:sldId id="501" r:id="rId295"/>
    <p:sldId id="690" r:id="rId296"/>
    <p:sldId id="502" r:id="rId297"/>
    <p:sldId id="691" r:id="rId298"/>
    <p:sldId id="503" r:id="rId299"/>
    <p:sldId id="692" r:id="rId300"/>
    <p:sldId id="504" r:id="rId301"/>
    <p:sldId id="693" r:id="rId302"/>
    <p:sldId id="505" r:id="rId303"/>
    <p:sldId id="694" r:id="rId304"/>
    <p:sldId id="506" r:id="rId305"/>
    <p:sldId id="695" r:id="rId306"/>
    <p:sldId id="507" r:id="rId307"/>
    <p:sldId id="696" r:id="rId308"/>
    <p:sldId id="508" r:id="rId309"/>
    <p:sldId id="697" r:id="rId310"/>
    <p:sldId id="509" r:id="rId311"/>
    <p:sldId id="698" r:id="rId312"/>
    <p:sldId id="510" r:id="rId313"/>
    <p:sldId id="699" r:id="rId314"/>
    <p:sldId id="511" r:id="rId315"/>
    <p:sldId id="700" r:id="rId316"/>
    <p:sldId id="512" r:id="rId317"/>
    <p:sldId id="701" r:id="rId318"/>
    <p:sldId id="513" r:id="rId319"/>
    <p:sldId id="702" r:id="rId320"/>
    <p:sldId id="514" r:id="rId321"/>
    <p:sldId id="703" r:id="rId322"/>
    <p:sldId id="515" r:id="rId323"/>
    <p:sldId id="704" r:id="rId324"/>
    <p:sldId id="516" r:id="rId325"/>
    <p:sldId id="705" r:id="rId326"/>
    <p:sldId id="517" r:id="rId327"/>
    <p:sldId id="706" r:id="rId328"/>
    <p:sldId id="518" r:id="rId329"/>
    <p:sldId id="707" r:id="rId330"/>
    <p:sldId id="519" r:id="rId331"/>
    <p:sldId id="708" r:id="rId332"/>
    <p:sldId id="520" r:id="rId333"/>
    <p:sldId id="710" r:id="rId334"/>
    <p:sldId id="521" r:id="rId335"/>
    <p:sldId id="711" r:id="rId336"/>
    <p:sldId id="522" r:id="rId337"/>
    <p:sldId id="712" r:id="rId338"/>
    <p:sldId id="523" r:id="rId339"/>
    <p:sldId id="713" r:id="rId340"/>
    <p:sldId id="524" r:id="rId341"/>
    <p:sldId id="714" r:id="rId342"/>
    <p:sldId id="525" r:id="rId343"/>
    <p:sldId id="715" r:id="rId344"/>
    <p:sldId id="526" r:id="rId345"/>
    <p:sldId id="716" r:id="rId346"/>
    <p:sldId id="527" r:id="rId347"/>
    <p:sldId id="717" r:id="rId348"/>
    <p:sldId id="528" r:id="rId349"/>
    <p:sldId id="718" r:id="rId350"/>
    <p:sldId id="529" r:id="rId351"/>
    <p:sldId id="719" r:id="rId352"/>
    <p:sldId id="530" r:id="rId353"/>
    <p:sldId id="720" r:id="rId354"/>
    <p:sldId id="531" r:id="rId355"/>
    <p:sldId id="721" r:id="rId356"/>
    <p:sldId id="532" r:id="rId357"/>
    <p:sldId id="722" r:id="rId358"/>
    <p:sldId id="533" r:id="rId359"/>
    <p:sldId id="723" r:id="rId360"/>
    <p:sldId id="534" r:id="rId361"/>
    <p:sldId id="724" r:id="rId362"/>
    <p:sldId id="535" r:id="rId363"/>
    <p:sldId id="725" r:id="rId364"/>
    <p:sldId id="537" r:id="rId365"/>
    <p:sldId id="726" r:id="rId366"/>
    <p:sldId id="536" r:id="rId367"/>
    <p:sldId id="727" r:id="rId368"/>
    <p:sldId id="538" r:id="rId369"/>
    <p:sldId id="728" r:id="rId370"/>
    <p:sldId id="539" r:id="rId371"/>
    <p:sldId id="729" r:id="rId372"/>
    <p:sldId id="540" r:id="rId373"/>
    <p:sldId id="730" r:id="rId374"/>
    <p:sldId id="541" r:id="rId375"/>
    <p:sldId id="731" r:id="rId376"/>
    <p:sldId id="542" r:id="rId377"/>
    <p:sldId id="732" r:id="rId378"/>
    <p:sldId id="543" r:id="rId379"/>
    <p:sldId id="733" r:id="rId380"/>
    <p:sldId id="544" r:id="rId381"/>
    <p:sldId id="734" r:id="rId382"/>
    <p:sldId id="545" r:id="rId383"/>
    <p:sldId id="735" r:id="rId384"/>
    <p:sldId id="546" r:id="rId385"/>
    <p:sldId id="736" r:id="rId386"/>
    <p:sldId id="547" r:id="rId387"/>
    <p:sldId id="737" r:id="rId388"/>
    <p:sldId id="548" r:id="rId389"/>
    <p:sldId id="738" r:id="rId390"/>
    <p:sldId id="549" r:id="rId391"/>
    <p:sldId id="739" r:id="rId392"/>
    <p:sldId id="550" r:id="rId393"/>
    <p:sldId id="740" r:id="rId394"/>
    <p:sldId id="551" r:id="rId395"/>
    <p:sldId id="741" r:id="rId396"/>
    <p:sldId id="552" r:id="rId397"/>
    <p:sldId id="742" r:id="rId398"/>
    <p:sldId id="553" r:id="rId399"/>
    <p:sldId id="744" r:id="rId400"/>
    <p:sldId id="554" r:id="rId401"/>
    <p:sldId id="745" r:id="rId402"/>
    <p:sldId id="555" r:id="rId403"/>
    <p:sldId id="746" r:id="rId404"/>
    <p:sldId id="556" r:id="rId405"/>
    <p:sldId id="747" r:id="rId406"/>
    <p:sldId id="557" r:id="rId407"/>
    <p:sldId id="748" r:id="rId408"/>
    <p:sldId id="558" r:id="rId409"/>
    <p:sldId id="749" r:id="rId410"/>
    <p:sldId id="559" r:id="rId411"/>
    <p:sldId id="750" r:id="rId412"/>
    <p:sldId id="560" r:id="rId413"/>
    <p:sldId id="751" r:id="rId414"/>
    <p:sldId id="561" r:id="rId415"/>
    <p:sldId id="752" r:id="rId416"/>
    <p:sldId id="562" r:id="rId417"/>
    <p:sldId id="753" r:id="rId418"/>
    <p:sldId id="563" r:id="rId419"/>
    <p:sldId id="754" r:id="rId420"/>
    <p:sldId id="564" r:id="rId421"/>
    <p:sldId id="755" r:id="rId422"/>
    <p:sldId id="565" r:id="rId423"/>
    <p:sldId id="756" r:id="rId424"/>
    <p:sldId id="566" r:id="rId425"/>
    <p:sldId id="757" r:id="rId426"/>
    <p:sldId id="567" r:id="rId427"/>
    <p:sldId id="758" r:id="rId428"/>
    <p:sldId id="568" r:id="rId429"/>
    <p:sldId id="759" r:id="rId430"/>
    <p:sldId id="569" r:id="rId431"/>
    <p:sldId id="760" r:id="rId432"/>
    <p:sldId id="570" r:id="rId433"/>
    <p:sldId id="761" r:id="rId434"/>
    <p:sldId id="571" r:id="rId435"/>
    <p:sldId id="762" r:id="rId436"/>
    <p:sldId id="572" r:id="rId437"/>
    <p:sldId id="318" r:id="rId438"/>
    <p:sldId id="299" r:id="rId439"/>
    <p:sldId id="421" r:id="rId440"/>
    <p:sldId id="422" r:id="rId441"/>
    <p:sldId id="423" r:id="rId442"/>
    <p:sldId id="424" r:id="rId443"/>
    <p:sldId id="425" r:id="rId444"/>
    <p:sldId id="426" r:id="rId445"/>
    <p:sldId id="427" r:id="rId446"/>
    <p:sldId id="428" r:id="rId447"/>
    <p:sldId id="429" r:id="rId448"/>
    <p:sldId id="430" r:id="rId449"/>
    <p:sldId id="431" r:id="rId450"/>
    <p:sldId id="432" r:id="rId451"/>
    <p:sldId id="433" r:id="rId452"/>
    <p:sldId id="434" r:id="rId453"/>
    <p:sldId id="435" r:id="rId4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433" Type="http://schemas.openxmlformats.org/officeDocument/2006/relationships/slide" Target="slides/slide432.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402" Type="http://schemas.openxmlformats.org/officeDocument/2006/relationships/slide" Target="slides/slide401.xml"/><Relationship Id="rId279" Type="http://schemas.openxmlformats.org/officeDocument/2006/relationships/slide" Target="slides/slide278.xml"/><Relationship Id="rId444" Type="http://schemas.openxmlformats.org/officeDocument/2006/relationships/slide" Target="slides/slide443.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248" Type="http://schemas.openxmlformats.org/officeDocument/2006/relationships/slide" Target="slides/slide247.xml"/><Relationship Id="rId455" Type="http://schemas.openxmlformats.org/officeDocument/2006/relationships/presProps" Target="presProps.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399" Type="http://schemas.openxmlformats.org/officeDocument/2006/relationships/slide" Target="slides/slide398.xml"/><Relationship Id="rId259" Type="http://schemas.openxmlformats.org/officeDocument/2006/relationships/slide" Target="slides/slide258.xml"/><Relationship Id="rId424" Type="http://schemas.openxmlformats.org/officeDocument/2006/relationships/slide" Target="slides/slide423.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435" Type="http://schemas.openxmlformats.org/officeDocument/2006/relationships/slide" Target="slides/slide434.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446" Type="http://schemas.openxmlformats.org/officeDocument/2006/relationships/slide" Target="slides/slide445.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slide" Target="slides/slide414.xml"/><Relationship Id="rId457" Type="http://schemas.openxmlformats.org/officeDocument/2006/relationships/theme" Target="theme/theme1.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426" Type="http://schemas.openxmlformats.org/officeDocument/2006/relationships/slide" Target="slides/slide425.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241" Type="http://schemas.openxmlformats.org/officeDocument/2006/relationships/slide" Target="slides/slide240.xml"/><Relationship Id="rId437" Type="http://schemas.openxmlformats.org/officeDocument/2006/relationships/slide" Target="slides/slide436.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406" Type="http://schemas.openxmlformats.org/officeDocument/2006/relationships/slide" Target="slides/slide405.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448" Type="http://schemas.openxmlformats.org/officeDocument/2006/relationships/slide" Target="slides/slide447.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196" Type="http://schemas.openxmlformats.org/officeDocument/2006/relationships/slide" Target="slides/slide195.xml"/><Relationship Id="rId417" Type="http://schemas.openxmlformats.org/officeDocument/2006/relationships/slide" Target="slides/slide416.xml"/><Relationship Id="rId16" Type="http://schemas.openxmlformats.org/officeDocument/2006/relationships/slide" Target="slides/slide15.xml"/><Relationship Id="rId221" Type="http://schemas.openxmlformats.org/officeDocument/2006/relationships/slide" Target="slides/slide220.xml"/><Relationship Id="rId263" Type="http://schemas.openxmlformats.org/officeDocument/2006/relationships/slide" Target="slides/slide262.xml"/><Relationship Id="rId319" Type="http://schemas.openxmlformats.org/officeDocument/2006/relationships/slide" Target="slides/slide318.xml"/><Relationship Id="rId58" Type="http://schemas.openxmlformats.org/officeDocument/2006/relationships/slide" Target="slides/slide57.xml"/><Relationship Id="rId123" Type="http://schemas.openxmlformats.org/officeDocument/2006/relationships/slide" Target="slides/slide122.xml"/><Relationship Id="rId330" Type="http://schemas.openxmlformats.org/officeDocument/2006/relationships/slide" Target="slides/slide329.xml"/><Relationship Id="rId165" Type="http://schemas.openxmlformats.org/officeDocument/2006/relationships/slide" Target="slides/slide164.xml"/><Relationship Id="rId372" Type="http://schemas.openxmlformats.org/officeDocument/2006/relationships/slide" Target="slides/slide371.xml"/><Relationship Id="rId428" Type="http://schemas.openxmlformats.org/officeDocument/2006/relationships/slide" Target="slides/slide427.xml"/><Relationship Id="rId232" Type="http://schemas.openxmlformats.org/officeDocument/2006/relationships/slide" Target="slides/slide231.xml"/><Relationship Id="rId274" Type="http://schemas.openxmlformats.org/officeDocument/2006/relationships/slide" Target="slides/slide273.xml"/><Relationship Id="rId27" Type="http://schemas.openxmlformats.org/officeDocument/2006/relationships/slide" Target="slides/slide26.xml"/><Relationship Id="rId69" Type="http://schemas.openxmlformats.org/officeDocument/2006/relationships/slide" Target="slides/slide68.xml"/><Relationship Id="rId134" Type="http://schemas.openxmlformats.org/officeDocument/2006/relationships/slide" Target="slides/slide133.xml"/><Relationship Id="rId80" Type="http://schemas.openxmlformats.org/officeDocument/2006/relationships/slide" Target="slides/slide79.xml"/><Relationship Id="rId176" Type="http://schemas.openxmlformats.org/officeDocument/2006/relationships/slide" Target="slides/slide175.xml"/><Relationship Id="rId341" Type="http://schemas.openxmlformats.org/officeDocument/2006/relationships/slide" Target="slides/slide340.xml"/><Relationship Id="rId383" Type="http://schemas.openxmlformats.org/officeDocument/2006/relationships/slide" Target="slides/slide382.xml"/><Relationship Id="rId439" Type="http://schemas.openxmlformats.org/officeDocument/2006/relationships/slide" Target="slides/slide438.xml"/><Relationship Id="rId201" Type="http://schemas.openxmlformats.org/officeDocument/2006/relationships/slide" Target="slides/slide200.xml"/><Relationship Id="rId243" Type="http://schemas.openxmlformats.org/officeDocument/2006/relationships/slide" Target="slides/slide242.xml"/><Relationship Id="rId285" Type="http://schemas.openxmlformats.org/officeDocument/2006/relationships/slide" Target="slides/slide284.xml"/><Relationship Id="rId450" Type="http://schemas.openxmlformats.org/officeDocument/2006/relationships/slide" Target="slides/slide449.xml"/><Relationship Id="rId38" Type="http://schemas.openxmlformats.org/officeDocument/2006/relationships/slide" Target="slides/slide37.xml"/><Relationship Id="rId103" Type="http://schemas.openxmlformats.org/officeDocument/2006/relationships/slide" Target="slides/slide102.xml"/><Relationship Id="rId310" Type="http://schemas.openxmlformats.org/officeDocument/2006/relationships/slide" Target="slides/slide309.xml"/><Relationship Id="rId91" Type="http://schemas.openxmlformats.org/officeDocument/2006/relationships/slide" Target="slides/slide90.xml"/><Relationship Id="rId145" Type="http://schemas.openxmlformats.org/officeDocument/2006/relationships/slide" Target="slides/slide144.xml"/><Relationship Id="rId187" Type="http://schemas.openxmlformats.org/officeDocument/2006/relationships/slide" Target="slides/slide186.xml"/><Relationship Id="rId352" Type="http://schemas.openxmlformats.org/officeDocument/2006/relationships/slide" Target="slides/slide351.xml"/><Relationship Id="rId394" Type="http://schemas.openxmlformats.org/officeDocument/2006/relationships/slide" Target="slides/slide393.xml"/><Relationship Id="rId408" Type="http://schemas.openxmlformats.org/officeDocument/2006/relationships/slide" Target="slides/slide407.xml"/><Relationship Id="rId212" Type="http://schemas.openxmlformats.org/officeDocument/2006/relationships/slide" Target="slides/slide211.xml"/><Relationship Id="rId254" Type="http://schemas.openxmlformats.org/officeDocument/2006/relationships/slide" Target="slides/slide253.xml"/><Relationship Id="rId49" Type="http://schemas.openxmlformats.org/officeDocument/2006/relationships/slide" Target="slides/slide48.xml"/><Relationship Id="rId114" Type="http://schemas.openxmlformats.org/officeDocument/2006/relationships/slide" Target="slides/slide113.xml"/><Relationship Id="rId296" Type="http://schemas.openxmlformats.org/officeDocument/2006/relationships/slide" Target="slides/slide295.xml"/><Relationship Id="rId60" Type="http://schemas.openxmlformats.org/officeDocument/2006/relationships/slide" Target="slides/slide59.xml"/><Relationship Id="rId156" Type="http://schemas.openxmlformats.org/officeDocument/2006/relationships/slide" Target="slides/slide155.xml"/><Relationship Id="rId198" Type="http://schemas.openxmlformats.org/officeDocument/2006/relationships/slide" Target="slides/slide197.xml"/><Relationship Id="rId321" Type="http://schemas.openxmlformats.org/officeDocument/2006/relationships/slide" Target="slides/slide320.xml"/><Relationship Id="rId363" Type="http://schemas.openxmlformats.org/officeDocument/2006/relationships/slide" Target="slides/slide362.xml"/><Relationship Id="rId419" Type="http://schemas.openxmlformats.org/officeDocument/2006/relationships/slide" Target="slides/slide418.xml"/><Relationship Id="rId223" Type="http://schemas.openxmlformats.org/officeDocument/2006/relationships/slide" Target="slides/slide222.xml"/><Relationship Id="rId430" Type="http://schemas.openxmlformats.org/officeDocument/2006/relationships/slide" Target="slides/slide429.xml"/><Relationship Id="rId18" Type="http://schemas.openxmlformats.org/officeDocument/2006/relationships/slide" Target="slides/slide17.xml"/><Relationship Id="rId265" Type="http://schemas.openxmlformats.org/officeDocument/2006/relationships/slide" Target="slides/slide264.xml"/><Relationship Id="rId125" Type="http://schemas.openxmlformats.org/officeDocument/2006/relationships/slide" Target="slides/slide124.xml"/><Relationship Id="rId167" Type="http://schemas.openxmlformats.org/officeDocument/2006/relationships/slide" Target="slides/slide166.xml"/><Relationship Id="rId332" Type="http://schemas.openxmlformats.org/officeDocument/2006/relationships/slide" Target="slides/slide331.xml"/><Relationship Id="rId374" Type="http://schemas.openxmlformats.org/officeDocument/2006/relationships/slide" Target="slides/slide373.xml"/><Relationship Id="rId71" Type="http://schemas.openxmlformats.org/officeDocument/2006/relationships/slide" Target="slides/slide70.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41" Type="http://schemas.openxmlformats.org/officeDocument/2006/relationships/slide" Target="slides/slide440.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slide" Target="slides/slide384.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410" Type="http://schemas.openxmlformats.org/officeDocument/2006/relationships/slide" Target="slides/slide409.xml"/><Relationship Id="rId431" Type="http://schemas.openxmlformats.org/officeDocument/2006/relationships/slide" Target="slides/slide430.xml"/><Relationship Id="rId452" Type="http://schemas.openxmlformats.org/officeDocument/2006/relationships/slide" Target="slides/slide45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96" Type="http://schemas.openxmlformats.org/officeDocument/2006/relationships/slide" Target="slides/slide395.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400" Type="http://schemas.openxmlformats.org/officeDocument/2006/relationships/slide" Target="slides/slide399.xml"/><Relationship Id="rId421" Type="http://schemas.openxmlformats.org/officeDocument/2006/relationships/slide" Target="slides/slide420.xml"/><Relationship Id="rId442" Type="http://schemas.openxmlformats.org/officeDocument/2006/relationships/slide" Target="slides/slide441.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411" Type="http://schemas.openxmlformats.org/officeDocument/2006/relationships/slide" Target="slides/slide410.xml"/><Relationship Id="rId432" Type="http://schemas.openxmlformats.org/officeDocument/2006/relationships/slide" Target="slides/slide431.xml"/><Relationship Id="rId453" Type="http://schemas.openxmlformats.org/officeDocument/2006/relationships/slide" Target="slides/slide452.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397" Type="http://schemas.openxmlformats.org/officeDocument/2006/relationships/slide" Target="slides/slide396.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01" Type="http://schemas.openxmlformats.org/officeDocument/2006/relationships/slide" Target="slides/slide400.xml"/><Relationship Id="rId422" Type="http://schemas.openxmlformats.org/officeDocument/2006/relationships/slide" Target="slides/slide421.xml"/><Relationship Id="rId443" Type="http://schemas.openxmlformats.org/officeDocument/2006/relationships/slide" Target="slides/slide442.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107" Type="http://schemas.openxmlformats.org/officeDocument/2006/relationships/slide" Target="slides/slide106.xml"/><Relationship Id="rId289" Type="http://schemas.openxmlformats.org/officeDocument/2006/relationships/slide" Target="slides/slide288.xml"/><Relationship Id="rId454" Type="http://schemas.openxmlformats.org/officeDocument/2006/relationships/slide" Target="slides/slide453.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434" Type="http://schemas.openxmlformats.org/officeDocument/2006/relationships/slide" Target="slides/slide433.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414" Type="http://schemas.openxmlformats.org/officeDocument/2006/relationships/slide" Target="slides/slide413.xml"/><Relationship Id="rId456" Type="http://schemas.openxmlformats.org/officeDocument/2006/relationships/viewProps" Target="viewProps.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425" Type="http://schemas.openxmlformats.org/officeDocument/2006/relationships/slide" Target="slides/slide424.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436" Type="http://schemas.openxmlformats.org/officeDocument/2006/relationships/slide" Target="slides/slide435.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447" Type="http://schemas.openxmlformats.org/officeDocument/2006/relationships/slide" Target="slides/slide446.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416" Type="http://schemas.openxmlformats.org/officeDocument/2006/relationships/slide" Target="slides/slide415.xml"/><Relationship Id="rId220" Type="http://schemas.openxmlformats.org/officeDocument/2006/relationships/slide" Target="slides/slide219.xml"/><Relationship Id="rId458" Type="http://schemas.openxmlformats.org/officeDocument/2006/relationships/tableStyles" Target="tableStyles.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427" Type="http://schemas.openxmlformats.org/officeDocument/2006/relationships/slide" Target="slides/slide426.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200" Type="http://schemas.openxmlformats.org/officeDocument/2006/relationships/slide" Target="slides/slide199.xml"/><Relationship Id="rId382" Type="http://schemas.openxmlformats.org/officeDocument/2006/relationships/slide" Target="slides/slide381.xml"/><Relationship Id="rId438" Type="http://schemas.openxmlformats.org/officeDocument/2006/relationships/slide" Target="slides/slide437.xml"/><Relationship Id="rId242" Type="http://schemas.openxmlformats.org/officeDocument/2006/relationships/slide" Target="slides/slide241.xml"/><Relationship Id="rId284" Type="http://schemas.openxmlformats.org/officeDocument/2006/relationships/slide" Target="slides/slide283.xml"/><Relationship Id="rId37" Type="http://schemas.openxmlformats.org/officeDocument/2006/relationships/slide" Target="slides/slide36.xml"/><Relationship Id="rId79" Type="http://schemas.openxmlformats.org/officeDocument/2006/relationships/slide" Target="slides/slide78.xml"/><Relationship Id="rId102" Type="http://schemas.openxmlformats.org/officeDocument/2006/relationships/slide" Target="slides/slide101.xml"/><Relationship Id="rId144" Type="http://schemas.openxmlformats.org/officeDocument/2006/relationships/slide" Target="slides/slide143.xml"/><Relationship Id="rId90" Type="http://schemas.openxmlformats.org/officeDocument/2006/relationships/slide" Target="slides/slide89.xml"/><Relationship Id="rId186" Type="http://schemas.openxmlformats.org/officeDocument/2006/relationships/slide" Target="slides/slide185.xml"/><Relationship Id="rId351" Type="http://schemas.openxmlformats.org/officeDocument/2006/relationships/slide" Target="slides/slide350.xml"/><Relationship Id="rId393" Type="http://schemas.openxmlformats.org/officeDocument/2006/relationships/slide" Target="slides/slide392.xml"/><Relationship Id="rId407" Type="http://schemas.openxmlformats.org/officeDocument/2006/relationships/slide" Target="slides/slide406.xml"/><Relationship Id="rId449" Type="http://schemas.openxmlformats.org/officeDocument/2006/relationships/slide" Target="slides/slide448.xml"/><Relationship Id="rId211" Type="http://schemas.openxmlformats.org/officeDocument/2006/relationships/slide" Target="slides/slide210.xml"/><Relationship Id="rId253" Type="http://schemas.openxmlformats.org/officeDocument/2006/relationships/slide" Target="slides/slide252.xml"/><Relationship Id="rId295" Type="http://schemas.openxmlformats.org/officeDocument/2006/relationships/slide" Target="slides/slide294.xml"/><Relationship Id="rId309" Type="http://schemas.openxmlformats.org/officeDocument/2006/relationships/slide" Target="slides/slide308.xml"/><Relationship Id="rId48" Type="http://schemas.openxmlformats.org/officeDocument/2006/relationships/slide" Target="slides/slide47.xml"/><Relationship Id="rId113" Type="http://schemas.openxmlformats.org/officeDocument/2006/relationships/slide" Target="slides/slide112.xml"/><Relationship Id="rId320" Type="http://schemas.openxmlformats.org/officeDocument/2006/relationships/slide" Target="slides/slide319.xml"/><Relationship Id="rId155" Type="http://schemas.openxmlformats.org/officeDocument/2006/relationships/slide" Target="slides/slide154.xml"/><Relationship Id="rId197" Type="http://schemas.openxmlformats.org/officeDocument/2006/relationships/slide" Target="slides/slide196.xml"/><Relationship Id="rId362" Type="http://schemas.openxmlformats.org/officeDocument/2006/relationships/slide" Target="slides/slide361.xml"/><Relationship Id="rId418" Type="http://schemas.openxmlformats.org/officeDocument/2006/relationships/slide" Target="slides/slide417.xml"/><Relationship Id="rId222" Type="http://schemas.openxmlformats.org/officeDocument/2006/relationships/slide" Target="slides/slide221.xml"/><Relationship Id="rId264" Type="http://schemas.openxmlformats.org/officeDocument/2006/relationships/slide" Target="slides/slide263.xml"/><Relationship Id="rId17" Type="http://schemas.openxmlformats.org/officeDocument/2006/relationships/slide" Target="slides/slide16.xml"/><Relationship Id="rId59" Type="http://schemas.openxmlformats.org/officeDocument/2006/relationships/slide" Target="slides/slide58.xml"/><Relationship Id="rId124" Type="http://schemas.openxmlformats.org/officeDocument/2006/relationships/slide" Target="slides/slide123.xml"/><Relationship Id="rId70" Type="http://schemas.openxmlformats.org/officeDocument/2006/relationships/slide" Target="slides/slide69.xml"/><Relationship Id="rId166" Type="http://schemas.openxmlformats.org/officeDocument/2006/relationships/slide" Target="slides/slide165.xml"/><Relationship Id="rId331" Type="http://schemas.openxmlformats.org/officeDocument/2006/relationships/slide" Target="slides/slide330.xml"/><Relationship Id="rId373" Type="http://schemas.openxmlformats.org/officeDocument/2006/relationships/slide" Target="slides/slide372.xml"/><Relationship Id="rId429" Type="http://schemas.openxmlformats.org/officeDocument/2006/relationships/slide" Target="slides/slide428.xml"/><Relationship Id="rId1" Type="http://schemas.openxmlformats.org/officeDocument/2006/relationships/slideMaster" Target="slideMasters/slideMaster1.xml"/><Relationship Id="rId233" Type="http://schemas.openxmlformats.org/officeDocument/2006/relationships/slide" Target="slides/slide232.xml"/><Relationship Id="rId440" Type="http://schemas.openxmlformats.org/officeDocument/2006/relationships/slide" Target="slides/slide439.xml"/><Relationship Id="rId28" Type="http://schemas.openxmlformats.org/officeDocument/2006/relationships/slide" Target="slides/slide27.xml"/><Relationship Id="rId275" Type="http://schemas.openxmlformats.org/officeDocument/2006/relationships/slide" Target="slides/slide274.xml"/><Relationship Id="rId300" Type="http://schemas.openxmlformats.org/officeDocument/2006/relationships/slide" Target="slides/slide299.xml"/><Relationship Id="rId81" Type="http://schemas.openxmlformats.org/officeDocument/2006/relationships/slide" Target="slides/slide80.xml"/><Relationship Id="rId135" Type="http://schemas.openxmlformats.org/officeDocument/2006/relationships/slide" Target="slides/slide134.xml"/><Relationship Id="rId177" Type="http://schemas.openxmlformats.org/officeDocument/2006/relationships/slide" Target="slides/slide176.xml"/><Relationship Id="rId342" Type="http://schemas.openxmlformats.org/officeDocument/2006/relationships/slide" Target="slides/slide341.xml"/><Relationship Id="rId384" Type="http://schemas.openxmlformats.org/officeDocument/2006/relationships/slide" Target="slides/slide383.xml"/><Relationship Id="rId202" Type="http://schemas.openxmlformats.org/officeDocument/2006/relationships/slide" Target="slides/slide201.xml"/><Relationship Id="rId244" Type="http://schemas.openxmlformats.org/officeDocument/2006/relationships/slide" Target="slides/slide243.xml"/><Relationship Id="rId39" Type="http://schemas.openxmlformats.org/officeDocument/2006/relationships/slide" Target="slides/slide38.xml"/><Relationship Id="rId286" Type="http://schemas.openxmlformats.org/officeDocument/2006/relationships/slide" Target="slides/slide285.xml"/><Relationship Id="rId451" Type="http://schemas.openxmlformats.org/officeDocument/2006/relationships/slide" Target="slides/slide450.xml"/><Relationship Id="rId50" Type="http://schemas.openxmlformats.org/officeDocument/2006/relationships/slide" Target="slides/slide49.xml"/><Relationship Id="rId104" Type="http://schemas.openxmlformats.org/officeDocument/2006/relationships/slide" Target="slides/slide103.xml"/><Relationship Id="rId146" Type="http://schemas.openxmlformats.org/officeDocument/2006/relationships/slide" Target="slides/slide145.xml"/><Relationship Id="rId188" Type="http://schemas.openxmlformats.org/officeDocument/2006/relationships/slide" Target="slides/slide187.xml"/><Relationship Id="rId311" Type="http://schemas.openxmlformats.org/officeDocument/2006/relationships/slide" Target="slides/slide310.xml"/><Relationship Id="rId353" Type="http://schemas.openxmlformats.org/officeDocument/2006/relationships/slide" Target="slides/slide352.xml"/><Relationship Id="rId395" Type="http://schemas.openxmlformats.org/officeDocument/2006/relationships/slide" Target="slides/slide394.xml"/><Relationship Id="rId409" Type="http://schemas.openxmlformats.org/officeDocument/2006/relationships/slide" Target="slides/slide408.xml"/><Relationship Id="rId92" Type="http://schemas.openxmlformats.org/officeDocument/2006/relationships/slide" Target="slides/slide91.xml"/><Relationship Id="rId213" Type="http://schemas.openxmlformats.org/officeDocument/2006/relationships/slide" Target="slides/slide212.xml"/><Relationship Id="rId420" Type="http://schemas.openxmlformats.org/officeDocument/2006/relationships/slide" Target="slides/slide419.xml"/></Relationships>
</file>

<file path=ppt/diagrams/_rels/data1.xml.rels><?xml version="1.0" encoding="UTF-8" standalone="yes"?>
<Relationships xmlns="http://schemas.openxmlformats.org/package/2006/relationships"><Relationship Id="rId1" Type="http://schemas.openxmlformats.org/officeDocument/2006/relationships/hyperlink" Target="http://jerz.setonhill.edu/writing/grammar/act-pass.htm#Contents" TargetMode="External"/></Relationships>
</file>

<file path=ppt/diagrams/_rels/data5.xml.rels><?xml version="1.0" encoding="UTF-8" standalone="yes"?>
<Relationships xmlns="http://schemas.openxmlformats.org/package/2006/relationships"><Relationship Id="rId1" Type="http://schemas.openxmlformats.org/officeDocument/2006/relationships/hyperlink" Target="http://jerz.setonhill.edu/writing/grammar/act-pass.htm#Contents"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jerz.setonhill.edu/writing/grammar/act-pass.htm#Contents" TargetMode="External"/></Relationships>
</file>

<file path=ppt/diagrams/_rels/drawing5.xml.rels><?xml version="1.0" encoding="UTF-8" standalone="yes"?>
<Relationships xmlns="http://schemas.openxmlformats.org/package/2006/relationships"><Relationship Id="rId1" Type="http://schemas.openxmlformats.org/officeDocument/2006/relationships/hyperlink" Target="http://jerz.setonhill.edu/writing/grammar/act-pass.htm#Contents" TargetMode="Externa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683BD5-9735-4994-AB65-72119AA70F9D}"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0A796E02-840A-40A8-B5A7-1A5D677369A5}">
      <dgm:prSet phldrT="[Text]" custT="1"/>
      <dgm:spPr/>
      <dgm:t>
        <a:bodyPr/>
        <a:lstStyle/>
        <a:p>
          <a:r>
            <a:rPr lang="en-IN" sz="2300" b="1" dirty="0"/>
            <a:t>1</a:t>
          </a:r>
          <a:r>
            <a:rPr lang="en-IN" sz="3200" b="1" dirty="0"/>
            <a:t>. How to Recognize Active and Passive Sentences </a:t>
          </a:r>
          <a:r>
            <a:rPr lang="en-IN" sz="3200" b="1" dirty="0">
              <a:hlinkClick xmlns:r="http://schemas.openxmlformats.org/officeDocument/2006/relationships" r:id="rId1"/>
            </a:rPr>
            <a:t>^</a:t>
          </a:r>
          <a:endParaRPr lang="en-IN" sz="3200" b="1" dirty="0"/>
        </a:p>
      </dgm:t>
    </dgm:pt>
    <dgm:pt modelId="{98DAB714-FC4C-43F4-BF85-F8310E89E4EC}" type="parTrans" cxnId="{797791DE-EF86-49E9-90B9-560164D77D28}">
      <dgm:prSet/>
      <dgm:spPr/>
      <dgm:t>
        <a:bodyPr/>
        <a:lstStyle/>
        <a:p>
          <a:endParaRPr lang="en-IN"/>
        </a:p>
      </dgm:t>
    </dgm:pt>
    <dgm:pt modelId="{8929CBA1-C44F-4A98-9672-F011FEA3C673}" type="sibTrans" cxnId="{797791DE-EF86-49E9-90B9-560164D77D28}">
      <dgm:prSet/>
      <dgm:spPr/>
      <dgm:t>
        <a:bodyPr/>
        <a:lstStyle/>
        <a:p>
          <a:endParaRPr lang="en-IN"/>
        </a:p>
      </dgm:t>
    </dgm:pt>
    <dgm:pt modelId="{957FC5F1-AA71-4B74-B9FF-990BAF144022}">
      <dgm:prSet custT="1"/>
      <dgm:spPr/>
      <dgm:t>
        <a:bodyPr/>
        <a:lstStyle/>
        <a:p>
          <a:r>
            <a:rPr lang="en-IN" sz="3200" b="1" dirty="0">
              <a:solidFill>
                <a:srgbClr val="C00000"/>
              </a:solidFill>
            </a:rPr>
            <a:t>Find the subject </a:t>
          </a:r>
          <a:r>
            <a:rPr lang="en-IN" sz="3200" b="1" dirty="0"/>
            <a:t>(the main character of the sentence).</a:t>
          </a:r>
        </a:p>
      </dgm:t>
    </dgm:pt>
    <dgm:pt modelId="{6BD84D0A-F48A-43C3-812C-220ADAA1BE4A}" type="parTrans" cxnId="{6B4CB394-5098-460B-943F-8A7BCFB663BB}">
      <dgm:prSet/>
      <dgm:spPr/>
      <dgm:t>
        <a:bodyPr/>
        <a:lstStyle/>
        <a:p>
          <a:endParaRPr lang="en-IN"/>
        </a:p>
      </dgm:t>
    </dgm:pt>
    <dgm:pt modelId="{7ACE9899-ECB0-46BF-BE04-C5B698834932}" type="sibTrans" cxnId="{6B4CB394-5098-460B-943F-8A7BCFB663BB}">
      <dgm:prSet/>
      <dgm:spPr/>
      <dgm:t>
        <a:bodyPr/>
        <a:lstStyle/>
        <a:p>
          <a:endParaRPr lang="en-IN"/>
        </a:p>
      </dgm:t>
    </dgm:pt>
    <dgm:pt modelId="{564AED25-9592-4CF8-A474-A628EC677739}">
      <dgm:prSet custT="1"/>
      <dgm:spPr/>
      <dgm:t>
        <a:bodyPr/>
        <a:lstStyle/>
        <a:p>
          <a:r>
            <a:rPr lang="en-IN" sz="3200" b="1" dirty="0">
              <a:solidFill>
                <a:srgbClr val="C00000"/>
              </a:solidFill>
            </a:rPr>
            <a:t>Find the main verb </a:t>
          </a:r>
          <a:r>
            <a:rPr lang="en-IN" sz="3200" b="1" dirty="0"/>
            <a:t>(the action that the sentence identifies).</a:t>
          </a:r>
        </a:p>
      </dgm:t>
    </dgm:pt>
    <dgm:pt modelId="{A877CE17-6137-4D9F-84C7-899646B7BC2F}" type="parTrans" cxnId="{990DBE56-2D74-47F7-8836-0B80D0A13725}">
      <dgm:prSet/>
      <dgm:spPr/>
      <dgm:t>
        <a:bodyPr/>
        <a:lstStyle/>
        <a:p>
          <a:endParaRPr lang="en-IN"/>
        </a:p>
      </dgm:t>
    </dgm:pt>
    <dgm:pt modelId="{18650CA0-4111-4715-97B5-98881402C2F4}" type="sibTrans" cxnId="{990DBE56-2D74-47F7-8836-0B80D0A13725}">
      <dgm:prSet/>
      <dgm:spPr/>
      <dgm:t>
        <a:bodyPr/>
        <a:lstStyle/>
        <a:p>
          <a:endParaRPr lang="en-IN"/>
        </a:p>
      </dgm:t>
    </dgm:pt>
    <dgm:pt modelId="{34943A9B-2584-447A-AB8A-4983D7684C95}">
      <dgm:prSet custT="1"/>
      <dgm:spPr/>
      <dgm:t>
        <a:bodyPr/>
        <a:lstStyle/>
        <a:p>
          <a:r>
            <a:rPr lang="en-IN" sz="3200" b="1" dirty="0"/>
            <a:t>Examine the relationship between the subject and main verb. </a:t>
          </a:r>
        </a:p>
      </dgm:t>
    </dgm:pt>
    <dgm:pt modelId="{EE517158-77B0-40D5-9179-7E81FBB7B33E}" type="parTrans" cxnId="{C6BD6BBC-6D12-467D-A24D-171EE0C97BFD}">
      <dgm:prSet/>
      <dgm:spPr/>
      <dgm:t>
        <a:bodyPr/>
        <a:lstStyle/>
        <a:p>
          <a:endParaRPr lang="en-IN"/>
        </a:p>
      </dgm:t>
    </dgm:pt>
    <dgm:pt modelId="{FEB65152-A7F6-4D00-A917-DFB64D4E0158}" type="sibTrans" cxnId="{C6BD6BBC-6D12-467D-A24D-171EE0C97BFD}">
      <dgm:prSet/>
      <dgm:spPr/>
      <dgm:t>
        <a:bodyPr/>
        <a:lstStyle/>
        <a:p>
          <a:endParaRPr lang="en-IN"/>
        </a:p>
      </dgm:t>
    </dgm:pt>
    <dgm:pt modelId="{259DF725-0B01-4939-AB6C-50BDC4A56445}">
      <dgm:prSet/>
      <dgm:spPr/>
      <dgm:t>
        <a:bodyPr/>
        <a:lstStyle/>
        <a:p>
          <a:r>
            <a:rPr lang="en-IN" dirty="0"/>
            <a:t>Does the </a:t>
          </a:r>
          <a:r>
            <a:rPr lang="en-IN" b="1" dirty="0"/>
            <a:t>subject perform the action</a:t>
          </a:r>
          <a:r>
            <a:rPr lang="en-IN" dirty="0"/>
            <a:t> of the main verb? (If so, the sentence is </a:t>
          </a:r>
          <a:r>
            <a:rPr lang="en-IN" b="1" i="1" dirty="0"/>
            <a:t>active</a:t>
          </a:r>
          <a:r>
            <a:rPr lang="en-IN" dirty="0"/>
            <a:t>.)</a:t>
          </a:r>
        </a:p>
      </dgm:t>
    </dgm:pt>
    <dgm:pt modelId="{D94F8EBF-146D-4013-856D-FC225EBB89E5}" type="parTrans" cxnId="{415FF0EE-EAE4-4C6A-B203-487ABC7B36EE}">
      <dgm:prSet/>
      <dgm:spPr/>
      <dgm:t>
        <a:bodyPr/>
        <a:lstStyle/>
        <a:p>
          <a:endParaRPr lang="en-IN"/>
        </a:p>
      </dgm:t>
    </dgm:pt>
    <dgm:pt modelId="{B23DD2FE-ADE4-4DD9-8E1C-7BC148A00762}" type="sibTrans" cxnId="{415FF0EE-EAE4-4C6A-B203-487ABC7B36EE}">
      <dgm:prSet/>
      <dgm:spPr/>
      <dgm:t>
        <a:bodyPr/>
        <a:lstStyle/>
        <a:p>
          <a:endParaRPr lang="en-IN"/>
        </a:p>
      </dgm:t>
    </dgm:pt>
    <dgm:pt modelId="{9ABF510A-22A8-4CE7-AA2C-9BEC531F1F35}">
      <dgm:prSet/>
      <dgm:spPr/>
      <dgm:t>
        <a:bodyPr/>
        <a:lstStyle/>
        <a:p>
          <a:r>
            <a:rPr lang="en-IN" dirty="0"/>
            <a:t>Does the subject sit there while </a:t>
          </a:r>
          <a:r>
            <a:rPr lang="en-IN" b="1" dirty="0"/>
            <a:t>something else</a:t>
          </a:r>
          <a:r>
            <a:rPr lang="en-IN" dirty="0"/>
            <a:t> — named or unnamed —</a:t>
          </a:r>
          <a:r>
            <a:rPr lang="en-IN" b="1" dirty="0"/>
            <a:t>performs an action</a:t>
          </a:r>
          <a:r>
            <a:rPr lang="en-IN" dirty="0"/>
            <a:t> on it? (If so, the sentence is </a:t>
          </a:r>
          <a:r>
            <a:rPr lang="en-IN" b="1" i="1" dirty="0"/>
            <a:t>passive</a:t>
          </a:r>
          <a:r>
            <a:rPr lang="en-IN" dirty="0"/>
            <a:t>.)</a:t>
          </a:r>
        </a:p>
      </dgm:t>
    </dgm:pt>
    <dgm:pt modelId="{A2B02E85-7378-43E2-B7AE-699903DA8614}" type="parTrans" cxnId="{1D37C669-EE3A-4052-B939-EB55E503AA14}">
      <dgm:prSet/>
      <dgm:spPr/>
      <dgm:t>
        <a:bodyPr/>
        <a:lstStyle/>
        <a:p>
          <a:endParaRPr lang="en-IN"/>
        </a:p>
      </dgm:t>
    </dgm:pt>
    <dgm:pt modelId="{0C725F32-5698-442D-9A71-7B552E919339}" type="sibTrans" cxnId="{1D37C669-EE3A-4052-B939-EB55E503AA14}">
      <dgm:prSet/>
      <dgm:spPr/>
      <dgm:t>
        <a:bodyPr/>
        <a:lstStyle/>
        <a:p>
          <a:endParaRPr lang="en-IN"/>
        </a:p>
      </dgm:t>
    </dgm:pt>
    <dgm:pt modelId="{4627C76D-B55B-41AC-9055-1A6A14D0DEC7}">
      <dgm:prSet/>
      <dgm:spPr/>
      <dgm:t>
        <a:bodyPr/>
        <a:lstStyle/>
        <a:p>
          <a:r>
            <a:rPr lang="en-IN" b="1"/>
            <a:t>Can’t tell? </a:t>
          </a:r>
          <a:r>
            <a:rPr lang="en-IN"/>
            <a:t>If the main verb is a linking verb (“is,” “was,” “are,” “seems (to be),” “becomes” etc.), then the verb functions like an equals sign; there is no action involved — it merely describes a </a:t>
          </a:r>
          <a:r>
            <a:rPr lang="en-IN" b="1"/>
            <a:t>state of being</a:t>
          </a:r>
          <a:r>
            <a:rPr lang="en-IN"/>
            <a:t>.</a:t>
          </a:r>
          <a:endParaRPr lang="en-IN" dirty="0"/>
        </a:p>
      </dgm:t>
    </dgm:pt>
    <dgm:pt modelId="{808AB86D-CB9B-4BFD-BB12-AB9E5B185255}" type="parTrans" cxnId="{52EEB41C-CAF4-4E2A-88F1-C70D5C286363}">
      <dgm:prSet/>
      <dgm:spPr/>
      <dgm:t>
        <a:bodyPr/>
        <a:lstStyle/>
        <a:p>
          <a:endParaRPr lang="en-IN"/>
        </a:p>
      </dgm:t>
    </dgm:pt>
    <dgm:pt modelId="{E880F10F-1054-4AAE-8999-4BFCAA31693C}" type="sibTrans" cxnId="{52EEB41C-CAF4-4E2A-88F1-C70D5C286363}">
      <dgm:prSet/>
      <dgm:spPr/>
      <dgm:t>
        <a:bodyPr/>
        <a:lstStyle/>
        <a:p>
          <a:endParaRPr lang="en-IN"/>
        </a:p>
      </dgm:t>
    </dgm:pt>
    <dgm:pt modelId="{53CDF573-3043-4AF5-A4E8-2AE401E172B0}" type="pres">
      <dgm:prSet presAssocID="{01683BD5-9735-4994-AB65-72119AA70F9D}" presName="linear" presStyleCnt="0">
        <dgm:presLayoutVars>
          <dgm:dir/>
          <dgm:animLvl val="lvl"/>
          <dgm:resizeHandles val="exact"/>
        </dgm:presLayoutVars>
      </dgm:prSet>
      <dgm:spPr/>
    </dgm:pt>
    <dgm:pt modelId="{70901930-758A-4A0D-80D0-4B823F41ECD3}" type="pres">
      <dgm:prSet presAssocID="{0A796E02-840A-40A8-B5A7-1A5D677369A5}" presName="parentLin" presStyleCnt="0"/>
      <dgm:spPr/>
    </dgm:pt>
    <dgm:pt modelId="{38B0BDEA-3A97-4EDA-9356-BB30DCD24EA6}" type="pres">
      <dgm:prSet presAssocID="{0A796E02-840A-40A8-B5A7-1A5D677369A5}" presName="parentLeftMargin" presStyleLbl="node1" presStyleIdx="0" presStyleCnt="4"/>
      <dgm:spPr/>
    </dgm:pt>
    <dgm:pt modelId="{DC33232F-C231-4DDC-B6E6-70905EA74B8F}" type="pres">
      <dgm:prSet presAssocID="{0A796E02-840A-40A8-B5A7-1A5D677369A5}" presName="parentText" presStyleLbl="node1" presStyleIdx="0" presStyleCnt="4" custScaleX="142857">
        <dgm:presLayoutVars>
          <dgm:chMax val="0"/>
          <dgm:bulletEnabled val="1"/>
        </dgm:presLayoutVars>
      </dgm:prSet>
      <dgm:spPr/>
    </dgm:pt>
    <dgm:pt modelId="{CA7CD781-3708-437D-93F2-0F757FA9AAFF}" type="pres">
      <dgm:prSet presAssocID="{0A796E02-840A-40A8-B5A7-1A5D677369A5}" presName="negativeSpace" presStyleCnt="0"/>
      <dgm:spPr/>
    </dgm:pt>
    <dgm:pt modelId="{72E65879-AC7A-4A69-B26E-72AB3C52EE02}" type="pres">
      <dgm:prSet presAssocID="{0A796E02-840A-40A8-B5A7-1A5D677369A5}" presName="childText" presStyleLbl="conFgAcc1" presStyleIdx="0" presStyleCnt="4">
        <dgm:presLayoutVars>
          <dgm:bulletEnabled val="1"/>
        </dgm:presLayoutVars>
      </dgm:prSet>
      <dgm:spPr/>
    </dgm:pt>
    <dgm:pt modelId="{E32BC3A2-1F11-4DF0-8353-A253FAF12D72}" type="pres">
      <dgm:prSet presAssocID="{8929CBA1-C44F-4A98-9672-F011FEA3C673}" presName="spaceBetweenRectangles" presStyleCnt="0"/>
      <dgm:spPr/>
    </dgm:pt>
    <dgm:pt modelId="{1D5D9766-DC80-494B-984D-6C75FDEFB053}" type="pres">
      <dgm:prSet presAssocID="{957FC5F1-AA71-4B74-B9FF-990BAF144022}" presName="parentLin" presStyleCnt="0"/>
      <dgm:spPr/>
    </dgm:pt>
    <dgm:pt modelId="{BB4B8B54-833B-4701-963F-6ABAFB6A721D}" type="pres">
      <dgm:prSet presAssocID="{957FC5F1-AA71-4B74-B9FF-990BAF144022}" presName="parentLeftMargin" presStyleLbl="node1" presStyleIdx="0" presStyleCnt="4"/>
      <dgm:spPr/>
    </dgm:pt>
    <dgm:pt modelId="{D409B41F-5052-4D7D-B74D-9BF4F60751A5}" type="pres">
      <dgm:prSet presAssocID="{957FC5F1-AA71-4B74-B9FF-990BAF144022}" presName="parentText" presStyleLbl="node1" presStyleIdx="1" presStyleCnt="4" custScaleX="142857">
        <dgm:presLayoutVars>
          <dgm:chMax val="0"/>
          <dgm:bulletEnabled val="1"/>
        </dgm:presLayoutVars>
      </dgm:prSet>
      <dgm:spPr/>
    </dgm:pt>
    <dgm:pt modelId="{50564C3D-EC78-443B-938D-7BFE01E1D98E}" type="pres">
      <dgm:prSet presAssocID="{957FC5F1-AA71-4B74-B9FF-990BAF144022}" presName="negativeSpace" presStyleCnt="0"/>
      <dgm:spPr/>
    </dgm:pt>
    <dgm:pt modelId="{E5682D1C-D545-4A33-A575-0CDBE87776CD}" type="pres">
      <dgm:prSet presAssocID="{957FC5F1-AA71-4B74-B9FF-990BAF144022}" presName="childText" presStyleLbl="conFgAcc1" presStyleIdx="1" presStyleCnt="4">
        <dgm:presLayoutVars>
          <dgm:bulletEnabled val="1"/>
        </dgm:presLayoutVars>
      </dgm:prSet>
      <dgm:spPr/>
    </dgm:pt>
    <dgm:pt modelId="{618A52C9-15FB-4AB2-881B-70F6802322B2}" type="pres">
      <dgm:prSet presAssocID="{7ACE9899-ECB0-46BF-BE04-C5B698834932}" presName="spaceBetweenRectangles" presStyleCnt="0"/>
      <dgm:spPr/>
    </dgm:pt>
    <dgm:pt modelId="{ED5BF2C2-6E68-47D7-B4CA-70C46C5A3539}" type="pres">
      <dgm:prSet presAssocID="{564AED25-9592-4CF8-A474-A628EC677739}" presName="parentLin" presStyleCnt="0"/>
      <dgm:spPr/>
    </dgm:pt>
    <dgm:pt modelId="{1602E949-9EB4-46D6-B083-2DC9B8A80300}" type="pres">
      <dgm:prSet presAssocID="{564AED25-9592-4CF8-A474-A628EC677739}" presName="parentLeftMargin" presStyleLbl="node1" presStyleIdx="1" presStyleCnt="4"/>
      <dgm:spPr/>
    </dgm:pt>
    <dgm:pt modelId="{D66713E2-E6C7-41AD-9C18-C434B5B1F5A6}" type="pres">
      <dgm:prSet presAssocID="{564AED25-9592-4CF8-A474-A628EC677739}" presName="parentText" presStyleLbl="node1" presStyleIdx="2" presStyleCnt="4" custScaleX="142857">
        <dgm:presLayoutVars>
          <dgm:chMax val="0"/>
          <dgm:bulletEnabled val="1"/>
        </dgm:presLayoutVars>
      </dgm:prSet>
      <dgm:spPr/>
    </dgm:pt>
    <dgm:pt modelId="{0557456E-5BE9-4AF5-9689-A05ED292E1DF}" type="pres">
      <dgm:prSet presAssocID="{564AED25-9592-4CF8-A474-A628EC677739}" presName="negativeSpace" presStyleCnt="0"/>
      <dgm:spPr/>
    </dgm:pt>
    <dgm:pt modelId="{BB2F27D8-1457-4700-8911-5E237BA0D2B8}" type="pres">
      <dgm:prSet presAssocID="{564AED25-9592-4CF8-A474-A628EC677739}" presName="childText" presStyleLbl="conFgAcc1" presStyleIdx="2" presStyleCnt="4">
        <dgm:presLayoutVars>
          <dgm:bulletEnabled val="1"/>
        </dgm:presLayoutVars>
      </dgm:prSet>
      <dgm:spPr/>
    </dgm:pt>
    <dgm:pt modelId="{D4D15094-C87E-46C2-BEE6-A49BD388A987}" type="pres">
      <dgm:prSet presAssocID="{18650CA0-4111-4715-97B5-98881402C2F4}" presName="spaceBetweenRectangles" presStyleCnt="0"/>
      <dgm:spPr/>
    </dgm:pt>
    <dgm:pt modelId="{5877FD88-758A-41DC-9ABD-0A4729AAA7B5}" type="pres">
      <dgm:prSet presAssocID="{34943A9B-2584-447A-AB8A-4983D7684C95}" presName="parentLin" presStyleCnt="0"/>
      <dgm:spPr/>
    </dgm:pt>
    <dgm:pt modelId="{F80675E2-ADE4-4650-BCD5-395EA3F9293F}" type="pres">
      <dgm:prSet presAssocID="{34943A9B-2584-447A-AB8A-4983D7684C95}" presName="parentLeftMargin" presStyleLbl="node1" presStyleIdx="2" presStyleCnt="4"/>
      <dgm:spPr/>
    </dgm:pt>
    <dgm:pt modelId="{7F314B11-DD72-4405-82D0-40B7BA829482}" type="pres">
      <dgm:prSet presAssocID="{34943A9B-2584-447A-AB8A-4983D7684C95}" presName="parentText" presStyleLbl="node1" presStyleIdx="3" presStyleCnt="4" custScaleX="142857">
        <dgm:presLayoutVars>
          <dgm:chMax val="0"/>
          <dgm:bulletEnabled val="1"/>
        </dgm:presLayoutVars>
      </dgm:prSet>
      <dgm:spPr/>
    </dgm:pt>
    <dgm:pt modelId="{77F235C5-2F9C-4D13-AB56-953D5EB34808}" type="pres">
      <dgm:prSet presAssocID="{34943A9B-2584-447A-AB8A-4983D7684C95}" presName="negativeSpace" presStyleCnt="0"/>
      <dgm:spPr/>
    </dgm:pt>
    <dgm:pt modelId="{C57742F0-0444-4BCB-A26D-93AEBE486CEF}" type="pres">
      <dgm:prSet presAssocID="{34943A9B-2584-447A-AB8A-4983D7684C95}" presName="childText" presStyleLbl="conFgAcc1" presStyleIdx="3" presStyleCnt="4">
        <dgm:presLayoutVars>
          <dgm:bulletEnabled val="1"/>
        </dgm:presLayoutVars>
      </dgm:prSet>
      <dgm:spPr/>
    </dgm:pt>
  </dgm:ptLst>
  <dgm:cxnLst>
    <dgm:cxn modelId="{7102210F-1932-448F-8B18-1D28DB78ADB6}" type="presOf" srcId="{34943A9B-2584-447A-AB8A-4983D7684C95}" destId="{F80675E2-ADE4-4650-BCD5-395EA3F9293F}" srcOrd="0" destOrd="0" presId="urn:microsoft.com/office/officeart/2005/8/layout/list1"/>
    <dgm:cxn modelId="{31FE8319-881E-4FF8-9222-033C75C00072}" type="presOf" srcId="{0A796E02-840A-40A8-B5A7-1A5D677369A5}" destId="{38B0BDEA-3A97-4EDA-9356-BB30DCD24EA6}" srcOrd="0" destOrd="0" presId="urn:microsoft.com/office/officeart/2005/8/layout/list1"/>
    <dgm:cxn modelId="{A307971B-43D4-4BB1-9D81-D191791C68AA}" type="presOf" srcId="{9ABF510A-22A8-4CE7-AA2C-9BEC531F1F35}" destId="{C57742F0-0444-4BCB-A26D-93AEBE486CEF}" srcOrd="0" destOrd="1" presId="urn:microsoft.com/office/officeart/2005/8/layout/list1"/>
    <dgm:cxn modelId="{52EEB41C-CAF4-4E2A-88F1-C70D5C286363}" srcId="{34943A9B-2584-447A-AB8A-4983D7684C95}" destId="{4627C76D-B55B-41AC-9055-1A6A14D0DEC7}" srcOrd="2" destOrd="0" parTransId="{808AB86D-CB9B-4BFD-BB12-AB9E5B185255}" sibTransId="{E880F10F-1054-4AAE-8999-4BFCAA31693C}"/>
    <dgm:cxn modelId="{1D37C669-EE3A-4052-B939-EB55E503AA14}" srcId="{34943A9B-2584-447A-AB8A-4983D7684C95}" destId="{9ABF510A-22A8-4CE7-AA2C-9BEC531F1F35}" srcOrd="1" destOrd="0" parTransId="{A2B02E85-7378-43E2-B7AE-699903DA8614}" sibTransId="{0C725F32-5698-442D-9A71-7B552E919339}"/>
    <dgm:cxn modelId="{339AB54F-C3FD-4532-90C6-E26CC85D6340}" type="presOf" srcId="{259DF725-0B01-4939-AB6C-50BDC4A56445}" destId="{C57742F0-0444-4BCB-A26D-93AEBE486CEF}" srcOrd="0" destOrd="0" presId="urn:microsoft.com/office/officeart/2005/8/layout/list1"/>
    <dgm:cxn modelId="{DDDB3050-EA43-463A-8CC3-5C422EAE5255}" type="presOf" srcId="{34943A9B-2584-447A-AB8A-4983D7684C95}" destId="{7F314B11-DD72-4405-82D0-40B7BA829482}" srcOrd="1" destOrd="0" presId="urn:microsoft.com/office/officeart/2005/8/layout/list1"/>
    <dgm:cxn modelId="{990DBE56-2D74-47F7-8836-0B80D0A13725}" srcId="{01683BD5-9735-4994-AB65-72119AA70F9D}" destId="{564AED25-9592-4CF8-A474-A628EC677739}" srcOrd="2" destOrd="0" parTransId="{A877CE17-6137-4D9F-84C7-899646B7BC2F}" sibTransId="{18650CA0-4111-4715-97B5-98881402C2F4}"/>
    <dgm:cxn modelId="{AD77608E-17A9-427C-81BB-A40AE875C8C0}" type="presOf" srcId="{0A796E02-840A-40A8-B5A7-1A5D677369A5}" destId="{DC33232F-C231-4DDC-B6E6-70905EA74B8F}" srcOrd="1" destOrd="0" presId="urn:microsoft.com/office/officeart/2005/8/layout/list1"/>
    <dgm:cxn modelId="{6B4CB394-5098-460B-943F-8A7BCFB663BB}" srcId="{01683BD5-9735-4994-AB65-72119AA70F9D}" destId="{957FC5F1-AA71-4B74-B9FF-990BAF144022}" srcOrd="1" destOrd="0" parTransId="{6BD84D0A-F48A-43C3-812C-220ADAA1BE4A}" sibTransId="{7ACE9899-ECB0-46BF-BE04-C5B698834932}"/>
    <dgm:cxn modelId="{57B2BE95-8AB2-4CBA-AFEC-9B40FDB0F58C}" type="presOf" srcId="{957FC5F1-AA71-4B74-B9FF-990BAF144022}" destId="{D409B41F-5052-4D7D-B74D-9BF4F60751A5}" srcOrd="1" destOrd="0" presId="urn:microsoft.com/office/officeart/2005/8/layout/list1"/>
    <dgm:cxn modelId="{C6BD6BBC-6D12-467D-A24D-171EE0C97BFD}" srcId="{01683BD5-9735-4994-AB65-72119AA70F9D}" destId="{34943A9B-2584-447A-AB8A-4983D7684C95}" srcOrd="3" destOrd="0" parTransId="{EE517158-77B0-40D5-9179-7E81FBB7B33E}" sibTransId="{FEB65152-A7F6-4D00-A917-DFB64D4E0158}"/>
    <dgm:cxn modelId="{8E0F6FC0-FFCA-4128-B34E-A0C8742FBB78}" type="presOf" srcId="{4627C76D-B55B-41AC-9055-1A6A14D0DEC7}" destId="{C57742F0-0444-4BCB-A26D-93AEBE486CEF}" srcOrd="0" destOrd="2" presId="urn:microsoft.com/office/officeart/2005/8/layout/list1"/>
    <dgm:cxn modelId="{15630AD5-C615-4501-904D-A082EE1DC95F}" type="presOf" srcId="{01683BD5-9735-4994-AB65-72119AA70F9D}" destId="{53CDF573-3043-4AF5-A4E8-2AE401E172B0}" srcOrd="0" destOrd="0" presId="urn:microsoft.com/office/officeart/2005/8/layout/list1"/>
    <dgm:cxn modelId="{F27F10DE-4D1D-488F-BFA1-65C3BB1CE1E2}" type="presOf" srcId="{564AED25-9592-4CF8-A474-A628EC677739}" destId="{D66713E2-E6C7-41AD-9C18-C434B5B1F5A6}" srcOrd="1" destOrd="0" presId="urn:microsoft.com/office/officeart/2005/8/layout/list1"/>
    <dgm:cxn modelId="{797791DE-EF86-49E9-90B9-560164D77D28}" srcId="{01683BD5-9735-4994-AB65-72119AA70F9D}" destId="{0A796E02-840A-40A8-B5A7-1A5D677369A5}" srcOrd="0" destOrd="0" parTransId="{98DAB714-FC4C-43F4-BF85-F8310E89E4EC}" sibTransId="{8929CBA1-C44F-4A98-9672-F011FEA3C673}"/>
    <dgm:cxn modelId="{35FEF0E6-20EA-460D-8CC0-AAE1EB8536EB}" type="presOf" srcId="{564AED25-9592-4CF8-A474-A628EC677739}" destId="{1602E949-9EB4-46D6-B083-2DC9B8A80300}" srcOrd="0" destOrd="0" presId="urn:microsoft.com/office/officeart/2005/8/layout/list1"/>
    <dgm:cxn modelId="{DFC396EE-E5A9-40E4-A2F6-396F2CF438B9}" type="presOf" srcId="{957FC5F1-AA71-4B74-B9FF-990BAF144022}" destId="{BB4B8B54-833B-4701-963F-6ABAFB6A721D}" srcOrd="0" destOrd="0" presId="urn:microsoft.com/office/officeart/2005/8/layout/list1"/>
    <dgm:cxn modelId="{415FF0EE-EAE4-4C6A-B203-487ABC7B36EE}" srcId="{34943A9B-2584-447A-AB8A-4983D7684C95}" destId="{259DF725-0B01-4939-AB6C-50BDC4A56445}" srcOrd="0" destOrd="0" parTransId="{D94F8EBF-146D-4013-856D-FC225EBB89E5}" sibTransId="{B23DD2FE-ADE4-4DD9-8E1C-7BC148A00762}"/>
    <dgm:cxn modelId="{B8C95B98-57AA-4C42-B38B-EBA490D2A13D}" type="presParOf" srcId="{53CDF573-3043-4AF5-A4E8-2AE401E172B0}" destId="{70901930-758A-4A0D-80D0-4B823F41ECD3}" srcOrd="0" destOrd="0" presId="urn:microsoft.com/office/officeart/2005/8/layout/list1"/>
    <dgm:cxn modelId="{2106C2AD-6235-41AE-8157-1BE0143A2CF2}" type="presParOf" srcId="{70901930-758A-4A0D-80D0-4B823F41ECD3}" destId="{38B0BDEA-3A97-4EDA-9356-BB30DCD24EA6}" srcOrd="0" destOrd="0" presId="urn:microsoft.com/office/officeart/2005/8/layout/list1"/>
    <dgm:cxn modelId="{9CBE63DC-ABA0-4285-9F86-56498C5E70B9}" type="presParOf" srcId="{70901930-758A-4A0D-80D0-4B823F41ECD3}" destId="{DC33232F-C231-4DDC-B6E6-70905EA74B8F}" srcOrd="1" destOrd="0" presId="urn:microsoft.com/office/officeart/2005/8/layout/list1"/>
    <dgm:cxn modelId="{D0D8E2C1-9122-47C6-8BE1-7C2B51563F57}" type="presParOf" srcId="{53CDF573-3043-4AF5-A4E8-2AE401E172B0}" destId="{CA7CD781-3708-437D-93F2-0F757FA9AAFF}" srcOrd="1" destOrd="0" presId="urn:microsoft.com/office/officeart/2005/8/layout/list1"/>
    <dgm:cxn modelId="{E0DCB9B4-0D49-4C0D-8E1F-3C0FED091374}" type="presParOf" srcId="{53CDF573-3043-4AF5-A4E8-2AE401E172B0}" destId="{72E65879-AC7A-4A69-B26E-72AB3C52EE02}" srcOrd="2" destOrd="0" presId="urn:microsoft.com/office/officeart/2005/8/layout/list1"/>
    <dgm:cxn modelId="{FC9F7999-9C96-4176-9852-032DDA7189E4}" type="presParOf" srcId="{53CDF573-3043-4AF5-A4E8-2AE401E172B0}" destId="{E32BC3A2-1F11-4DF0-8353-A253FAF12D72}" srcOrd="3" destOrd="0" presId="urn:microsoft.com/office/officeart/2005/8/layout/list1"/>
    <dgm:cxn modelId="{66CC3DEA-E1CA-4448-8F68-942E78C5C82C}" type="presParOf" srcId="{53CDF573-3043-4AF5-A4E8-2AE401E172B0}" destId="{1D5D9766-DC80-494B-984D-6C75FDEFB053}" srcOrd="4" destOrd="0" presId="urn:microsoft.com/office/officeart/2005/8/layout/list1"/>
    <dgm:cxn modelId="{3D9AC16C-BF84-4398-9368-6C2F5034EBB8}" type="presParOf" srcId="{1D5D9766-DC80-494B-984D-6C75FDEFB053}" destId="{BB4B8B54-833B-4701-963F-6ABAFB6A721D}" srcOrd="0" destOrd="0" presId="urn:microsoft.com/office/officeart/2005/8/layout/list1"/>
    <dgm:cxn modelId="{2562E773-3ED0-46D0-8D9A-E296D03A710E}" type="presParOf" srcId="{1D5D9766-DC80-494B-984D-6C75FDEFB053}" destId="{D409B41F-5052-4D7D-B74D-9BF4F60751A5}" srcOrd="1" destOrd="0" presId="urn:microsoft.com/office/officeart/2005/8/layout/list1"/>
    <dgm:cxn modelId="{29FEB2B6-E24C-4283-996C-37A57B750C80}" type="presParOf" srcId="{53CDF573-3043-4AF5-A4E8-2AE401E172B0}" destId="{50564C3D-EC78-443B-938D-7BFE01E1D98E}" srcOrd="5" destOrd="0" presId="urn:microsoft.com/office/officeart/2005/8/layout/list1"/>
    <dgm:cxn modelId="{D0A8B95A-95CA-4613-AD59-89E680455215}" type="presParOf" srcId="{53CDF573-3043-4AF5-A4E8-2AE401E172B0}" destId="{E5682D1C-D545-4A33-A575-0CDBE87776CD}" srcOrd="6" destOrd="0" presId="urn:microsoft.com/office/officeart/2005/8/layout/list1"/>
    <dgm:cxn modelId="{8FEF8A59-958C-4D77-B08D-EDF7EE4DB7CB}" type="presParOf" srcId="{53CDF573-3043-4AF5-A4E8-2AE401E172B0}" destId="{618A52C9-15FB-4AB2-881B-70F6802322B2}" srcOrd="7" destOrd="0" presId="urn:microsoft.com/office/officeart/2005/8/layout/list1"/>
    <dgm:cxn modelId="{BC869504-C892-49B7-AF57-92D47CEFA308}" type="presParOf" srcId="{53CDF573-3043-4AF5-A4E8-2AE401E172B0}" destId="{ED5BF2C2-6E68-47D7-B4CA-70C46C5A3539}" srcOrd="8" destOrd="0" presId="urn:microsoft.com/office/officeart/2005/8/layout/list1"/>
    <dgm:cxn modelId="{0CF0CC74-7620-4095-A367-30DC8079E3B3}" type="presParOf" srcId="{ED5BF2C2-6E68-47D7-B4CA-70C46C5A3539}" destId="{1602E949-9EB4-46D6-B083-2DC9B8A80300}" srcOrd="0" destOrd="0" presId="urn:microsoft.com/office/officeart/2005/8/layout/list1"/>
    <dgm:cxn modelId="{D2AEA052-F789-4AA0-A844-01ED74FAC821}" type="presParOf" srcId="{ED5BF2C2-6E68-47D7-B4CA-70C46C5A3539}" destId="{D66713E2-E6C7-41AD-9C18-C434B5B1F5A6}" srcOrd="1" destOrd="0" presId="urn:microsoft.com/office/officeart/2005/8/layout/list1"/>
    <dgm:cxn modelId="{332552D2-D7BE-4C6F-AEA8-214BAFE9CEC2}" type="presParOf" srcId="{53CDF573-3043-4AF5-A4E8-2AE401E172B0}" destId="{0557456E-5BE9-4AF5-9689-A05ED292E1DF}" srcOrd="9" destOrd="0" presId="urn:microsoft.com/office/officeart/2005/8/layout/list1"/>
    <dgm:cxn modelId="{559B79A9-1320-478F-A62E-CB9489041788}" type="presParOf" srcId="{53CDF573-3043-4AF5-A4E8-2AE401E172B0}" destId="{BB2F27D8-1457-4700-8911-5E237BA0D2B8}" srcOrd="10" destOrd="0" presId="urn:microsoft.com/office/officeart/2005/8/layout/list1"/>
    <dgm:cxn modelId="{6B916E96-9B70-4082-BB07-15F1D3D59F08}" type="presParOf" srcId="{53CDF573-3043-4AF5-A4E8-2AE401E172B0}" destId="{D4D15094-C87E-46C2-BEE6-A49BD388A987}" srcOrd="11" destOrd="0" presId="urn:microsoft.com/office/officeart/2005/8/layout/list1"/>
    <dgm:cxn modelId="{7B226FFF-C131-4AB8-A2D0-CB015773974F}" type="presParOf" srcId="{53CDF573-3043-4AF5-A4E8-2AE401E172B0}" destId="{5877FD88-758A-41DC-9ABD-0A4729AAA7B5}" srcOrd="12" destOrd="0" presId="urn:microsoft.com/office/officeart/2005/8/layout/list1"/>
    <dgm:cxn modelId="{7F18D408-EB0F-49FE-A467-FF3A0A60CF8E}" type="presParOf" srcId="{5877FD88-758A-41DC-9ABD-0A4729AAA7B5}" destId="{F80675E2-ADE4-4650-BCD5-395EA3F9293F}" srcOrd="0" destOrd="0" presId="urn:microsoft.com/office/officeart/2005/8/layout/list1"/>
    <dgm:cxn modelId="{138A15AA-4C78-412F-8B02-792E481758FD}" type="presParOf" srcId="{5877FD88-758A-41DC-9ABD-0A4729AAA7B5}" destId="{7F314B11-DD72-4405-82D0-40B7BA829482}" srcOrd="1" destOrd="0" presId="urn:microsoft.com/office/officeart/2005/8/layout/list1"/>
    <dgm:cxn modelId="{FB52733D-2BB9-4315-BB2F-3B56EFE6AA3B}" type="presParOf" srcId="{53CDF573-3043-4AF5-A4E8-2AE401E172B0}" destId="{77F235C5-2F9C-4D13-AB56-953D5EB34808}" srcOrd="13" destOrd="0" presId="urn:microsoft.com/office/officeart/2005/8/layout/list1"/>
    <dgm:cxn modelId="{DAA13D39-977E-4051-A6B3-B0A915B6B5A5}" type="presParOf" srcId="{53CDF573-3043-4AF5-A4E8-2AE401E172B0}" destId="{C57742F0-0444-4BCB-A26D-93AEBE486CEF}"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AE9517-92D5-4AC8-AF2E-366A52F63881}"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IN"/>
        </a:p>
      </dgm:t>
    </dgm:pt>
    <dgm:pt modelId="{E00CB943-AD30-4EC6-AC35-07B9DEF75A05}">
      <dgm:prSet phldrT="[Text]" custT="1"/>
      <dgm:spPr>
        <a:solidFill>
          <a:srgbClr val="002060"/>
        </a:solidFill>
      </dgm:spPr>
      <dgm:t>
        <a:bodyPr/>
        <a:lstStyle/>
        <a:p>
          <a:r>
            <a:rPr lang="en-IN" sz="2400" b="1" dirty="0"/>
            <a:t>I love you.</a:t>
          </a:r>
          <a:endParaRPr lang="en-IN" sz="2400" dirty="0"/>
        </a:p>
      </dgm:t>
    </dgm:pt>
    <dgm:pt modelId="{2FC4260D-405E-4E55-9511-FAA339F0C769}" type="parTrans" cxnId="{92D20E28-BEA8-48DE-A279-BBA7B2E324D0}">
      <dgm:prSet/>
      <dgm:spPr/>
      <dgm:t>
        <a:bodyPr/>
        <a:lstStyle/>
        <a:p>
          <a:endParaRPr lang="en-IN"/>
        </a:p>
      </dgm:t>
    </dgm:pt>
    <dgm:pt modelId="{8AB3BBC9-8077-4B51-AAA6-089CBB4B40B6}" type="sibTrans" cxnId="{92D20E28-BEA8-48DE-A279-BBA7B2E324D0}">
      <dgm:prSet/>
      <dgm:spPr/>
      <dgm:t>
        <a:bodyPr/>
        <a:lstStyle/>
        <a:p>
          <a:endParaRPr lang="en-IN"/>
        </a:p>
      </dgm:t>
    </dgm:pt>
    <dgm:pt modelId="{B8491612-E513-4A5A-8093-78E3F82CF49C}">
      <dgm:prSet custT="1"/>
      <dgm:spPr>
        <a:solidFill>
          <a:srgbClr val="002060"/>
        </a:solidFill>
      </dgm:spPr>
      <dgm:t>
        <a:bodyPr/>
        <a:lstStyle/>
        <a:p>
          <a:r>
            <a:rPr lang="en-IN" sz="2800" b="1" dirty="0">
              <a:solidFill>
                <a:schemeClr val="bg1"/>
              </a:solidFill>
            </a:rPr>
            <a:t>subject</a:t>
          </a:r>
          <a:r>
            <a:rPr lang="en-IN" sz="2800" dirty="0">
              <a:solidFill>
                <a:schemeClr val="bg1"/>
              </a:solidFill>
            </a:rPr>
            <a:t>: “I”</a:t>
          </a:r>
        </a:p>
      </dgm:t>
    </dgm:pt>
    <dgm:pt modelId="{0D4F2401-8D80-4D22-875E-D148BC9F0F54}" type="parTrans" cxnId="{71F630B1-6D9A-49AD-839F-C4EA57894F28}">
      <dgm:prSet/>
      <dgm:spPr/>
      <dgm:t>
        <a:bodyPr/>
        <a:lstStyle/>
        <a:p>
          <a:endParaRPr lang="en-IN"/>
        </a:p>
      </dgm:t>
    </dgm:pt>
    <dgm:pt modelId="{285FE02F-DB3F-47A1-B595-40F6FE055F89}" type="sibTrans" cxnId="{71F630B1-6D9A-49AD-839F-C4EA57894F28}">
      <dgm:prSet/>
      <dgm:spPr/>
      <dgm:t>
        <a:bodyPr/>
        <a:lstStyle/>
        <a:p>
          <a:endParaRPr lang="en-IN"/>
        </a:p>
      </dgm:t>
    </dgm:pt>
    <dgm:pt modelId="{6C7C2EEB-7E83-454E-8E1A-995D9AF81EA5}">
      <dgm:prSet custT="1"/>
      <dgm:spPr>
        <a:solidFill>
          <a:srgbClr val="002060"/>
        </a:solidFill>
      </dgm:spPr>
      <dgm:t>
        <a:bodyPr/>
        <a:lstStyle/>
        <a:p>
          <a:r>
            <a:rPr lang="en-IN" sz="2400" b="1" dirty="0">
              <a:solidFill>
                <a:schemeClr val="bg1"/>
              </a:solidFill>
            </a:rPr>
            <a:t>action</a:t>
          </a:r>
          <a:r>
            <a:rPr lang="en-IN" sz="2400" dirty="0">
              <a:solidFill>
                <a:schemeClr val="bg1"/>
              </a:solidFill>
            </a:rPr>
            <a:t>: “loving”</a:t>
          </a:r>
        </a:p>
      </dgm:t>
    </dgm:pt>
    <dgm:pt modelId="{A31C39B3-B70C-4C4D-8B73-65BD2E738819}" type="parTrans" cxnId="{2CD9A599-636B-425F-9961-4CC3A306C4F2}">
      <dgm:prSet/>
      <dgm:spPr/>
      <dgm:t>
        <a:bodyPr/>
        <a:lstStyle/>
        <a:p>
          <a:endParaRPr lang="en-IN"/>
        </a:p>
      </dgm:t>
    </dgm:pt>
    <dgm:pt modelId="{0A8497D2-074E-4FAC-9C83-04BCD9070B03}" type="sibTrans" cxnId="{2CD9A599-636B-425F-9961-4CC3A306C4F2}">
      <dgm:prSet/>
      <dgm:spPr/>
      <dgm:t>
        <a:bodyPr/>
        <a:lstStyle/>
        <a:p>
          <a:endParaRPr lang="en-IN"/>
        </a:p>
      </dgm:t>
    </dgm:pt>
    <dgm:pt modelId="{DC553F1F-E899-4FF4-B8B4-484E11B1032F}">
      <dgm:prSet custT="1"/>
      <dgm:spPr>
        <a:solidFill>
          <a:srgbClr val="002060"/>
        </a:solidFill>
      </dgm:spPr>
      <dgm:t>
        <a:bodyPr/>
        <a:lstStyle/>
        <a:p>
          <a:r>
            <a:rPr lang="en-IN" sz="1800" b="1" dirty="0">
              <a:solidFill>
                <a:schemeClr val="bg1"/>
              </a:solidFill>
            </a:rPr>
            <a:t>relationship</a:t>
          </a:r>
          <a:r>
            <a:rPr lang="en-IN" sz="1800" dirty="0">
              <a:solidFill>
                <a:schemeClr val="bg1"/>
              </a:solidFill>
            </a:rPr>
            <a:t>: The subject (“I”) is the one performing the action (“loving”).</a:t>
          </a:r>
        </a:p>
      </dgm:t>
    </dgm:pt>
    <dgm:pt modelId="{44BB0F54-4504-417E-8C5B-52EC4B5AF619}" type="parTrans" cxnId="{9D206895-E3DD-498A-8D6E-7B10F3F1A147}">
      <dgm:prSet/>
      <dgm:spPr/>
      <dgm:t>
        <a:bodyPr/>
        <a:lstStyle/>
        <a:p>
          <a:endParaRPr lang="en-IN"/>
        </a:p>
      </dgm:t>
    </dgm:pt>
    <dgm:pt modelId="{3F4E43A9-F91E-4609-B992-C7741FA1C7E6}" type="sibTrans" cxnId="{9D206895-E3DD-498A-8D6E-7B10F3F1A147}">
      <dgm:prSet/>
      <dgm:spPr/>
      <dgm:t>
        <a:bodyPr/>
        <a:lstStyle/>
        <a:p>
          <a:endParaRPr lang="en-IN"/>
        </a:p>
      </dgm:t>
    </dgm:pt>
    <dgm:pt modelId="{3A921025-8532-4518-ACDB-0318DC5BB341}">
      <dgm:prSet custT="1"/>
      <dgm:spPr>
        <a:solidFill>
          <a:srgbClr val="002060"/>
        </a:solidFill>
      </dgm:spPr>
      <dgm:t>
        <a:bodyPr/>
        <a:lstStyle/>
        <a:p>
          <a:r>
            <a:rPr lang="en-IN" sz="2400" b="1" dirty="0"/>
            <a:t>The sentence is active.</a:t>
          </a:r>
          <a:endParaRPr lang="en-IN" sz="2400" dirty="0"/>
        </a:p>
      </dgm:t>
    </dgm:pt>
    <dgm:pt modelId="{3510BA10-67C6-4A24-9AE0-3DBEDEEBB572}" type="parTrans" cxnId="{400BDC5B-87AF-4D95-A387-AD8512946BDF}">
      <dgm:prSet/>
      <dgm:spPr/>
      <dgm:t>
        <a:bodyPr/>
        <a:lstStyle/>
        <a:p>
          <a:endParaRPr lang="en-IN"/>
        </a:p>
      </dgm:t>
    </dgm:pt>
    <dgm:pt modelId="{C2C2B8D8-76C9-4A33-889E-86745742E76B}" type="sibTrans" cxnId="{400BDC5B-87AF-4D95-A387-AD8512946BDF}">
      <dgm:prSet/>
      <dgm:spPr/>
      <dgm:t>
        <a:bodyPr/>
        <a:lstStyle/>
        <a:p>
          <a:endParaRPr lang="en-IN"/>
        </a:p>
      </dgm:t>
    </dgm:pt>
    <dgm:pt modelId="{CBED1868-1CEB-4722-BF6B-20E941CAEB1E}" type="pres">
      <dgm:prSet presAssocID="{B3AE9517-92D5-4AC8-AF2E-366A52F63881}" presName="rootnode" presStyleCnt="0">
        <dgm:presLayoutVars>
          <dgm:chMax/>
          <dgm:chPref/>
          <dgm:dir/>
          <dgm:animLvl val="lvl"/>
        </dgm:presLayoutVars>
      </dgm:prSet>
      <dgm:spPr/>
    </dgm:pt>
    <dgm:pt modelId="{D4C5C884-EBC9-4C84-9CF4-253E08AEB72D}" type="pres">
      <dgm:prSet presAssocID="{E00CB943-AD30-4EC6-AC35-07B9DEF75A05}" presName="composite" presStyleCnt="0"/>
      <dgm:spPr/>
    </dgm:pt>
    <dgm:pt modelId="{6C0ED519-1005-4CFF-BE43-25CAAFF816CF}" type="pres">
      <dgm:prSet presAssocID="{E00CB943-AD30-4EC6-AC35-07B9DEF75A05}" presName="bentUpArrow1" presStyleLbl="alignImgPlace1" presStyleIdx="0" presStyleCnt="4"/>
      <dgm:spPr/>
    </dgm:pt>
    <dgm:pt modelId="{8A0348E9-CF69-4582-A2F6-0B1D6A861510}" type="pres">
      <dgm:prSet presAssocID="{E00CB943-AD30-4EC6-AC35-07B9DEF75A05}" presName="ParentText" presStyleLbl="node1" presStyleIdx="0" presStyleCnt="5" custScaleX="142671">
        <dgm:presLayoutVars>
          <dgm:chMax val="1"/>
          <dgm:chPref val="1"/>
          <dgm:bulletEnabled val="1"/>
        </dgm:presLayoutVars>
      </dgm:prSet>
      <dgm:spPr/>
    </dgm:pt>
    <dgm:pt modelId="{D3EEEB91-4680-411C-9E70-C85DFC2AE628}" type="pres">
      <dgm:prSet presAssocID="{E00CB943-AD30-4EC6-AC35-07B9DEF75A05}" presName="ChildText" presStyleLbl="revTx" presStyleIdx="0" presStyleCnt="4">
        <dgm:presLayoutVars>
          <dgm:chMax val="0"/>
          <dgm:chPref val="0"/>
          <dgm:bulletEnabled val="1"/>
        </dgm:presLayoutVars>
      </dgm:prSet>
      <dgm:spPr/>
    </dgm:pt>
    <dgm:pt modelId="{9211A93F-7688-42AE-A092-2430DA77659C}" type="pres">
      <dgm:prSet presAssocID="{8AB3BBC9-8077-4B51-AAA6-089CBB4B40B6}" presName="sibTrans" presStyleCnt="0"/>
      <dgm:spPr/>
    </dgm:pt>
    <dgm:pt modelId="{425BDE45-E42D-4624-A594-A5ABC2A7D96F}" type="pres">
      <dgm:prSet presAssocID="{B8491612-E513-4A5A-8093-78E3F82CF49C}" presName="composite" presStyleCnt="0"/>
      <dgm:spPr/>
    </dgm:pt>
    <dgm:pt modelId="{20BE94A0-CC3E-4964-A5AF-ADFAFD107656}" type="pres">
      <dgm:prSet presAssocID="{B8491612-E513-4A5A-8093-78E3F82CF49C}" presName="bentUpArrow1" presStyleLbl="alignImgPlace1" presStyleIdx="1" presStyleCnt="4"/>
      <dgm:spPr/>
    </dgm:pt>
    <dgm:pt modelId="{3A6C7A66-BE78-4D9E-B454-C0B99FEE5000}" type="pres">
      <dgm:prSet presAssocID="{B8491612-E513-4A5A-8093-78E3F82CF49C}" presName="ParentText" presStyleLbl="node1" presStyleIdx="1" presStyleCnt="5" custScaleX="142671">
        <dgm:presLayoutVars>
          <dgm:chMax val="1"/>
          <dgm:chPref val="1"/>
          <dgm:bulletEnabled val="1"/>
        </dgm:presLayoutVars>
      </dgm:prSet>
      <dgm:spPr/>
    </dgm:pt>
    <dgm:pt modelId="{8FE861AC-7D4B-4A17-8B09-9E17349E2A3F}" type="pres">
      <dgm:prSet presAssocID="{B8491612-E513-4A5A-8093-78E3F82CF49C}" presName="ChildText" presStyleLbl="revTx" presStyleIdx="1" presStyleCnt="4">
        <dgm:presLayoutVars>
          <dgm:chMax val="0"/>
          <dgm:chPref val="0"/>
          <dgm:bulletEnabled val="1"/>
        </dgm:presLayoutVars>
      </dgm:prSet>
      <dgm:spPr/>
    </dgm:pt>
    <dgm:pt modelId="{9479B8B3-374D-4F67-AE53-09D1DF93F787}" type="pres">
      <dgm:prSet presAssocID="{285FE02F-DB3F-47A1-B595-40F6FE055F89}" presName="sibTrans" presStyleCnt="0"/>
      <dgm:spPr/>
    </dgm:pt>
    <dgm:pt modelId="{0207C6AE-7A2E-49A6-89D6-BBE45355646C}" type="pres">
      <dgm:prSet presAssocID="{6C7C2EEB-7E83-454E-8E1A-995D9AF81EA5}" presName="composite" presStyleCnt="0"/>
      <dgm:spPr/>
    </dgm:pt>
    <dgm:pt modelId="{149C0AC6-AE3A-45EC-B41A-9AC194A5592F}" type="pres">
      <dgm:prSet presAssocID="{6C7C2EEB-7E83-454E-8E1A-995D9AF81EA5}" presName="bentUpArrow1" presStyleLbl="alignImgPlace1" presStyleIdx="2" presStyleCnt="4"/>
      <dgm:spPr/>
    </dgm:pt>
    <dgm:pt modelId="{5A064281-E556-428C-B273-15D6C6083569}" type="pres">
      <dgm:prSet presAssocID="{6C7C2EEB-7E83-454E-8E1A-995D9AF81EA5}" presName="ParentText" presStyleLbl="node1" presStyleIdx="2" presStyleCnt="5" custScaleX="142671">
        <dgm:presLayoutVars>
          <dgm:chMax val="1"/>
          <dgm:chPref val="1"/>
          <dgm:bulletEnabled val="1"/>
        </dgm:presLayoutVars>
      </dgm:prSet>
      <dgm:spPr/>
    </dgm:pt>
    <dgm:pt modelId="{B22D90DD-9475-4075-863B-12F582225DD9}" type="pres">
      <dgm:prSet presAssocID="{6C7C2EEB-7E83-454E-8E1A-995D9AF81EA5}" presName="ChildText" presStyleLbl="revTx" presStyleIdx="2" presStyleCnt="4">
        <dgm:presLayoutVars>
          <dgm:chMax val="0"/>
          <dgm:chPref val="0"/>
          <dgm:bulletEnabled val="1"/>
        </dgm:presLayoutVars>
      </dgm:prSet>
      <dgm:spPr/>
    </dgm:pt>
    <dgm:pt modelId="{D1D43D10-2D0A-4B16-B0F3-1EC3A5117C6E}" type="pres">
      <dgm:prSet presAssocID="{0A8497D2-074E-4FAC-9C83-04BCD9070B03}" presName="sibTrans" presStyleCnt="0"/>
      <dgm:spPr/>
    </dgm:pt>
    <dgm:pt modelId="{7CE1BB79-F82F-422D-9548-0F965F0717D9}" type="pres">
      <dgm:prSet presAssocID="{DC553F1F-E899-4FF4-B8B4-484E11B1032F}" presName="composite" presStyleCnt="0"/>
      <dgm:spPr/>
    </dgm:pt>
    <dgm:pt modelId="{E2DE2018-B3B6-4938-997E-B171190BEE60}" type="pres">
      <dgm:prSet presAssocID="{DC553F1F-E899-4FF4-B8B4-484E11B1032F}" presName="bentUpArrow1" presStyleLbl="alignImgPlace1" presStyleIdx="3" presStyleCnt="4"/>
      <dgm:spPr/>
    </dgm:pt>
    <dgm:pt modelId="{F8C700F4-192F-42A5-ACD5-3B9153229450}" type="pres">
      <dgm:prSet presAssocID="{DC553F1F-E899-4FF4-B8B4-484E11B1032F}" presName="ParentText" presStyleLbl="node1" presStyleIdx="3" presStyleCnt="5" custScaleX="142671">
        <dgm:presLayoutVars>
          <dgm:chMax val="1"/>
          <dgm:chPref val="1"/>
          <dgm:bulletEnabled val="1"/>
        </dgm:presLayoutVars>
      </dgm:prSet>
      <dgm:spPr/>
    </dgm:pt>
    <dgm:pt modelId="{C870C58D-90F6-4736-9FC2-8B829CFDB0B8}" type="pres">
      <dgm:prSet presAssocID="{DC553F1F-E899-4FF4-B8B4-484E11B1032F}" presName="ChildText" presStyleLbl="revTx" presStyleIdx="3" presStyleCnt="4">
        <dgm:presLayoutVars>
          <dgm:chMax val="0"/>
          <dgm:chPref val="0"/>
          <dgm:bulletEnabled val="1"/>
        </dgm:presLayoutVars>
      </dgm:prSet>
      <dgm:spPr/>
    </dgm:pt>
    <dgm:pt modelId="{21AC4529-2144-469C-9A5E-E17D66F69413}" type="pres">
      <dgm:prSet presAssocID="{3F4E43A9-F91E-4609-B992-C7741FA1C7E6}" presName="sibTrans" presStyleCnt="0"/>
      <dgm:spPr/>
    </dgm:pt>
    <dgm:pt modelId="{CFF38565-48A7-4470-843B-664CE115C603}" type="pres">
      <dgm:prSet presAssocID="{3A921025-8532-4518-ACDB-0318DC5BB341}" presName="composite" presStyleCnt="0"/>
      <dgm:spPr/>
    </dgm:pt>
    <dgm:pt modelId="{4824A5AB-04BE-4A1D-8FD0-B852D74DF62A}" type="pres">
      <dgm:prSet presAssocID="{3A921025-8532-4518-ACDB-0318DC5BB341}" presName="ParentText" presStyleLbl="node1" presStyleIdx="4" presStyleCnt="5" custScaleX="142671">
        <dgm:presLayoutVars>
          <dgm:chMax val="1"/>
          <dgm:chPref val="1"/>
          <dgm:bulletEnabled val="1"/>
        </dgm:presLayoutVars>
      </dgm:prSet>
      <dgm:spPr/>
    </dgm:pt>
  </dgm:ptLst>
  <dgm:cxnLst>
    <dgm:cxn modelId="{20A71209-AF49-4C78-9E63-DF18F441C0C3}" type="presOf" srcId="{B8491612-E513-4A5A-8093-78E3F82CF49C}" destId="{3A6C7A66-BE78-4D9E-B454-C0B99FEE5000}" srcOrd="0" destOrd="0" presId="urn:microsoft.com/office/officeart/2005/8/layout/StepDownProcess"/>
    <dgm:cxn modelId="{92D20E28-BEA8-48DE-A279-BBA7B2E324D0}" srcId="{B3AE9517-92D5-4AC8-AF2E-366A52F63881}" destId="{E00CB943-AD30-4EC6-AC35-07B9DEF75A05}" srcOrd="0" destOrd="0" parTransId="{2FC4260D-405E-4E55-9511-FAA339F0C769}" sibTransId="{8AB3BBC9-8077-4B51-AAA6-089CBB4B40B6}"/>
    <dgm:cxn modelId="{1854DF35-062C-4187-8359-05A4A8C75440}" type="presOf" srcId="{B3AE9517-92D5-4AC8-AF2E-366A52F63881}" destId="{CBED1868-1CEB-4722-BF6B-20E941CAEB1E}" srcOrd="0" destOrd="0" presId="urn:microsoft.com/office/officeart/2005/8/layout/StepDownProcess"/>
    <dgm:cxn modelId="{400BDC5B-87AF-4D95-A387-AD8512946BDF}" srcId="{B3AE9517-92D5-4AC8-AF2E-366A52F63881}" destId="{3A921025-8532-4518-ACDB-0318DC5BB341}" srcOrd="4" destOrd="0" parTransId="{3510BA10-67C6-4A24-9AE0-3DBEDEEBB572}" sibTransId="{C2C2B8D8-76C9-4A33-889E-86745742E76B}"/>
    <dgm:cxn modelId="{9D206895-E3DD-498A-8D6E-7B10F3F1A147}" srcId="{B3AE9517-92D5-4AC8-AF2E-366A52F63881}" destId="{DC553F1F-E899-4FF4-B8B4-484E11B1032F}" srcOrd="3" destOrd="0" parTransId="{44BB0F54-4504-417E-8C5B-52EC4B5AF619}" sibTransId="{3F4E43A9-F91E-4609-B992-C7741FA1C7E6}"/>
    <dgm:cxn modelId="{2CD9A599-636B-425F-9961-4CC3A306C4F2}" srcId="{B3AE9517-92D5-4AC8-AF2E-366A52F63881}" destId="{6C7C2EEB-7E83-454E-8E1A-995D9AF81EA5}" srcOrd="2" destOrd="0" parTransId="{A31C39B3-B70C-4C4D-8B73-65BD2E738819}" sibTransId="{0A8497D2-074E-4FAC-9C83-04BCD9070B03}"/>
    <dgm:cxn modelId="{8DEB7D9B-51E6-414A-849F-D7929B2810DD}" type="presOf" srcId="{DC553F1F-E899-4FF4-B8B4-484E11B1032F}" destId="{F8C700F4-192F-42A5-ACD5-3B9153229450}" srcOrd="0" destOrd="0" presId="urn:microsoft.com/office/officeart/2005/8/layout/StepDownProcess"/>
    <dgm:cxn modelId="{BA3B919E-F9EC-4AF1-9146-1402C70B77EB}" type="presOf" srcId="{E00CB943-AD30-4EC6-AC35-07B9DEF75A05}" destId="{8A0348E9-CF69-4582-A2F6-0B1D6A861510}" srcOrd="0" destOrd="0" presId="urn:microsoft.com/office/officeart/2005/8/layout/StepDownProcess"/>
    <dgm:cxn modelId="{68FDCAA5-DD56-42B7-99D6-86433B026836}" type="presOf" srcId="{6C7C2EEB-7E83-454E-8E1A-995D9AF81EA5}" destId="{5A064281-E556-428C-B273-15D6C6083569}" srcOrd="0" destOrd="0" presId="urn:microsoft.com/office/officeart/2005/8/layout/StepDownProcess"/>
    <dgm:cxn modelId="{78ECA1AE-5AA0-4AC9-A92A-F77B047A4393}" type="presOf" srcId="{3A921025-8532-4518-ACDB-0318DC5BB341}" destId="{4824A5AB-04BE-4A1D-8FD0-B852D74DF62A}" srcOrd="0" destOrd="0" presId="urn:microsoft.com/office/officeart/2005/8/layout/StepDownProcess"/>
    <dgm:cxn modelId="{71F630B1-6D9A-49AD-839F-C4EA57894F28}" srcId="{B3AE9517-92D5-4AC8-AF2E-366A52F63881}" destId="{B8491612-E513-4A5A-8093-78E3F82CF49C}" srcOrd="1" destOrd="0" parTransId="{0D4F2401-8D80-4D22-875E-D148BC9F0F54}" sibTransId="{285FE02F-DB3F-47A1-B595-40F6FE055F89}"/>
    <dgm:cxn modelId="{FAE98F26-666A-414E-AEBC-89E9E4380F62}" type="presParOf" srcId="{CBED1868-1CEB-4722-BF6B-20E941CAEB1E}" destId="{D4C5C884-EBC9-4C84-9CF4-253E08AEB72D}" srcOrd="0" destOrd="0" presId="urn:microsoft.com/office/officeart/2005/8/layout/StepDownProcess"/>
    <dgm:cxn modelId="{A5B52524-E898-4986-A672-29848C116AA1}" type="presParOf" srcId="{D4C5C884-EBC9-4C84-9CF4-253E08AEB72D}" destId="{6C0ED519-1005-4CFF-BE43-25CAAFF816CF}" srcOrd="0" destOrd="0" presId="urn:microsoft.com/office/officeart/2005/8/layout/StepDownProcess"/>
    <dgm:cxn modelId="{8510EBF4-F23A-4963-8456-075FA90C86B6}" type="presParOf" srcId="{D4C5C884-EBC9-4C84-9CF4-253E08AEB72D}" destId="{8A0348E9-CF69-4582-A2F6-0B1D6A861510}" srcOrd="1" destOrd="0" presId="urn:microsoft.com/office/officeart/2005/8/layout/StepDownProcess"/>
    <dgm:cxn modelId="{CDE0A80F-EF68-49F6-972D-B4D43D56B3F1}" type="presParOf" srcId="{D4C5C884-EBC9-4C84-9CF4-253E08AEB72D}" destId="{D3EEEB91-4680-411C-9E70-C85DFC2AE628}" srcOrd="2" destOrd="0" presId="urn:microsoft.com/office/officeart/2005/8/layout/StepDownProcess"/>
    <dgm:cxn modelId="{5FA12902-E598-44DB-9DC3-AFDD1BFA0EEA}" type="presParOf" srcId="{CBED1868-1CEB-4722-BF6B-20E941CAEB1E}" destId="{9211A93F-7688-42AE-A092-2430DA77659C}" srcOrd="1" destOrd="0" presId="urn:microsoft.com/office/officeart/2005/8/layout/StepDownProcess"/>
    <dgm:cxn modelId="{87DBE038-3F45-4BE4-9B61-36A1786F30BE}" type="presParOf" srcId="{CBED1868-1CEB-4722-BF6B-20E941CAEB1E}" destId="{425BDE45-E42D-4624-A594-A5ABC2A7D96F}" srcOrd="2" destOrd="0" presId="urn:microsoft.com/office/officeart/2005/8/layout/StepDownProcess"/>
    <dgm:cxn modelId="{2AFDF817-CC0B-4271-9D63-1E831739669B}" type="presParOf" srcId="{425BDE45-E42D-4624-A594-A5ABC2A7D96F}" destId="{20BE94A0-CC3E-4964-A5AF-ADFAFD107656}" srcOrd="0" destOrd="0" presId="urn:microsoft.com/office/officeart/2005/8/layout/StepDownProcess"/>
    <dgm:cxn modelId="{CB56E3C1-AB77-41CE-87B0-757657D78CED}" type="presParOf" srcId="{425BDE45-E42D-4624-A594-A5ABC2A7D96F}" destId="{3A6C7A66-BE78-4D9E-B454-C0B99FEE5000}" srcOrd="1" destOrd="0" presId="urn:microsoft.com/office/officeart/2005/8/layout/StepDownProcess"/>
    <dgm:cxn modelId="{B0639FD4-901A-4D1F-9E64-CA2F12AA4A9F}" type="presParOf" srcId="{425BDE45-E42D-4624-A594-A5ABC2A7D96F}" destId="{8FE861AC-7D4B-4A17-8B09-9E17349E2A3F}" srcOrd="2" destOrd="0" presId="urn:microsoft.com/office/officeart/2005/8/layout/StepDownProcess"/>
    <dgm:cxn modelId="{25C567FD-DD78-4D5D-95F8-D8011B90BFD9}" type="presParOf" srcId="{CBED1868-1CEB-4722-BF6B-20E941CAEB1E}" destId="{9479B8B3-374D-4F67-AE53-09D1DF93F787}" srcOrd="3" destOrd="0" presId="urn:microsoft.com/office/officeart/2005/8/layout/StepDownProcess"/>
    <dgm:cxn modelId="{DAD60849-3CB8-42FC-838A-18308E02A13C}" type="presParOf" srcId="{CBED1868-1CEB-4722-BF6B-20E941CAEB1E}" destId="{0207C6AE-7A2E-49A6-89D6-BBE45355646C}" srcOrd="4" destOrd="0" presId="urn:microsoft.com/office/officeart/2005/8/layout/StepDownProcess"/>
    <dgm:cxn modelId="{D71479F4-1A59-4F4C-A390-1A97FF08BEBA}" type="presParOf" srcId="{0207C6AE-7A2E-49A6-89D6-BBE45355646C}" destId="{149C0AC6-AE3A-45EC-B41A-9AC194A5592F}" srcOrd="0" destOrd="0" presId="urn:microsoft.com/office/officeart/2005/8/layout/StepDownProcess"/>
    <dgm:cxn modelId="{D62441CE-4D55-459B-B9C2-DE6ACDACBFE0}" type="presParOf" srcId="{0207C6AE-7A2E-49A6-89D6-BBE45355646C}" destId="{5A064281-E556-428C-B273-15D6C6083569}" srcOrd="1" destOrd="0" presId="urn:microsoft.com/office/officeart/2005/8/layout/StepDownProcess"/>
    <dgm:cxn modelId="{4ABD7F03-2B28-42BC-A224-82DBC9B05138}" type="presParOf" srcId="{0207C6AE-7A2E-49A6-89D6-BBE45355646C}" destId="{B22D90DD-9475-4075-863B-12F582225DD9}" srcOrd="2" destOrd="0" presId="urn:microsoft.com/office/officeart/2005/8/layout/StepDownProcess"/>
    <dgm:cxn modelId="{E4E0AFB4-3CC1-4E30-9D52-FD4B05887B7D}" type="presParOf" srcId="{CBED1868-1CEB-4722-BF6B-20E941CAEB1E}" destId="{D1D43D10-2D0A-4B16-B0F3-1EC3A5117C6E}" srcOrd="5" destOrd="0" presId="urn:microsoft.com/office/officeart/2005/8/layout/StepDownProcess"/>
    <dgm:cxn modelId="{03499754-41F8-400E-9E49-C249B7114D69}" type="presParOf" srcId="{CBED1868-1CEB-4722-BF6B-20E941CAEB1E}" destId="{7CE1BB79-F82F-422D-9548-0F965F0717D9}" srcOrd="6" destOrd="0" presId="urn:microsoft.com/office/officeart/2005/8/layout/StepDownProcess"/>
    <dgm:cxn modelId="{B608D7B9-7EBD-4426-AD87-B7CD66FC14A4}" type="presParOf" srcId="{7CE1BB79-F82F-422D-9548-0F965F0717D9}" destId="{E2DE2018-B3B6-4938-997E-B171190BEE60}" srcOrd="0" destOrd="0" presId="urn:microsoft.com/office/officeart/2005/8/layout/StepDownProcess"/>
    <dgm:cxn modelId="{4875A9CA-0FD3-4658-A5F1-CB88EFAB59EB}" type="presParOf" srcId="{7CE1BB79-F82F-422D-9548-0F965F0717D9}" destId="{F8C700F4-192F-42A5-ACD5-3B9153229450}" srcOrd="1" destOrd="0" presId="urn:microsoft.com/office/officeart/2005/8/layout/StepDownProcess"/>
    <dgm:cxn modelId="{A5E86A70-1B67-4988-9AB2-DF290EC905D7}" type="presParOf" srcId="{7CE1BB79-F82F-422D-9548-0F965F0717D9}" destId="{C870C58D-90F6-4736-9FC2-8B829CFDB0B8}" srcOrd="2" destOrd="0" presId="urn:microsoft.com/office/officeart/2005/8/layout/StepDownProcess"/>
    <dgm:cxn modelId="{81BFC7DE-C245-4E81-B321-8382A81BB157}" type="presParOf" srcId="{CBED1868-1CEB-4722-BF6B-20E941CAEB1E}" destId="{21AC4529-2144-469C-9A5E-E17D66F69413}" srcOrd="7" destOrd="0" presId="urn:microsoft.com/office/officeart/2005/8/layout/StepDownProcess"/>
    <dgm:cxn modelId="{CE2E1678-6939-4D63-AB32-1E0597654682}" type="presParOf" srcId="{CBED1868-1CEB-4722-BF6B-20E941CAEB1E}" destId="{CFF38565-48A7-4470-843B-664CE115C603}" srcOrd="8" destOrd="0" presId="urn:microsoft.com/office/officeart/2005/8/layout/StepDownProcess"/>
    <dgm:cxn modelId="{B1ECE940-B394-4BBA-AFD8-3D261B161D81}" type="presParOf" srcId="{CFF38565-48A7-4470-843B-664CE115C603}" destId="{4824A5AB-04BE-4A1D-8FD0-B852D74DF62A}" srcOrd="0" destOrd="0" presId="urn:microsoft.com/office/officeart/2005/8/layout/StepDown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AE9517-92D5-4AC8-AF2E-366A52F63881}"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IN"/>
        </a:p>
      </dgm:t>
    </dgm:pt>
    <dgm:pt modelId="{878ECB98-3815-432A-AF0F-FCC0DBDD1DBF}">
      <dgm:prSet custT="1"/>
      <dgm:spPr>
        <a:solidFill>
          <a:srgbClr val="002060"/>
        </a:solidFill>
      </dgm:spPr>
      <dgm:t>
        <a:bodyPr/>
        <a:lstStyle/>
        <a:p>
          <a:r>
            <a:rPr kumimoji="0" lang="en-US" sz="1600" b="1" i="0" u="none" strike="noStrike" cap="none" normalizeH="0" baseline="0" dirty="0">
              <a:ln>
                <a:noFill/>
              </a:ln>
              <a:solidFill>
                <a:schemeClr val="bg1"/>
              </a:solidFill>
              <a:effectLst/>
              <a:latin typeface="Arial Unicode MS" panose="020B0604020202020204" pitchFamily="34" charset="-128"/>
            </a:rPr>
            <a:t>You are loved by me.</a:t>
          </a:r>
          <a:endParaRPr kumimoji="0" lang="en-US" sz="1600" b="1" i="0" u="none" strike="noStrike" cap="none" normalizeH="0" baseline="0" dirty="0">
            <a:ln>
              <a:noFill/>
            </a:ln>
            <a:solidFill>
              <a:schemeClr val="bg1"/>
            </a:solidFill>
            <a:effectLst/>
          </a:endParaRPr>
        </a:p>
      </dgm:t>
    </dgm:pt>
    <dgm:pt modelId="{6E3E7473-50C6-4915-AA46-09E582E15710}" type="parTrans" cxnId="{204D63CA-7948-4F03-808F-F5ADDBEFFB3D}">
      <dgm:prSet/>
      <dgm:spPr/>
      <dgm:t>
        <a:bodyPr/>
        <a:lstStyle/>
        <a:p>
          <a:endParaRPr lang="en-IN"/>
        </a:p>
      </dgm:t>
    </dgm:pt>
    <dgm:pt modelId="{656C3F72-FEB3-4DEB-9487-CC49CE1B83AB}" type="sibTrans" cxnId="{204D63CA-7948-4F03-808F-F5ADDBEFFB3D}">
      <dgm:prSet/>
      <dgm:spPr/>
      <dgm:t>
        <a:bodyPr/>
        <a:lstStyle/>
        <a:p>
          <a:endParaRPr lang="en-IN"/>
        </a:p>
      </dgm:t>
    </dgm:pt>
    <dgm:pt modelId="{46C3A657-5940-4058-A20F-017A86AD5235}">
      <dgm:prSet custT="1"/>
      <dgm:spPr>
        <a:solidFill>
          <a:srgbClr val="002060"/>
        </a:solidFill>
      </dgm:spPr>
      <dgm:t>
        <a:bodyPr/>
        <a:lstStyle/>
        <a:p>
          <a:r>
            <a:rPr kumimoji="0" lang="en-US" sz="1600" b="1" i="0" u="none" strike="noStrike" cap="none" normalizeH="0" baseline="0" dirty="0">
              <a:ln>
                <a:noFill/>
              </a:ln>
              <a:solidFill>
                <a:schemeClr val="bg1"/>
              </a:solidFill>
              <a:effectLst/>
              <a:latin typeface="Arial" panose="020B0604020202020204" pitchFamily="34" charset="0"/>
            </a:rPr>
            <a:t>subject: “you” </a:t>
          </a:r>
        </a:p>
      </dgm:t>
    </dgm:pt>
    <dgm:pt modelId="{6CB78E10-E031-4279-8FD8-70B470A3EC72}" type="parTrans" cxnId="{67707FA1-B882-4AEF-8B4B-92082EEC04A7}">
      <dgm:prSet/>
      <dgm:spPr/>
      <dgm:t>
        <a:bodyPr/>
        <a:lstStyle/>
        <a:p>
          <a:endParaRPr lang="en-IN"/>
        </a:p>
      </dgm:t>
    </dgm:pt>
    <dgm:pt modelId="{D6FBEA1C-813C-4585-A5B6-D5002867A093}" type="sibTrans" cxnId="{67707FA1-B882-4AEF-8B4B-92082EEC04A7}">
      <dgm:prSet/>
      <dgm:spPr/>
      <dgm:t>
        <a:bodyPr/>
        <a:lstStyle/>
        <a:p>
          <a:endParaRPr lang="en-IN"/>
        </a:p>
      </dgm:t>
    </dgm:pt>
    <dgm:pt modelId="{8D603B45-2492-4529-86DC-D9B5F460F857}">
      <dgm:prSet custT="1"/>
      <dgm:spPr>
        <a:solidFill>
          <a:srgbClr val="002060"/>
        </a:solidFill>
      </dgm:spPr>
      <dgm:t>
        <a:bodyPr/>
        <a:lstStyle/>
        <a:p>
          <a:r>
            <a:rPr kumimoji="0" lang="en-US" sz="1600" b="1" i="0" u="none" strike="noStrike" cap="none" normalizeH="0" baseline="0" dirty="0">
              <a:ln>
                <a:noFill/>
              </a:ln>
              <a:solidFill>
                <a:schemeClr val="bg1"/>
              </a:solidFill>
              <a:effectLst/>
              <a:latin typeface="Arial" panose="020B0604020202020204" pitchFamily="34" charset="0"/>
            </a:rPr>
            <a:t>action: “loving” </a:t>
          </a:r>
        </a:p>
      </dgm:t>
    </dgm:pt>
    <dgm:pt modelId="{2D60EBCB-ADA9-4AF1-9A30-156031989F7E}" type="parTrans" cxnId="{2E627538-414F-424E-8A93-BEB34D3C4431}">
      <dgm:prSet/>
      <dgm:spPr/>
      <dgm:t>
        <a:bodyPr/>
        <a:lstStyle/>
        <a:p>
          <a:endParaRPr lang="en-IN"/>
        </a:p>
      </dgm:t>
    </dgm:pt>
    <dgm:pt modelId="{33933241-3975-45BD-8E16-CE75D1FA01A1}" type="sibTrans" cxnId="{2E627538-414F-424E-8A93-BEB34D3C4431}">
      <dgm:prSet/>
      <dgm:spPr/>
      <dgm:t>
        <a:bodyPr/>
        <a:lstStyle/>
        <a:p>
          <a:endParaRPr lang="en-IN"/>
        </a:p>
      </dgm:t>
    </dgm:pt>
    <dgm:pt modelId="{BC611AEE-8645-4673-BFBF-EEF4901D68CA}">
      <dgm:prSet custT="1"/>
      <dgm:spPr>
        <a:solidFill>
          <a:srgbClr val="002060"/>
        </a:solidFill>
      </dgm:spPr>
      <dgm:t>
        <a:bodyPr/>
        <a:lstStyle/>
        <a:p>
          <a:r>
            <a:rPr kumimoji="0" lang="en-US" sz="1600" b="1" i="0" u="none" strike="noStrike" cap="none" normalizeH="0" baseline="0" dirty="0">
              <a:ln>
                <a:noFill/>
              </a:ln>
              <a:solidFill>
                <a:schemeClr val="bg1"/>
              </a:solidFill>
              <a:effectLst/>
              <a:latin typeface="Arial" panose="020B0604020202020204" pitchFamily="34" charset="0"/>
            </a:rPr>
            <a:t>relationship: The subject (“You”) sits passively </a:t>
          </a:r>
        </a:p>
      </dgm:t>
    </dgm:pt>
    <dgm:pt modelId="{26843D06-B77F-4B74-83F9-FE60C84B6A7D}" type="parTrans" cxnId="{D08C1EAF-B5A7-4DB5-B75F-301E0468CFB8}">
      <dgm:prSet/>
      <dgm:spPr/>
      <dgm:t>
        <a:bodyPr/>
        <a:lstStyle/>
        <a:p>
          <a:endParaRPr lang="en-IN"/>
        </a:p>
      </dgm:t>
    </dgm:pt>
    <dgm:pt modelId="{77EFDA86-B509-4BBE-8C97-2FA5A63860FB}" type="sibTrans" cxnId="{D08C1EAF-B5A7-4DB5-B75F-301E0468CFB8}">
      <dgm:prSet/>
      <dgm:spPr/>
      <dgm:t>
        <a:bodyPr/>
        <a:lstStyle/>
        <a:p>
          <a:endParaRPr lang="en-IN"/>
        </a:p>
      </dgm:t>
    </dgm:pt>
    <dgm:pt modelId="{EE683442-A745-451E-B5D9-9F19CBEC2579}">
      <dgm:prSet custT="1"/>
      <dgm:spPr>
        <a:solidFill>
          <a:srgbClr val="002060"/>
        </a:solidFill>
      </dgm:spPr>
      <dgm:t>
        <a:bodyPr/>
        <a:lstStyle/>
        <a:p>
          <a:r>
            <a:rPr kumimoji="0" lang="en-US" sz="1600" b="1" i="0" u="none" strike="noStrike" cap="none" normalizeH="0" baseline="0" dirty="0">
              <a:ln>
                <a:noFill/>
              </a:ln>
              <a:solidFill>
                <a:schemeClr val="bg1"/>
              </a:solidFill>
              <a:effectLst/>
              <a:latin typeface="Arial" panose="020B0604020202020204" pitchFamily="34" charset="0"/>
            </a:rPr>
            <a:t>while the action (“loving”) is performed by somebody else (“me”). </a:t>
          </a:r>
        </a:p>
      </dgm:t>
    </dgm:pt>
    <dgm:pt modelId="{3C9DB805-3DF5-495F-8EF9-B7598EF36DD9}" type="parTrans" cxnId="{8D557EFA-CE8B-4F13-84BE-1F1EE676CA11}">
      <dgm:prSet/>
      <dgm:spPr/>
      <dgm:t>
        <a:bodyPr/>
        <a:lstStyle/>
        <a:p>
          <a:endParaRPr lang="en-IN"/>
        </a:p>
      </dgm:t>
    </dgm:pt>
    <dgm:pt modelId="{1913FB49-B233-439C-85BE-69A7B2F306ED}" type="sibTrans" cxnId="{8D557EFA-CE8B-4F13-84BE-1F1EE676CA11}">
      <dgm:prSet/>
      <dgm:spPr/>
      <dgm:t>
        <a:bodyPr/>
        <a:lstStyle/>
        <a:p>
          <a:endParaRPr lang="en-IN"/>
        </a:p>
      </dgm:t>
    </dgm:pt>
    <dgm:pt modelId="{C71BDE77-8D21-4649-A9DA-13BEBA190408}">
      <dgm:prSet custT="1"/>
      <dgm:spPr>
        <a:solidFill>
          <a:srgbClr val="002060"/>
        </a:solidFill>
      </dgm:spPr>
      <dgm:t>
        <a:bodyPr/>
        <a:lstStyle/>
        <a:p>
          <a:r>
            <a:rPr kumimoji="0" lang="en-US" sz="1600" b="1" i="0" u="none" strike="noStrike" cap="none" normalizeH="0" baseline="0" dirty="0">
              <a:ln>
                <a:noFill/>
              </a:ln>
              <a:solidFill>
                <a:schemeClr val="bg1"/>
              </a:solidFill>
              <a:effectLst/>
              <a:latin typeface="Arial" panose="020B0604020202020204" pitchFamily="34" charset="0"/>
            </a:rPr>
            <a:t>This sentence is passive.</a:t>
          </a:r>
        </a:p>
      </dgm:t>
    </dgm:pt>
    <dgm:pt modelId="{2C73336D-32DB-4C5E-948D-DFE712365DAE}" type="parTrans" cxnId="{A9C63F06-05E9-4075-B9F4-4C552BCA1C89}">
      <dgm:prSet/>
      <dgm:spPr/>
      <dgm:t>
        <a:bodyPr/>
        <a:lstStyle/>
        <a:p>
          <a:endParaRPr lang="en-IN"/>
        </a:p>
      </dgm:t>
    </dgm:pt>
    <dgm:pt modelId="{EAA06D88-DF71-43A1-8886-F9E00D9E7BF0}" type="sibTrans" cxnId="{A9C63F06-05E9-4075-B9F4-4C552BCA1C89}">
      <dgm:prSet/>
      <dgm:spPr/>
      <dgm:t>
        <a:bodyPr/>
        <a:lstStyle/>
        <a:p>
          <a:endParaRPr lang="en-IN"/>
        </a:p>
      </dgm:t>
    </dgm:pt>
    <dgm:pt modelId="{CBED1868-1CEB-4722-BF6B-20E941CAEB1E}" type="pres">
      <dgm:prSet presAssocID="{B3AE9517-92D5-4AC8-AF2E-366A52F63881}" presName="rootnode" presStyleCnt="0">
        <dgm:presLayoutVars>
          <dgm:chMax/>
          <dgm:chPref/>
          <dgm:dir/>
          <dgm:animLvl val="lvl"/>
        </dgm:presLayoutVars>
      </dgm:prSet>
      <dgm:spPr/>
    </dgm:pt>
    <dgm:pt modelId="{BBB65A8F-51D5-492E-832A-98946095B84B}" type="pres">
      <dgm:prSet presAssocID="{878ECB98-3815-432A-AF0F-FCC0DBDD1DBF}" presName="composite" presStyleCnt="0"/>
      <dgm:spPr/>
    </dgm:pt>
    <dgm:pt modelId="{47DB5FA9-1D44-4056-98F1-293AE44FAB5C}" type="pres">
      <dgm:prSet presAssocID="{878ECB98-3815-432A-AF0F-FCC0DBDD1DBF}" presName="bentUpArrow1" presStyleLbl="alignImgPlace1" presStyleIdx="0" presStyleCnt="5"/>
      <dgm:spPr/>
    </dgm:pt>
    <dgm:pt modelId="{671EC4F2-126F-47F8-AB13-402DA1B6AF4E}" type="pres">
      <dgm:prSet presAssocID="{878ECB98-3815-432A-AF0F-FCC0DBDD1DBF}" presName="ParentText" presStyleLbl="node1" presStyleIdx="0" presStyleCnt="6" custScaleX="179694">
        <dgm:presLayoutVars>
          <dgm:chMax val="1"/>
          <dgm:chPref val="1"/>
          <dgm:bulletEnabled val="1"/>
        </dgm:presLayoutVars>
      </dgm:prSet>
      <dgm:spPr/>
    </dgm:pt>
    <dgm:pt modelId="{536A7CAD-2B37-4DEA-9B9A-19DD8B6EEA18}" type="pres">
      <dgm:prSet presAssocID="{878ECB98-3815-432A-AF0F-FCC0DBDD1DBF}" presName="ChildText" presStyleLbl="revTx" presStyleIdx="0" presStyleCnt="5">
        <dgm:presLayoutVars>
          <dgm:chMax val="0"/>
          <dgm:chPref val="0"/>
          <dgm:bulletEnabled val="1"/>
        </dgm:presLayoutVars>
      </dgm:prSet>
      <dgm:spPr/>
    </dgm:pt>
    <dgm:pt modelId="{79E5E9EE-F121-4D4F-B272-83D7F0B72BF3}" type="pres">
      <dgm:prSet presAssocID="{656C3F72-FEB3-4DEB-9487-CC49CE1B83AB}" presName="sibTrans" presStyleCnt="0"/>
      <dgm:spPr/>
    </dgm:pt>
    <dgm:pt modelId="{0F582125-AFA2-4F6F-9690-E1608D9A3407}" type="pres">
      <dgm:prSet presAssocID="{46C3A657-5940-4058-A20F-017A86AD5235}" presName="composite" presStyleCnt="0"/>
      <dgm:spPr/>
    </dgm:pt>
    <dgm:pt modelId="{BBB07D42-DAB6-4CDF-8253-B7D22D30C751}" type="pres">
      <dgm:prSet presAssocID="{46C3A657-5940-4058-A20F-017A86AD5235}" presName="bentUpArrow1" presStyleLbl="alignImgPlace1" presStyleIdx="1" presStyleCnt="5"/>
      <dgm:spPr/>
    </dgm:pt>
    <dgm:pt modelId="{AF9538CC-4963-40F7-BC25-2F990A32BBEA}" type="pres">
      <dgm:prSet presAssocID="{46C3A657-5940-4058-A20F-017A86AD5235}" presName="ParentText" presStyleLbl="node1" presStyleIdx="1" presStyleCnt="6" custScaleX="179694">
        <dgm:presLayoutVars>
          <dgm:chMax val="1"/>
          <dgm:chPref val="1"/>
          <dgm:bulletEnabled val="1"/>
        </dgm:presLayoutVars>
      </dgm:prSet>
      <dgm:spPr/>
    </dgm:pt>
    <dgm:pt modelId="{3CB3A583-6CBE-47EB-ABA0-3C7CE5308B23}" type="pres">
      <dgm:prSet presAssocID="{46C3A657-5940-4058-A20F-017A86AD5235}" presName="ChildText" presStyleLbl="revTx" presStyleIdx="1" presStyleCnt="5">
        <dgm:presLayoutVars>
          <dgm:chMax val="0"/>
          <dgm:chPref val="0"/>
          <dgm:bulletEnabled val="1"/>
        </dgm:presLayoutVars>
      </dgm:prSet>
      <dgm:spPr/>
    </dgm:pt>
    <dgm:pt modelId="{1F46DBA5-7ED0-4C0B-A65F-AF2580FEF5AF}" type="pres">
      <dgm:prSet presAssocID="{D6FBEA1C-813C-4585-A5B6-D5002867A093}" presName="sibTrans" presStyleCnt="0"/>
      <dgm:spPr/>
    </dgm:pt>
    <dgm:pt modelId="{99AAF93B-102D-452D-9949-91ECD72E8967}" type="pres">
      <dgm:prSet presAssocID="{8D603B45-2492-4529-86DC-D9B5F460F857}" presName="composite" presStyleCnt="0"/>
      <dgm:spPr/>
    </dgm:pt>
    <dgm:pt modelId="{75950754-8D88-41C4-B1F8-9F852B14BC08}" type="pres">
      <dgm:prSet presAssocID="{8D603B45-2492-4529-86DC-D9B5F460F857}" presName="bentUpArrow1" presStyleLbl="alignImgPlace1" presStyleIdx="2" presStyleCnt="5"/>
      <dgm:spPr/>
    </dgm:pt>
    <dgm:pt modelId="{2EBF9482-20A6-4669-8F3A-EC3E1D3369E9}" type="pres">
      <dgm:prSet presAssocID="{8D603B45-2492-4529-86DC-D9B5F460F857}" presName="ParentText" presStyleLbl="node1" presStyleIdx="2" presStyleCnt="6" custScaleX="179694">
        <dgm:presLayoutVars>
          <dgm:chMax val="1"/>
          <dgm:chPref val="1"/>
          <dgm:bulletEnabled val="1"/>
        </dgm:presLayoutVars>
      </dgm:prSet>
      <dgm:spPr/>
    </dgm:pt>
    <dgm:pt modelId="{937FFBA5-A019-453B-AA60-1DC00D8182B4}" type="pres">
      <dgm:prSet presAssocID="{8D603B45-2492-4529-86DC-D9B5F460F857}" presName="ChildText" presStyleLbl="revTx" presStyleIdx="2" presStyleCnt="5">
        <dgm:presLayoutVars>
          <dgm:chMax val="0"/>
          <dgm:chPref val="0"/>
          <dgm:bulletEnabled val="1"/>
        </dgm:presLayoutVars>
      </dgm:prSet>
      <dgm:spPr/>
    </dgm:pt>
    <dgm:pt modelId="{68FBEBCC-A7F9-448A-B61C-D00633EA80AA}" type="pres">
      <dgm:prSet presAssocID="{33933241-3975-45BD-8E16-CE75D1FA01A1}" presName="sibTrans" presStyleCnt="0"/>
      <dgm:spPr/>
    </dgm:pt>
    <dgm:pt modelId="{C727A3B6-D4A3-458B-AD7B-886564F54B3F}" type="pres">
      <dgm:prSet presAssocID="{BC611AEE-8645-4673-BFBF-EEF4901D68CA}" presName="composite" presStyleCnt="0"/>
      <dgm:spPr/>
    </dgm:pt>
    <dgm:pt modelId="{2EAF6248-2EBA-4549-80E9-ACA130B5B908}" type="pres">
      <dgm:prSet presAssocID="{BC611AEE-8645-4673-BFBF-EEF4901D68CA}" presName="bentUpArrow1" presStyleLbl="alignImgPlace1" presStyleIdx="3" presStyleCnt="5"/>
      <dgm:spPr/>
    </dgm:pt>
    <dgm:pt modelId="{0C49DFED-2D5D-4B26-A6B8-E98048E26417}" type="pres">
      <dgm:prSet presAssocID="{BC611AEE-8645-4673-BFBF-EEF4901D68CA}" presName="ParentText" presStyleLbl="node1" presStyleIdx="3" presStyleCnt="6" custScaleX="179694">
        <dgm:presLayoutVars>
          <dgm:chMax val="1"/>
          <dgm:chPref val="1"/>
          <dgm:bulletEnabled val="1"/>
        </dgm:presLayoutVars>
      </dgm:prSet>
      <dgm:spPr/>
    </dgm:pt>
    <dgm:pt modelId="{6C1D01C3-031A-4B9F-8D91-B28510D524A6}" type="pres">
      <dgm:prSet presAssocID="{BC611AEE-8645-4673-BFBF-EEF4901D68CA}" presName="ChildText" presStyleLbl="revTx" presStyleIdx="3" presStyleCnt="5">
        <dgm:presLayoutVars>
          <dgm:chMax val="0"/>
          <dgm:chPref val="0"/>
          <dgm:bulletEnabled val="1"/>
        </dgm:presLayoutVars>
      </dgm:prSet>
      <dgm:spPr/>
    </dgm:pt>
    <dgm:pt modelId="{A0036DEA-411F-45B0-96BE-859850C7A482}" type="pres">
      <dgm:prSet presAssocID="{77EFDA86-B509-4BBE-8C97-2FA5A63860FB}" presName="sibTrans" presStyleCnt="0"/>
      <dgm:spPr/>
    </dgm:pt>
    <dgm:pt modelId="{521D1F56-C533-47AA-9FE5-3D42BD877BA0}" type="pres">
      <dgm:prSet presAssocID="{EE683442-A745-451E-B5D9-9F19CBEC2579}" presName="composite" presStyleCnt="0"/>
      <dgm:spPr/>
    </dgm:pt>
    <dgm:pt modelId="{C1CDA103-85BA-4A3E-952D-A555F4219EEB}" type="pres">
      <dgm:prSet presAssocID="{EE683442-A745-451E-B5D9-9F19CBEC2579}" presName="bentUpArrow1" presStyleLbl="alignImgPlace1" presStyleIdx="4" presStyleCnt="5"/>
      <dgm:spPr/>
    </dgm:pt>
    <dgm:pt modelId="{59B84E07-8248-448D-A3B3-30BE2BED1FB4}" type="pres">
      <dgm:prSet presAssocID="{EE683442-A745-451E-B5D9-9F19CBEC2579}" presName="ParentText" presStyleLbl="node1" presStyleIdx="4" presStyleCnt="6" custScaleX="179694">
        <dgm:presLayoutVars>
          <dgm:chMax val="1"/>
          <dgm:chPref val="1"/>
          <dgm:bulletEnabled val="1"/>
        </dgm:presLayoutVars>
      </dgm:prSet>
      <dgm:spPr/>
    </dgm:pt>
    <dgm:pt modelId="{C377D199-4E47-4824-9D9F-2FD8F7E39FD4}" type="pres">
      <dgm:prSet presAssocID="{EE683442-A745-451E-B5D9-9F19CBEC2579}" presName="ChildText" presStyleLbl="revTx" presStyleIdx="4" presStyleCnt="5">
        <dgm:presLayoutVars>
          <dgm:chMax val="0"/>
          <dgm:chPref val="0"/>
          <dgm:bulletEnabled val="1"/>
        </dgm:presLayoutVars>
      </dgm:prSet>
      <dgm:spPr/>
    </dgm:pt>
    <dgm:pt modelId="{356877EF-8390-4FD3-A300-39BA89472301}" type="pres">
      <dgm:prSet presAssocID="{1913FB49-B233-439C-85BE-69A7B2F306ED}" presName="sibTrans" presStyleCnt="0"/>
      <dgm:spPr/>
    </dgm:pt>
    <dgm:pt modelId="{B2F86C2D-703B-4F24-BB74-ECADFA92F6B9}" type="pres">
      <dgm:prSet presAssocID="{C71BDE77-8D21-4649-A9DA-13BEBA190408}" presName="composite" presStyleCnt="0"/>
      <dgm:spPr/>
    </dgm:pt>
    <dgm:pt modelId="{0CF02F1D-33DE-40DC-8298-08835F6F40A0}" type="pres">
      <dgm:prSet presAssocID="{C71BDE77-8D21-4649-A9DA-13BEBA190408}" presName="ParentText" presStyleLbl="node1" presStyleIdx="5" presStyleCnt="6" custScaleX="179694">
        <dgm:presLayoutVars>
          <dgm:chMax val="1"/>
          <dgm:chPref val="1"/>
          <dgm:bulletEnabled val="1"/>
        </dgm:presLayoutVars>
      </dgm:prSet>
      <dgm:spPr/>
    </dgm:pt>
  </dgm:ptLst>
  <dgm:cxnLst>
    <dgm:cxn modelId="{A9C63F06-05E9-4075-B9F4-4C552BCA1C89}" srcId="{B3AE9517-92D5-4AC8-AF2E-366A52F63881}" destId="{C71BDE77-8D21-4649-A9DA-13BEBA190408}" srcOrd="5" destOrd="0" parTransId="{2C73336D-32DB-4C5E-948D-DFE712365DAE}" sibTransId="{EAA06D88-DF71-43A1-8886-F9E00D9E7BF0}"/>
    <dgm:cxn modelId="{DD472D17-8A7F-41FE-A05C-2DA214620B57}" type="presOf" srcId="{8D603B45-2492-4529-86DC-D9B5F460F857}" destId="{2EBF9482-20A6-4669-8F3A-EC3E1D3369E9}" srcOrd="0" destOrd="0" presId="urn:microsoft.com/office/officeart/2005/8/layout/StepDownProcess"/>
    <dgm:cxn modelId="{BF91EC34-1834-4612-976C-EB31BA26D436}" type="presOf" srcId="{EE683442-A745-451E-B5D9-9F19CBEC2579}" destId="{59B84E07-8248-448D-A3B3-30BE2BED1FB4}" srcOrd="0" destOrd="0" presId="urn:microsoft.com/office/officeart/2005/8/layout/StepDownProcess"/>
    <dgm:cxn modelId="{1854DF35-062C-4187-8359-05A4A8C75440}" type="presOf" srcId="{B3AE9517-92D5-4AC8-AF2E-366A52F63881}" destId="{CBED1868-1CEB-4722-BF6B-20E941CAEB1E}" srcOrd="0" destOrd="0" presId="urn:microsoft.com/office/officeart/2005/8/layout/StepDownProcess"/>
    <dgm:cxn modelId="{2E627538-414F-424E-8A93-BEB34D3C4431}" srcId="{B3AE9517-92D5-4AC8-AF2E-366A52F63881}" destId="{8D603B45-2492-4529-86DC-D9B5F460F857}" srcOrd="2" destOrd="0" parTransId="{2D60EBCB-ADA9-4AF1-9A30-156031989F7E}" sibTransId="{33933241-3975-45BD-8E16-CE75D1FA01A1}"/>
    <dgm:cxn modelId="{A1D40C5F-7E8D-43CC-AC21-CD8736A92114}" type="presOf" srcId="{46C3A657-5940-4058-A20F-017A86AD5235}" destId="{AF9538CC-4963-40F7-BC25-2F990A32BBEA}" srcOrd="0" destOrd="0" presId="urn:microsoft.com/office/officeart/2005/8/layout/StepDownProcess"/>
    <dgm:cxn modelId="{C3A5A98A-4921-4FBD-9E95-E5F99060A001}" type="presOf" srcId="{C71BDE77-8D21-4649-A9DA-13BEBA190408}" destId="{0CF02F1D-33DE-40DC-8298-08835F6F40A0}" srcOrd="0" destOrd="0" presId="urn:microsoft.com/office/officeart/2005/8/layout/StepDownProcess"/>
    <dgm:cxn modelId="{67707FA1-B882-4AEF-8B4B-92082EEC04A7}" srcId="{B3AE9517-92D5-4AC8-AF2E-366A52F63881}" destId="{46C3A657-5940-4058-A20F-017A86AD5235}" srcOrd="1" destOrd="0" parTransId="{6CB78E10-E031-4279-8FD8-70B470A3EC72}" sibTransId="{D6FBEA1C-813C-4585-A5B6-D5002867A093}"/>
    <dgm:cxn modelId="{5D6E01A5-A233-41C2-8316-BFFC42A0E4FB}" type="presOf" srcId="{BC611AEE-8645-4673-BFBF-EEF4901D68CA}" destId="{0C49DFED-2D5D-4B26-A6B8-E98048E26417}" srcOrd="0" destOrd="0" presId="urn:microsoft.com/office/officeart/2005/8/layout/StepDownProcess"/>
    <dgm:cxn modelId="{1432F6AD-B2E3-4AB3-946D-83C08EDF4EAA}" type="presOf" srcId="{878ECB98-3815-432A-AF0F-FCC0DBDD1DBF}" destId="{671EC4F2-126F-47F8-AB13-402DA1B6AF4E}" srcOrd="0" destOrd="0" presId="urn:microsoft.com/office/officeart/2005/8/layout/StepDownProcess"/>
    <dgm:cxn modelId="{D08C1EAF-B5A7-4DB5-B75F-301E0468CFB8}" srcId="{B3AE9517-92D5-4AC8-AF2E-366A52F63881}" destId="{BC611AEE-8645-4673-BFBF-EEF4901D68CA}" srcOrd="3" destOrd="0" parTransId="{26843D06-B77F-4B74-83F9-FE60C84B6A7D}" sibTransId="{77EFDA86-B509-4BBE-8C97-2FA5A63860FB}"/>
    <dgm:cxn modelId="{204D63CA-7948-4F03-808F-F5ADDBEFFB3D}" srcId="{B3AE9517-92D5-4AC8-AF2E-366A52F63881}" destId="{878ECB98-3815-432A-AF0F-FCC0DBDD1DBF}" srcOrd="0" destOrd="0" parTransId="{6E3E7473-50C6-4915-AA46-09E582E15710}" sibTransId="{656C3F72-FEB3-4DEB-9487-CC49CE1B83AB}"/>
    <dgm:cxn modelId="{8D557EFA-CE8B-4F13-84BE-1F1EE676CA11}" srcId="{B3AE9517-92D5-4AC8-AF2E-366A52F63881}" destId="{EE683442-A745-451E-B5D9-9F19CBEC2579}" srcOrd="4" destOrd="0" parTransId="{3C9DB805-3DF5-495F-8EF9-B7598EF36DD9}" sibTransId="{1913FB49-B233-439C-85BE-69A7B2F306ED}"/>
    <dgm:cxn modelId="{77DCC04D-7EF2-40A0-BA77-958668FE9E2C}" type="presParOf" srcId="{CBED1868-1CEB-4722-BF6B-20E941CAEB1E}" destId="{BBB65A8F-51D5-492E-832A-98946095B84B}" srcOrd="0" destOrd="0" presId="urn:microsoft.com/office/officeart/2005/8/layout/StepDownProcess"/>
    <dgm:cxn modelId="{2E1E8938-EB58-435D-9963-E3FB3CF8F1D2}" type="presParOf" srcId="{BBB65A8F-51D5-492E-832A-98946095B84B}" destId="{47DB5FA9-1D44-4056-98F1-293AE44FAB5C}" srcOrd="0" destOrd="0" presId="urn:microsoft.com/office/officeart/2005/8/layout/StepDownProcess"/>
    <dgm:cxn modelId="{A0F4A2EC-C405-47FF-95C3-84A14F184A97}" type="presParOf" srcId="{BBB65A8F-51D5-492E-832A-98946095B84B}" destId="{671EC4F2-126F-47F8-AB13-402DA1B6AF4E}" srcOrd="1" destOrd="0" presId="urn:microsoft.com/office/officeart/2005/8/layout/StepDownProcess"/>
    <dgm:cxn modelId="{1082A0B9-3239-4A24-A4AA-992C4D263E83}" type="presParOf" srcId="{BBB65A8F-51D5-492E-832A-98946095B84B}" destId="{536A7CAD-2B37-4DEA-9B9A-19DD8B6EEA18}" srcOrd="2" destOrd="0" presId="urn:microsoft.com/office/officeart/2005/8/layout/StepDownProcess"/>
    <dgm:cxn modelId="{F90C78BD-6FB9-4200-B53A-B643A1FC8B8D}" type="presParOf" srcId="{CBED1868-1CEB-4722-BF6B-20E941CAEB1E}" destId="{79E5E9EE-F121-4D4F-B272-83D7F0B72BF3}" srcOrd="1" destOrd="0" presId="urn:microsoft.com/office/officeart/2005/8/layout/StepDownProcess"/>
    <dgm:cxn modelId="{499293BC-2AEE-4F15-B71F-D4C9A4C364A1}" type="presParOf" srcId="{CBED1868-1CEB-4722-BF6B-20E941CAEB1E}" destId="{0F582125-AFA2-4F6F-9690-E1608D9A3407}" srcOrd="2" destOrd="0" presId="urn:microsoft.com/office/officeart/2005/8/layout/StepDownProcess"/>
    <dgm:cxn modelId="{42C6B49C-678C-475B-8732-80BB8091B9D8}" type="presParOf" srcId="{0F582125-AFA2-4F6F-9690-E1608D9A3407}" destId="{BBB07D42-DAB6-4CDF-8253-B7D22D30C751}" srcOrd="0" destOrd="0" presId="urn:microsoft.com/office/officeart/2005/8/layout/StepDownProcess"/>
    <dgm:cxn modelId="{24251391-E1DC-494E-9FFC-483B4986C757}" type="presParOf" srcId="{0F582125-AFA2-4F6F-9690-E1608D9A3407}" destId="{AF9538CC-4963-40F7-BC25-2F990A32BBEA}" srcOrd="1" destOrd="0" presId="urn:microsoft.com/office/officeart/2005/8/layout/StepDownProcess"/>
    <dgm:cxn modelId="{EAC6EF1D-0468-4EF3-9BBB-6D94E623186D}" type="presParOf" srcId="{0F582125-AFA2-4F6F-9690-E1608D9A3407}" destId="{3CB3A583-6CBE-47EB-ABA0-3C7CE5308B23}" srcOrd="2" destOrd="0" presId="urn:microsoft.com/office/officeart/2005/8/layout/StepDownProcess"/>
    <dgm:cxn modelId="{62594AE3-335F-4D32-9DC7-2D1D42A61DFA}" type="presParOf" srcId="{CBED1868-1CEB-4722-BF6B-20E941CAEB1E}" destId="{1F46DBA5-7ED0-4C0B-A65F-AF2580FEF5AF}" srcOrd="3" destOrd="0" presId="urn:microsoft.com/office/officeart/2005/8/layout/StepDownProcess"/>
    <dgm:cxn modelId="{EF824DF9-3F95-485A-8063-5E62B5DB3C3A}" type="presParOf" srcId="{CBED1868-1CEB-4722-BF6B-20E941CAEB1E}" destId="{99AAF93B-102D-452D-9949-91ECD72E8967}" srcOrd="4" destOrd="0" presId="urn:microsoft.com/office/officeart/2005/8/layout/StepDownProcess"/>
    <dgm:cxn modelId="{2624E273-C8A6-4077-A147-20FF30E70BA6}" type="presParOf" srcId="{99AAF93B-102D-452D-9949-91ECD72E8967}" destId="{75950754-8D88-41C4-B1F8-9F852B14BC08}" srcOrd="0" destOrd="0" presId="urn:microsoft.com/office/officeart/2005/8/layout/StepDownProcess"/>
    <dgm:cxn modelId="{610D9DBE-CD18-47EE-B83A-FDD974D85EC1}" type="presParOf" srcId="{99AAF93B-102D-452D-9949-91ECD72E8967}" destId="{2EBF9482-20A6-4669-8F3A-EC3E1D3369E9}" srcOrd="1" destOrd="0" presId="urn:microsoft.com/office/officeart/2005/8/layout/StepDownProcess"/>
    <dgm:cxn modelId="{CF65B46A-8587-481D-B573-9279E89FED34}" type="presParOf" srcId="{99AAF93B-102D-452D-9949-91ECD72E8967}" destId="{937FFBA5-A019-453B-AA60-1DC00D8182B4}" srcOrd="2" destOrd="0" presId="urn:microsoft.com/office/officeart/2005/8/layout/StepDownProcess"/>
    <dgm:cxn modelId="{82AF4EFB-9861-42A7-8EE4-5DF429E651EA}" type="presParOf" srcId="{CBED1868-1CEB-4722-BF6B-20E941CAEB1E}" destId="{68FBEBCC-A7F9-448A-B61C-D00633EA80AA}" srcOrd="5" destOrd="0" presId="urn:microsoft.com/office/officeart/2005/8/layout/StepDownProcess"/>
    <dgm:cxn modelId="{A0D1B8B1-8754-4A25-A1EE-292B68E1C87F}" type="presParOf" srcId="{CBED1868-1CEB-4722-BF6B-20E941CAEB1E}" destId="{C727A3B6-D4A3-458B-AD7B-886564F54B3F}" srcOrd="6" destOrd="0" presId="urn:microsoft.com/office/officeart/2005/8/layout/StepDownProcess"/>
    <dgm:cxn modelId="{D19E4DF4-E41C-4C67-8655-A50C7C095F41}" type="presParOf" srcId="{C727A3B6-D4A3-458B-AD7B-886564F54B3F}" destId="{2EAF6248-2EBA-4549-80E9-ACA130B5B908}" srcOrd="0" destOrd="0" presId="urn:microsoft.com/office/officeart/2005/8/layout/StepDownProcess"/>
    <dgm:cxn modelId="{77F57D03-FFFD-401E-96BF-E1DB068CCA7A}" type="presParOf" srcId="{C727A3B6-D4A3-458B-AD7B-886564F54B3F}" destId="{0C49DFED-2D5D-4B26-A6B8-E98048E26417}" srcOrd="1" destOrd="0" presId="urn:microsoft.com/office/officeart/2005/8/layout/StepDownProcess"/>
    <dgm:cxn modelId="{C6E87998-D1B1-4D0D-AC3F-1179D5A98FAB}" type="presParOf" srcId="{C727A3B6-D4A3-458B-AD7B-886564F54B3F}" destId="{6C1D01C3-031A-4B9F-8D91-B28510D524A6}" srcOrd="2" destOrd="0" presId="urn:microsoft.com/office/officeart/2005/8/layout/StepDownProcess"/>
    <dgm:cxn modelId="{C1F5B000-00AD-4824-85E5-B0D29DB7AD79}" type="presParOf" srcId="{CBED1868-1CEB-4722-BF6B-20E941CAEB1E}" destId="{A0036DEA-411F-45B0-96BE-859850C7A482}" srcOrd="7" destOrd="0" presId="urn:microsoft.com/office/officeart/2005/8/layout/StepDownProcess"/>
    <dgm:cxn modelId="{7801013E-D3C0-4764-A045-937C965E0650}" type="presParOf" srcId="{CBED1868-1CEB-4722-BF6B-20E941CAEB1E}" destId="{521D1F56-C533-47AA-9FE5-3D42BD877BA0}" srcOrd="8" destOrd="0" presId="urn:microsoft.com/office/officeart/2005/8/layout/StepDownProcess"/>
    <dgm:cxn modelId="{9E2F76B7-E3D5-49EA-95A0-48A1839B73EF}" type="presParOf" srcId="{521D1F56-C533-47AA-9FE5-3D42BD877BA0}" destId="{C1CDA103-85BA-4A3E-952D-A555F4219EEB}" srcOrd="0" destOrd="0" presId="urn:microsoft.com/office/officeart/2005/8/layout/StepDownProcess"/>
    <dgm:cxn modelId="{ED3C0F7D-E8EB-4755-BAF2-75EA4792B05E}" type="presParOf" srcId="{521D1F56-C533-47AA-9FE5-3D42BD877BA0}" destId="{59B84E07-8248-448D-A3B3-30BE2BED1FB4}" srcOrd="1" destOrd="0" presId="urn:microsoft.com/office/officeart/2005/8/layout/StepDownProcess"/>
    <dgm:cxn modelId="{94071CDA-D4CE-44E1-948E-5158B5BAE343}" type="presParOf" srcId="{521D1F56-C533-47AA-9FE5-3D42BD877BA0}" destId="{C377D199-4E47-4824-9D9F-2FD8F7E39FD4}" srcOrd="2" destOrd="0" presId="urn:microsoft.com/office/officeart/2005/8/layout/StepDownProcess"/>
    <dgm:cxn modelId="{C6ED8F36-9CFE-4734-9099-1664C3BC0E12}" type="presParOf" srcId="{CBED1868-1CEB-4722-BF6B-20E941CAEB1E}" destId="{356877EF-8390-4FD3-A300-39BA89472301}" srcOrd="9" destOrd="0" presId="urn:microsoft.com/office/officeart/2005/8/layout/StepDownProcess"/>
    <dgm:cxn modelId="{F52A6F7F-E8DC-4030-931C-7D2D0E8331E1}" type="presParOf" srcId="{CBED1868-1CEB-4722-BF6B-20E941CAEB1E}" destId="{B2F86C2D-703B-4F24-BB74-ECADFA92F6B9}" srcOrd="10" destOrd="0" presId="urn:microsoft.com/office/officeart/2005/8/layout/StepDownProcess"/>
    <dgm:cxn modelId="{F4110F1E-A911-43BF-B33C-3D2767602180}" type="presParOf" srcId="{B2F86C2D-703B-4F24-BB74-ECADFA92F6B9}" destId="{0CF02F1D-33DE-40DC-8298-08835F6F40A0}" srcOrd="0" destOrd="0" presId="urn:microsoft.com/office/officeart/2005/8/layout/StepDown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AE9517-92D5-4AC8-AF2E-366A52F63881}"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IN"/>
        </a:p>
      </dgm:t>
    </dgm:pt>
    <dgm:pt modelId="{EA549D8B-9870-4D27-8100-138D9A8BF685}">
      <dgm:prSet custT="1"/>
      <dgm:spPr>
        <a:solidFill>
          <a:srgbClr val="002060"/>
        </a:solidFill>
      </dgm:spPr>
      <dgm:t>
        <a:bodyPr/>
        <a:lstStyle/>
        <a:p>
          <a:r>
            <a:rPr kumimoji="0" lang="en-US" sz="2000" b="1" i="0" u="none" strike="noStrike" cap="none" normalizeH="0" baseline="0" dirty="0">
              <a:ln>
                <a:noFill/>
              </a:ln>
              <a:solidFill>
                <a:schemeClr val="bg1"/>
              </a:solidFill>
              <a:effectLst/>
              <a:latin typeface="Arial Unicode MS" panose="020B0604020202020204" pitchFamily="34" charset="-128"/>
            </a:rPr>
            <a:t>You are loved by me.</a:t>
          </a:r>
          <a:endParaRPr kumimoji="0" lang="en-US" sz="2000" b="0" i="0" u="none" strike="noStrike" cap="none" normalizeH="0" baseline="0" dirty="0">
            <a:ln>
              <a:noFill/>
            </a:ln>
            <a:solidFill>
              <a:schemeClr val="bg1"/>
            </a:solidFill>
            <a:effectLst/>
          </a:endParaRPr>
        </a:p>
      </dgm:t>
    </dgm:pt>
    <dgm:pt modelId="{E9B2110B-460D-4384-B4BD-2D926EB2121C}" type="parTrans" cxnId="{DCD6CB76-F783-424B-BF28-81D21176BC16}">
      <dgm:prSet/>
      <dgm:spPr/>
      <dgm:t>
        <a:bodyPr/>
        <a:lstStyle/>
        <a:p>
          <a:endParaRPr lang="en-IN"/>
        </a:p>
      </dgm:t>
    </dgm:pt>
    <dgm:pt modelId="{D3AD5CD2-657D-472D-94B1-D73129451B76}" type="sibTrans" cxnId="{DCD6CB76-F783-424B-BF28-81D21176BC16}">
      <dgm:prSet/>
      <dgm:spPr/>
      <dgm:t>
        <a:bodyPr/>
        <a:lstStyle/>
        <a:p>
          <a:endParaRPr lang="en-IN"/>
        </a:p>
      </dgm:t>
    </dgm:pt>
    <dgm:pt modelId="{8B71FCB9-C27E-4FBD-898B-B7EEE7866574}">
      <dgm:prSet custT="1"/>
      <dgm:spPr>
        <a:solidFill>
          <a:srgbClr val="002060"/>
        </a:solidFill>
      </dgm:spPr>
      <dgm:t>
        <a:bodyPr/>
        <a:lstStyle/>
        <a:p>
          <a:r>
            <a:rPr kumimoji="0" lang="en-US" sz="2000" b="1" i="0" u="none" strike="noStrike" cap="none" normalizeH="0" baseline="0" dirty="0">
              <a:ln>
                <a:noFill/>
              </a:ln>
              <a:solidFill>
                <a:schemeClr val="bg1"/>
              </a:solidFill>
              <a:effectLst/>
              <a:latin typeface="Arial" panose="020B0604020202020204" pitchFamily="34" charset="0"/>
            </a:rPr>
            <a:t>subject</a:t>
          </a:r>
          <a:r>
            <a:rPr kumimoji="0" lang="en-US" sz="2000" b="0" i="0" u="none" strike="noStrike" cap="none" normalizeH="0" baseline="0" dirty="0">
              <a:ln>
                <a:noFill/>
              </a:ln>
              <a:solidFill>
                <a:schemeClr val="bg1"/>
              </a:solidFill>
              <a:effectLst/>
              <a:latin typeface="Arial" panose="020B0604020202020204" pitchFamily="34" charset="0"/>
            </a:rPr>
            <a:t>: “you” </a:t>
          </a:r>
        </a:p>
      </dgm:t>
    </dgm:pt>
    <dgm:pt modelId="{11EC9560-7B13-4C6C-95DC-181628C78AB0}" type="parTrans" cxnId="{F3C57C35-DB60-4AD0-8CBD-5EA1A74A91EB}">
      <dgm:prSet/>
      <dgm:spPr/>
      <dgm:t>
        <a:bodyPr/>
        <a:lstStyle/>
        <a:p>
          <a:endParaRPr lang="en-IN"/>
        </a:p>
      </dgm:t>
    </dgm:pt>
    <dgm:pt modelId="{18E20B9A-26CC-4F80-A57A-1AD7D6271846}" type="sibTrans" cxnId="{F3C57C35-DB60-4AD0-8CBD-5EA1A74A91EB}">
      <dgm:prSet/>
      <dgm:spPr/>
      <dgm:t>
        <a:bodyPr/>
        <a:lstStyle/>
        <a:p>
          <a:endParaRPr lang="en-IN"/>
        </a:p>
      </dgm:t>
    </dgm:pt>
    <dgm:pt modelId="{8447F0B8-934C-4745-AACC-28BADF0FAD38}">
      <dgm:prSet custT="1"/>
      <dgm:spPr>
        <a:solidFill>
          <a:srgbClr val="002060"/>
        </a:solidFill>
      </dgm:spPr>
      <dgm:t>
        <a:bodyPr/>
        <a:lstStyle/>
        <a:p>
          <a:r>
            <a:rPr kumimoji="0" lang="en-US" sz="2000" b="1" i="0" u="none" strike="noStrike" cap="none" normalizeH="0" baseline="0" dirty="0">
              <a:ln>
                <a:noFill/>
              </a:ln>
              <a:solidFill>
                <a:schemeClr val="bg1"/>
              </a:solidFill>
              <a:effectLst/>
              <a:latin typeface="Arial" panose="020B0604020202020204" pitchFamily="34" charset="0"/>
            </a:rPr>
            <a:t>action</a:t>
          </a:r>
          <a:r>
            <a:rPr kumimoji="0" lang="en-US" sz="2000" b="0" i="0" u="none" strike="noStrike" cap="none" normalizeH="0" baseline="0" dirty="0">
              <a:ln>
                <a:noFill/>
              </a:ln>
              <a:solidFill>
                <a:schemeClr val="bg1"/>
              </a:solidFill>
              <a:effectLst/>
              <a:latin typeface="Arial" panose="020B0604020202020204" pitchFamily="34" charset="0"/>
            </a:rPr>
            <a:t>: “loving” </a:t>
          </a:r>
        </a:p>
      </dgm:t>
    </dgm:pt>
    <dgm:pt modelId="{98D449A6-2A0D-43A8-A495-096EE0720CCF}" type="parTrans" cxnId="{1414DCF0-D105-473F-AD28-D887E7C47EFA}">
      <dgm:prSet/>
      <dgm:spPr/>
      <dgm:t>
        <a:bodyPr/>
        <a:lstStyle/>
        <a:p>
          <a:endParaRPr lang="en-IN"/>
        </a:p>
      </dgm:t>
    </dgm:pt>
    <dgm:pt modelId="{BC6F82A4-5602-4505-BD64-52537AF86805}" type="sibTrans" cxnId="{1414DCF0-D105-473F-AD28-D887E7C47EFA}">
      <dgm:prSet/>
      <dgm:spPr/>
      <dgm:t>
        <a:bodyPr/>
        <a:lstStyle/>
        <a:p>
          <a:endParaRPr lang="en-IN"/>
        </a:p>
      </dgm:t>
    </dgm:pt>
    <dgm:pt modelId="{52701718-D353-4689-895C-6F0F17F6E1AA}">
      <dgm:prSet custT="1"/>
      <dgm:spPr>
        <a:solidFill>
          <a:srgbClr val="002060"/>
        </a:solidFill>
      </dgm:spPr>
      <dgm:t>
        <a:bodyPr/>
        <a:lstStyle/>
        <a:p>
          <a:r>
            <a:rPr kumimoji="0" lang="en-US" sz="2000" b="1" i="0" u="none" strike="noStrike" cap="none" normalizeH="0" baseline="0" dirty="0">
              <a:ln>
                <a:noFill/>
              </a:ln>
              <a:solidFill>
                <a:schemeClr val="bg1"/>
              </a:solidFill>
              <a:effectLst/>
              <a:latin typeface="Arial" panose="020B0604020202020204" pitchFamily="34" charset="0"/>
            </a:rPr>
            <a:t>relationship</a:t>
          </a:r>
          <a:r>
            <a:rPr kumimoji="0" lang="en-US" sz="2000" b="0" i="0" u="none" strike="noStrike" cap="none" normalizeH="0" baseline="0" dirty="0">
              <a:ln>
                <a:noFill/>
              </a:ln>
              <a:solidFill>
                <a:schemeClr val="bg1"/>
              </a:solidFill>
              <a:effectLst/>
              <a:latin typeface="Arial" panose="020B0604020202020204" pitchFamily="34" charset="0"/>
            </a:rPr>
            <a:t>: The subject (“You”) sits passively </a:t>
          </a:r>
        </a:p>
      </dgm:t>
    </dgm:pt>
    <dgm:pt modelId="{9C711979-46EB-48DC-A9CB-DC8903F61A08}" type="parTrans" cxnId="{8C4C206F-591C-48E4-B62B-B7E3D3F14604}">
      <dgm:prSet/>
      <dgm:spPr/>
      <dgm:t>
        <a:bodyPr/>
        <a:lstStyle/>
        <a:p>
          <a:endParaRPr lang="en-IN"/>
        </a:p>
      </dgm:t>
    </dgm:pt>
    <dgm:pt modelId="{7CA847FC-39D0-4E61-91CA-53D87D0D355E}" type="sibTrans" cxnId="{8C4C206F-591C-48E4-B62B-B7E3D3F14604}">
      <dgm:prSet/>
      <dgm:spPr/>
      <dgm:t>
        <a:bodyPr/>
        <a:lstStyle/>
        <a:p>
          <a:endParaRPr lang="en-IN"/>
        </a:p>
      </dgm:t>
    </dgm:pt>
    <dgm:pt modelId="{D989B1B5-7502-457C-ABA7-28440397F188}">
      <dgm:prSet custT="1"/>
      <dgm:spPr>
        <a:solidFill>
          <a:srgbClr val="002060"/>
        </a:solidFill>
      </dgm:spPr>
      <dgm:t>
        <a:bodyPr/>
        <a:lstStyle/>
        <a:p>
          <a:r>
            <a:rPr kumimoji="0" lang="en-US" sz="2000" b="0" i="0" u="none" strike="noStrike" cap="none" normalizeH="0" baseline="0" dirty="0">
              <a:ln>
                <a:noFill/>
              </a:ln>
              <a:solidFill>
                <a:schemeClr val="bg1"/>
              </a:solidFill>
              <a:effectLst/>
              <a:latin typeface="Arial" panose="020B0604020202020204" pitchFamily="34" charset="0"/>
            </a:rPr>
            <a:t>while the action (“loving”) is performed </a:t>
          </a:r>
        </a:p>
      </dgm:t>
    </dgm:pt>
    <dgm:pt modelId="{9DDB7A4E-94A8-4BD4-9DA0-5DB14B8716ED}" type="parTrans" cxnId="{B7386FDE-1919-45A9-8FC1-473AEF2A974B}">
      <dgm:prSet/>
      <dgm:spPr/>
      <dgm:t>
        <a:bodyPr/>
        <a:lstStyle/>
        <a:p>
          <a:endParaRPr lang="en-IN"/>
        </a:p>
      </dgm:t>
    </dgm:pt>
    <dgm:pt modelId="{97B4BB41-D426-45AA-9D89-2DF397811CFF}" type="sibTrans" cxnId="{B7386FDE-1919-45A9-8FC1-473AEF2A974B}">
      <dgm:prSet/>
      <dgm:spPr/>
      <dgm:t>
        <a:bodyPr/>
        <a:lstStyle/>
        <a:p>
          <a:endParaRPr lang="en-IN"/>
        </a:p>
      </dgm:t>
    </dgm:pt>
    <dgm:pt modelId="{8FDA9F3A-DBC8-4D80-91D1-44001CC629BD}">
      <dgm:prSet custT="1"/>
      <dgm:spPr>
        <a:solidFill>
          <a:srgbClr val="002060"/>
        </a:solidFill>
      </dgm:spPr>
      <dgm:t>
        <a:bodyPr/>
        <a:lstStyle/>
        <a:p>
          <a:r>
            <a:rPr kumimoji="0" lang="en-US" sz="2000" b="0" i="0" u="none" strike="noStrike" cap="none" normalizeH="0" baseline="0" dirty="0">
              <a:ln>
                <a:noFill/>
              </a:ln>
              <a:solidFill>
                <a:schemeClr val="bg1"/>
              </a:solidFill>
              <a:effectLst/>
              <a:latin typeface="Arial" panose="020B0604020202020204" pitchFamily="34" charset="0"/>
            </a:rPr>
            <a:t>by somebody else (“me”). </a:t>
          </a:r>
        </a:p>
      </dgm:t>
    </dgm:pt>
    <dgm:pt modelId="{51B9F228-80AD-400C-A6AA-45D0A2A8B0A8}" type="parTrans" cxnId="{950307E9-3995-4D7C-AA91-1FE967499E5C}">
      <dgm:prSet/>
      <dgm:spPr/>
      <dgm:t>
        <a:bodyPr/>
        <a:lstStyle/>
        <a:p>
          <a:endParaRPr lang="en-IN"/>
        </a:p>
      </dgm:t>
    </dgm:pt>
    <dgm:pt modelId="{EF5C0E20-5296-4900-A3F2-EA8B50641BB6}" type="sibTrans" cxnId="{950307E9-3995-4D7C-AA91-1FE967499E5C}">
      <dgm:prSet/>
      <dgm:spPr/>
      <dgm:t>
        <a:bodyPr/>
        <a:lstStyle/>
        <a:p>
          <a:endParaRPr lang="en-IN"/>
        </a:p>
      </dgm:t>
    </dgm:pt>
    <dgm:pt modelId="{C104F136-887D-44C3-BD49-A746D5CFC6CA}">
      <dgm:prSet custT="1"/>
      <dgm:spPr>
        <a:solidFill>
          <a:srgbClr val="002060"/>
        </a:solidFill>
      </dgm:spPr>
      <dgm:t>
        <a:bodyPr/>
        <a:lstStyle/>
        <a:p>
          <a:r>
            <a:rPr kumimoji="0" lang="en-US" sz="2000" b="1" i="0" u="none" strike="noStrike" cap="none" normalizeH="0" baseline="0" dirty="0">
              <a:ln>
                <a:noFill/>
              </a:ln>
              <a:solidFill>
                <a:schemeClr val="bg1"/>
              </a:solidFill>
              <a:effectLst/>
              <a:latin typeface="Arial" panose="020B0604020202020204" pitchFamily="34" charset="0"/>
            </a:rPr>
            <a:t>This sentence is passive.</a:t>
          </a:r>
          <a:endParaRPr kumimoji="0" lang="en-US" sz="2000" b="0" i="0" u="none" strike="noStrike" cap="none" normalizeH="0" baseline="0" dirty="0">
            <a:ln>
              <a:noFill/>
            </a:ln>
            <a:solidFill>
              <a:schemeClr val="bg1"/>
            </a:solidFill>
            <a:effectLst/>
            <a:latin typeface="Arial" panose="020B0604020202020204" pitchFamily="34" charset="0"/>
          </a:endParaRPr>
        </a:p>
      </dgm:t>
    </dgm:pt>
    <dgm:pt modelId="{DF03C995-E193-4F2A-88B3-7117285FD65D}" type="parTrans" cxnId="{98EF26A4-4F0C-472A-AB1B-4AC7120720A7}">
      <dgm:prSet/>
      <dgm:spPr/>
      <dgm:t>
        <a:bodyPr/>
        <a:lstStyle/>
        <a:p>
          <a:endParaRPr lang="en-IN"/>
        </a:p>
      </dgm:t>
    </dgm:pt>
    <dgm:pt modelId="{B014517E-851E-455E-99EA-E2F65FC2211C}" type="sibTrans" cxnId="{98EF26A4-4F0C-472A-AB1B-4AC7120720A7}">
      <dgm:prSet/>
      <dgm:spPr/>
      <dgm:t>
        <a:bodyPr/>
        <a:lstStyle/>
        <a:p>
          <a:endParaRPr lang="en-IN"/>
        </a:p>
      </dgm:t>
    </dgm:pt>
    <dgm:pt modelId="{CBED1868-1CEB-4722-BF6B-20E941CAEB1E}" type="pres">
      <dgm:prSet presAssocID="{B3AE9517-92D5-4AC8-AF2E-366A52F63881}" presName="rootnode" presStyleCnt="0">
        <dgm:presLayoutVars>
          <dgm:chMax/>
          <dgm:chPref/>
          <dgm:dir/>
          <dgm:animLvl val="lvl"/>
        </dgm:presLayoutVars>
      </dgm:prSet>
      <dgm:spPr/>
    </dgm:pt>
    <dgm:pt modelId="{7481EFD2-3593-4D7F-94F2-C384E094A05C}" type="pres">
      <dgm:prSet presAssocID="{EA549D8B-9870-4D27-8100-138D9A8BF685}" presName="composite" presStyleCnt="0"/>
      <dgm:spPr/>
    </dgm:pt>
    <dgm:pt modelId="{ACDF89F3-FDB2-43E9-8A75-14EE429E830C}" type="pres">
      <dgm:prSet presAssocID="{EA549D8B-9870-4D27-8100-138D9A8BF685}" presName="bentUpArrow1" presStyleLbl="alignImgPlace1" presStyleIdx="0" presStyleCnt="6"/>
      <dgm:spPr/>
    </dgm:pt>
    <dgm:pt modelId="{1AD3270F-2651-4B7E-9233-9BAB12173DA9}" type="pres">
      <dgm:prSet presAssocID="{EA549D8B-9870-4D27-8100-138D9A8BF685}" presName="ParentText" presStyleLbl="node1" presStyleIdx="0" presStyleCnt="7" custScaleX="253174">
        <dgm:presLayoutVars>
          <dgm:chMax val="1"/>
          <dgm:chPref val="1"/>
          <dgm:bulletEnabled val="1"/>
        </dgm:presLayoutVars>
      </dgm:prSet>
      <dgm:spPr/>
    </dgm:pt>
    <dgm:pt modelId="{02D2833E-83AB-4AD5-AB3C-5082C2152030}" type="pres">
      <dgm:prSet presAssocID="{EA549D8B-9870-4D27-8100-138D9A8BF685}" presName="ChildText" presStyleLbl="revTx" presStyleIdx="0" presStyleCnt="6">
        <dgm:presLayoutVars>
          <dgm:chMax val="0"/>
          <dgm:chPref val="0"/>
          <dgm:bulletEnabled val="1"/>
        </dgm:presLayoutVars>
      </dgm:prSet>
      <dgm:spPr/>
    </dgm:pt>
    <dgm:pt modelId="{81F7C951-E052-4B4C-8934-9978434D9C6D}" type="pres">
      <dgm:prSet presAssocID="{D3AD5CD2-657D-472D-94B1-D73129451B76}" presName="sibTrans" presStyleCnt="0"/>
      <dgm:spPr/>
    </dgm:pt>
    <dgm:pt modelId="{990A999D-EA7A-4C1A-A70D-47DDD7A8DC91}" type="pres">
      <dgm:prSet presAssocID="{8B71FCB9-C27E-4FBD-898B-B7EEE7866574}" presName="composite" presStyleCnt="0"/>
      <dgm:spPr/>
    </dgm:pt>
    <dgm:pt modelId="{823E66D2-5EAD-47DE-A91B-7F2880795AF5}" type="pres">
      <dgm:prSet presAssocID="{8B71FCB9-C27E-4FBD-898B-B7EEE7866574}" presName="bentUpArrow1" presStyleLbl="alignImgPlace1" presStyleIdx="1" presStyleCnt="6"/>
      <dgm:spPr/>
    </dgm:pt>
    <dgm:pt modelId="{66F5725D-CCC5-445D-BF02-F02B71828F44}" type="pres">
      <dgm:prSet presAssocID="{8B71FCB9-C27E-4FBD-898B-B7EEE7866574}" presName="ParentText" presStyleLbl="node1" presStyleIdx="1" presStyleCnt="7" custScaleX="253174">
        <dgm:presLayoutVars>
          <dgm:chMax val="1"/>
          <dgm:chPref val="1"/>
          <dgm:bulletEnabled val="1"/>
        </dgm:presLayoutVars>
      </dgm:prSet>
      <dgm:spPr/>
    </dgm:pt>
    <dgm:pt modelId="{0591F2A4-0D7D-42A9-967A-5D78283D2486}" type="pres">
      <dgm:prSet presAssocID="{8B71FCB9-C27E-4FBD-898B-B7EEE7866574}" presName="ChildText" presStyleLbl="revTx" presStyleIdx="1" presStyleCnt="6">
        <dgm:presLayoutVars>
          <dgm:chMax val="0"/>
          <dgm:chPref val="0"/>
          <dgm:bulletEnabled val="1"/>
        </dgm:presLayoutVars>
      </dgm:prSet>
      <dgm:spPr/>
    </dgm:pt>
    <dgm:pt modelId="{C6C24A1F-F742-487A-8812-3F1FB95D9C28}" type="pres">
      <dgm:prSet presAssocID="{18E20B9A-26CC-4F80-A57A-1AD7D6271846}" presName="sibTrans" presStyleCnt="0"/>
      <dgm:spPr/>
    </dgm:pt>
    <dgm:pt modelId="{AB2BE671-F750-4112-A763-C63CF7922734}" type="pres">
      <dgm:prSet presAssocID="{8447F0B8-934C-4745-AACC-28BADF0FAD38}" presName="composite" presStyleCnt="0"/>
      <dgm:spPr/>
    </dgm:pt>
    <dgm:pt modelId="{C515244D-3DFD-42D8-9F60-591891901886}" type="pres">
      <dgm:prSet presAssocID="{8447F0B8-934C-4745-AACC-28BADF0FAD38}" presName="bentUpArrow1" presStyleLbl="alignImgPlace1" presStyleIdx="2" presStyleCnt="6"/>
      <dgm:spPr/>
    </dgm:pt>
    <dgm:pt modelId="{0B34965D-8678-40FC-9E7B-720B8CB93FA9}" type="pres">
      <dgm:prSet presAssocID="{8447F0B8-934C-4745-AACC-28BADF0FAD38}" presName="ParentText" presStyleLbl="node1" presStyleIdx="2" presStyleCnt="7" custScaleX="253174">
        <dgm:presLayoutVars>
          <dgm:chMax val="1"/>
          <dgm:chPref val="1"/>
          <dgm:bulletEnabled val="1"/>
        </dgm:presLayoutVars>
      </dgm:prSet>
      <dgm:spPr/>
    </dgm:pt>
    <dgm:pt modelId="{74A7F141-D20C-4648-AFE2-13B6212C4491}" type="pres">
      <dgm:prSet presAssocID="{8447F0B8-934C-4745-AACC-28BADF0FAD38}" presName="ChildText" presStyleLbl="revTx" presStyleIdx="2" presStyleCnt="6">
        <dgm:presLayoutVars>
          <dgm:chMax val="0"/>
          <dgm:chPref val="0"/>
          <dgm:bulletEnabled val="1"/>
        </dgm:presLayoutVars>
      </dgm:prSet>
      <dgm:spPr/>
    </dgm:pt>
    <dgm:pt modelId="{7663B429-04A0-4700-8AAF-A8D79C39388E}" type="pres">
      <dgm:prSet presAssocID="{BC6F82A4-5602-4505-BD64-52537AF86805}" presName="sibTrans" presStyleCnt="0"/>
      <dgm:spPr/>
    </dgm:pt>
    <dgm:pt modelId="{3020994F-F93D-4B55-90C7-FFC4F96E3153}" type="pres">
      <dgm:prSet presAssocID="{52701718-D353-4689-895C-6F0F17F6E1AA}" presName="composite" presStyleCnt="0"/>
      <dgm:spPr/>
    </dgm:pt>
    <dgm:pt modelId="{9A30A3E3-F2E0-49F4-894B-3DE785DDA9EC}" type="pres">
      <dgm:prSet presAssocID="{52701718-D353-4689-895C-6F0F17F6E1AA}" presName="bentUpArrow1" presStyleLbl="alignImgPlace1" presStyleIdx="3" presStyleCnt="6"/>
      <dgm:spPr/>
    </dgm:pt>
    <dgm:pt modelId="{A058A63D-5278-4125-A472-C0D846A4F1FC}" type="pres">
      <dgm:prSet presAssocID="{52701718-D353-4689-895C-6F0F17F6E1AA}" presName="ParentText" presStyleLbl="node1" presStyleIdx="3" presStyleCnt="7" custScaleX="253174">
        <dgm:presLayoutVars>
          <dgm:chMax val="1"/>
          <dgm:chPref val="1"/>
          <dgm:bulletEnabled val="1"/>
        </dgm:presLayoutVars>
      </dgm:prSet>
      <dgm:spPr/>
    </dgm:pt>
    <dgm:pt modelId="{25C29B61-FFC3-4B46-B164-D39209DD6627}" type="pres">
      <dgm:prSet presAssocID="{52701718-D353-4689-895C-6F0F17F6E1AA}" presName="ChildText" presStyleLbl="revTx" presStyleIdx="3" presStyleCnt="6">
        <dgm:presLayoutVars>
          <dgm:chMax val="0"/>
          <dgm:chPref val="0"/>
          <dgm:bulletEnabled val="1"/>
        </dgm:presLayoutVars>
      </dgm:prSet>
      <dgm:spPr/>
    </dgm:pt>
    <dgm:pt modelId="{56D499B9-5740-4D2E-B62D-D96DDF76AF9F}" type="pres">
      <dgm:prSet presAssocID="{7CA847FC-39D0-4E61-91CA-53D87D0D355E}" presName="sibTrans" presStyleCnt="0"/>
      <dgm:spPr/>
    </dgm:pt>
    <dgm:pt modelId="{EB1F87F8-080C-4F7F-A7E6-35334DC5227D}" type="pres">
      <dgm:prSet presAssocID="{D989B1B5-7502-457C-ABA7-28440397F188}" presName="composite" presStyleCnt="0"/>
      <dgm:spPr/>
    </dgm:pt>
    <dgm:pt modelId="{AB2D0F4A-B178-4308-A4A8-8854CE4B8885}" type="pres">
      <dgm:prSet presAssocID="{D989B1B5-7502-457C-ABA7-28440397F188}" presName="bentUpArrow1" presStyleLbl="alignImgPlace1" presStyleIdx="4" presStyleCnt="6"/>
      <dgm:spPr/>
    </dgm:pt>
    <dgm:pt modelId="{A0095F5A-06DD-44B5-BF86-718FD8913495}" type="pres">
      <dgm:prSet presAssocID="{D989B1B5-7502-457C-ABA7-28440397F188}" presName="ParentText" presStyleLbl="node1" presStyleIdx="4" presStyleCnt="7" custScaleX="253174">
        <dgm:presLayoutVars>
          <dgm:chMax val="1"/>
          <dgm:chPref val="1"/>
          <dgm:bulletEnabled val="1"/>
        </dgm:presLayoutVars>
      </dgm:prSet>
      <dgm:spPr/>
    </dgm:pt>
    <dgm:pt modelId="{7DFE93CD-4B5A-4257-B28E-D4799431F59C}" type="pres">
      <dgm:prSet presAssocID="{D989B1B5-7502-457C-ABA7-28440397F188}" presName="ChildText" presStyleLbl="revTx" presStyleIdx="4" presStyleCnt="6">
        <dgm:presLayoutVars>
          <dgm:chMax val="0"/>
          <dgm:chPref val="0"/>
          <dgm:bulletEnabled val="1"/>
        </dgm:presLayoutVars>
      </dgm:prSet>
      <dgm:spPr/>
    </dgm:pt>
    <dgm:pt modelId="{CF18CD6B-91E8-46AA-9BB8-C5E13BD51DAA}" type="pres">
      <dgm:prSet presAssocID="{97B4BB41-D426-45AA-9D89-2DF397811CFF}" presName="sibTrans" presStyleCnt="0"/>
      <dgm:spPr/>
    </dgm:pt>
    <dgm:pt modelId="{ADA41C56-EE77-4E39-BE68-EBB782E370A4}" type="pres">
      <dgm:prSet presAssocID="{8FDA9F3A-DBC8-4D80-91D1-44001CC629BD}" presName="composite" presStyleCnt="0"/>
      <dgm:spPr/>
    </dgm:pt>
    <dgm:pt modelId="{52007660-4DC4-4789-A347-920AF9BE613E}" type="pres">
      <dgm:prSet presAssocID="{8FDA9F3A-DBC8-4D80-91D1-44001CC629BD}" presName="bentUpArrow1" presStyleLbl="alignImgPlace1" presStyleIdx="5" presStyleCnt="6"/>
      <dgm:spPr/>
    </dgm:pt>
    <dgm:pt modelId="{A4B333B4-6A25-402D-B2CF-9361819AA25B}" type="pres">
      <dgm:prSet presAssocID="{8FDA9F3A-DBC8-4D80-91D1-44001CC629BD}" presName="ParentText" presStyleLbl="node1" presStyleIdx="5" presStyleCnt="7" custScaleX="253174">
        <dgm:presLayoutVars>
          <dgm:chMax val="1"/>
          <dgm:chPref val="1"/>
          <dgm:bulletEnabled val="1"/>
        </dgm:presLayoutVars>
      </dgm:prSet>
      <dgm:spPr/>
    </dgm:pt>
    <dgm:pt modelId="{B7E7ABD9-3DDC-4638-840A-51829AA7C10A}" type="pres">
      <dgm:prSet presAssocID="{8FDA9F3A-DBC8-4D80-91D1-44001CC629BD}" presName="ChildText" presStyleLbl="revTx" presStyleIdx="5" presStyleCnt="6">
        <dgm:presLayoutVars>
          <dgm:chMax val="0"/>
          <dgm:chPref val="0"/>
          <dgm:bulletEnabled val="1"/>
        </dgm:presLayoutVars>
      </dgm:prSet>
      <dgm:spPr/>
    </dgm:pt>
    <dgm:pt modelId="{5C11F4A1-255F-4F61-8D0F-11D065419E3B}" type="pres">
      <dgm:prSet presAssocID="{EF5C0E20-5296-4900-A3F2-EA8B50641BB6}" presName="sibTrans" presStyleCnt="0"/>
      <dgm:spPr/>
    </dgm:pt>
    <dgm:pt modelId="{F81535B6-1492-4449-A18D-BA2F3F56B120}" type="pres">
      <dgm:prSet presAssocID="{C104F136-887D-44C3-BD49-A746D5CFC6CA}" presName="composite" presStyleCnt="0"/>
      <dgm:spPr/>
    </dgm:pt>
    <dgm:pt modelId="{6683C5AE-2985-4205-B4AA-E79D0781D8D9}" type="pres">
      <dgm:prSet presAssocID="{C104F136-887D-44C3-BD49-A746D5CFC6CA}" presName="ParentText" presStyleLbl="node1" presStyleIdx="6" presStyleCnt="7" custScaleX="253174">
        <dgm:presLayoutVars>
          <dgm:chMax val="1"/>
          <dgm:chPref val="1"/>
          <dgm:bulletEnabled val="1"/>
        </dgm:presLayoutVars>
      </dgm:prSet>
      <dgm:spPr/>
    </dgm:pt>
  </dgm:ptLst>
  <dgm:cxnLst>
    <dgm:cxn modelId="{C85EB70F-2557-40DB-83FA-38C3C0104984}" type="presOf" srcId="{8FDA9F3A-DBC8-4D80-91D1-44001CC629BD}" destId="{A4B333B4-6A25-402D-B2CF-9361819AA25B}" srcOrd="0" destOrd="0" presId="urn:microsoft.com/office/officeart/2005/8/layout/StepDownProcess"/>
    <dgm:cxn modelId="{6DEB6C25-3BE1-4915-848B-8C2AE1425624}" type="presOf" srcId="{C104F136-887D-44C3-BD49-A746D5CFC6CA}" destId="{6683C5AE-2985-4205-B4AA-E79D0781D8D9}" srcOrd="0" destOrd="0" presId="urn:microsoft.com/office/officeart/2005/8/layout/StepDownProcess"/>
    <dgm:cxn modelId="{E9B3372C-4351-467F-A342-DD765931E77F}" type="presOf" srcId="{EA549D8B-9870-4D27-8100-138D9A8BF685}" destId="{1AD3270F-2651-4B7E-9233-9BAB12173DA9}" srcOrd="0" destOrd="0" presId="urn:microsoft.com/office/officeart/2005/8/layout/StepDownProcess"/>
    <dgm:cxn modelId="{F3C57C35-DB60-4AD0-8CBD-5EA1A74A91EB}" srcId="{B3AE9517-92D5-4AC8-AF2E-366A52F63881}" destId="{8B71FCB9-C27E-4FBD-898B-B7EEE7866574}" srcOrd="1" destOrd="0" parTransId="{11EC9560-7B13-4C6C-95DC-181628C78AB0}" sibTransId="{18E20B9A-26CC-4F80-A57A-1AD7D6271846}"/>
    <dgm:cxn modelId="{1854DF35-062C-4187-8359-05A4A8C75440}" type="presOf" srcId="{B3AE9517-92D5-4AC8-AF2E-366A52F63881}" destId="{CBED1868-1CEB-4722-BF6B-20E941CAEB1E}" srcOrd="0" destOrd="0" presId="urn:microsoft.com/office/officeart/2005/8/layout/StepDownProcess"/>
    <dgm:cxn modelId="{700DC245-7CFB-4917-A998-97968500E423}" type="presOf" srcId="{8447F0B8-934C-4745-AACC-28BADF0FAD38}" destId="{0B34965D-8678-40FC-9E7B-720B8CB93FA9}" srcOrd="0" destOrd="0" presId="urn:microsoft.com/office/officeart/2005/8/layout/StepDownProcess"/>
    <dgm:cxn modelId="{7088F748-35F1-4620-B8FA-8E77E02EDC3E}" type="presOf" srcId="{52701718-D353-4689-895C-6F0F17F6E1AA}" destId="{A058A63D-5278-4125-A472-C0D846A4F1FC}" srcOrd="0" destOrd="0" presId="urn:microsoft.com/office/officeart/2005/8/layout/StepDownProcess"/>
    <dgm:cxn modelId="{8C4C206F-591C-48E4-B62B-B7E3D3F14604}" srcId="{B3AE9517-92D5-4AC8-AF2E-366A52F63881}" destId="{52701718-D353-4689-895C-6F0F17F6E1AA}" srcOrd="3" destOrd="0" parTransId="{9C711979-46EB-48DC-A9CB-DC8903F61A08}" sibTransId="{7CA847FC-39D0-4E61-91CA-53D87D0D355E}"/>
    <dgm:cxn modelId="{DCD6CB76-F783-424B-BF28-81D21176BC16}" srcId="{B3AE9517-92D5-4AC8-AF2E-366A52F63881}" destId="{EA549D8B-9870-4D27-8100-138D9A8BF685}" srcOrd="0" destOrd="0" parTransId="{E9B2110B-460D-4384-B4BD-2D926EB2121C}" sibTransId="{D3AD5CD2-657D-472D-94B1-D73129451B76}"/>
    <dgm:cxn modelId="{98EF26A4-4F0C-472A-AB1B-4AC7120720A7}" srcId="{B3AE9517-92D5-4AC8-AF2E-366A52F63881}" destId="{C104F136-887D-44C3-BD49-A746D5CFC6CA}" srcOrd="6" destOrd="0" parTransId="{DF03C995-E193-4F2A-88B3-7117285FD65D}" sibTransId="{B014517E-851E-455E-99EA-E2F65FC2211C}"/>
    <dgm:cxn modelId="{0B2CEBA9-2131-40F8-BDA0-5D96B3C2F670}" type="presOf" srcId="{D989B1B5-7502-457C-ABA7-28440397F188}" destId="{A0095F5A-06DD-44B5-BF86-718FD8913495}" srcOrd="0" destOrd="0" presId="urn:microsoft.com/office/officeart/2005/8/layout/StepDownProcess"/>
    <dgm:cxn modelId="{B7386FDE-1919-45A9-8FC1-473AEF2A974B}" srcId="{B3AE9517-92D5-4AC8-AF2E-366A52F63881}" destId="{D989B1B5-7502-457C-ABA7-28440397F188}" srcOrd="4" destOrd="0" parTransId="{9DDB7A4E-94A8-4BD4-9DA0-5DB14B8716ED}" sibTransId="{97B4BB41-D426-45AA-9D89-2DF397811CFF}"/>
    <dgm:cxn modelId="{950307E9-3995-4D7C-AA91-1FE967499E5C}" srcId="{B3AE9517-92D5-4AC8-AF2E-366A52F63881}" destId="{8FDA9F3A-DBC8-4D80-91D1-44001CC629BD}" srcOrd="5" destOrd="0" parTransId="{51B9F228-80AD-400C-A6AA-45D0A2A8B0A8}" sibTransId="{EF5C0E20-5296-4900-A3F2-EA8B50641BB6}"/>
    <dgm:cxn modelId="{344450E9-D48B-45E3-9D70-AD7F9805FEB9}" type="presOf" srcId="{8B71FCB9-C27E-4FBD-898B-B7EEE7866574}" destId="{66F5725D-CCC5-445D-BF02-F02B71828F44}" srcOrd="0" destOrd="0" presId="urn:microsoft.com/office/officeart/2005/8/layout/StepDownProcess"/>
    <dgm:cxn modelId="{1414DCF0-D105-473F-AD28-D887E7C47EFA}" srcId="{B3AE9517-92D5-4AC8-AF2E-366A52F63881}" destId="{8447F0B8-934C-4745-AACC-28BADF0FAD38}" srcOrd="2" destOrd="0" parTransId="{98D449A6-2A0D-43A8-A495-096EE0720CCF}" sibTransId="{BC6F82A4-5602-4505-BD64-52537AF86805}"/>
    <dgm:cxn modelId="{5B484891-856E-4C15-BB56-C18ED0C7B51A}" type="presParOf" srcId="{CBED1868-1CEB-4722-BF6B-20E941CAEB1E}" destId="{7481EFD2-3593-4D7F-94F2-C384E094A05C}" srcOrd="0" destOrd="0" presId="urn:microsoft.com/office/officeart/2005/8/layout/StepDownProcess"/>
    <dgm:cxn modelId="{94FCA16A-E655-4F8B-8A19-800F042698AB}" type="presParOf" srcId="{7481EFD2-3593-4D7F-94F2-C384E094A05C}" destId="{ACDF89F3-FDB2-43E9-8A75-14EE429E830C}" srcOrd="0" destOrd="0" presId="urn:microsoft.com/office/officeart/2005/8/layout/StepDownProcess"/>
    <dgm:cxn modelId="{7DE250AA-3D1D-4F80-B83B-5B2B88F9CF28}" type="presParOf" srcId="{7481EFD2-3593-4D7F-94F2-C384E094A05C}" destId="{1AD3270F-2651-4B7E-9233-9BAB12173DA9}" srcOrd="1" destOrd="0" presId="urn:microsoft.com/office/officeart/2005/8/layout/StepDownProcess"/>
    <dgm:cxn modelId="{EAAEEBC8-5A30-4693-97A1-BC5B5834DAC7}" type="presParOf" srcId="{7481EFD2-3593-4D7F-94F2-C384E094A05C}" destId="{02D2833E-83AB-4AD5-AB3C-5082C2152030}" srcOrd="2" destOrd="0" presId="urn:microsoft.com/office/officeart/2005/8/layout/StepDownProcess"/>
    <dgm:cxn modelId="{E86B9EBE-47B7-4217-9F93-3A66028D92BD}" type="presParOf" srcId="{CBED1868-1CEB-4722-BF6B-20E941CAEB1E}" destId="{81F7C951-E052-4B4C-8934-9978434D9C6D}" srcOrd="1" destOrd="0" presId="urn:microsoft.com/office/officeart/2005/8/layout/StepDownProcess"/>
    <dgm:cxn modelId="{FE65E3FD-885B-4C69-8D88-78D58A7D2EB1}" type="presParOf" srcId="{CBED1868-1CEB-4722-BF6B-20E941CAEB1E}" destId="{990A999D-EA7A-4C1A-A70D-47DDD7A8DC91}" srcOrd="2" destOrd="0" presId="urn:microsoft.com/office/officeart/2005/8/layout/StepDownProcess"/>
    <dgm:cxn modelId="{3857E6A3-38DF-4848-A15A-7F29F37EB38F}" type="presParOf" srcId="{990A999D-EA7A-4C1A-A70D-47DDD7A8DC91}" destId="{823E66D2-5EAD-47DE-A91B-7F2880795AF5}" srcOrd="0" destOrd="0" presId="urn:microsoft.com/office/officeart/2005/8/layout/StepDownProcess"/>
    <dgm:cxn modelId="{B2611F6B-B96B-4F23-B720-C902B7729FFA}" type="presParOf" srcId="{990A999D-EA7A-4C1A-A70D-47DDD7A8DC91}" destId="{66F5725D-CCC5-445D-BF02-F02B71828F44}" srcOrd="1" destOrd="0" presId="urn:microsoft.com/office/officeart/2005/8/layout/StepDownProcess"/>
    <dgm:cxn modelId="{C8B9D97C-98D3-4E62-8CB3-A01CAAF4A49F}" type="presParOf" srcId="{990A999D-EA7A-4C1A-A70D-47DDD7A8DC91}" destId="{0591F2A4-0D7D-42A9-967A-5D78283D2486}" srcOrd="2" destOrd="0" presId="urn:microsoft.com/office/officeart/2005/8/layout/StepDownProcess"/>
    <dgm:cxn modelId="{BECEC7FE-BA14-4068-8A12-B66AA3F07CC4}" type="presParOf" srcId="{CBED1868-1CEB-4722-BF6B-20E941CAEB1E}" destId="{C6C24A1F-F742-487A-8812-3F1FB95D9C28}" srcOrd="3" destOrd="0" presId="urn:microsoft.com/office/officeart/2005/8/layout/StepDownProcess"/>
    <dgm:cxn modelId="{6E549044-DBE2-44D5-BA3C-58A9112116A9}" type="presParOf" srcId="{CBED1868-1CEB-4722-BF6B-20E941CAEB1E}" destId="{AB2BE671-F750-4112-A763-C63CF7922734}" srcOrd="4" destOrd="0" presId="urn:microsoft.com/office/officeart/2005/8/layout/StepDownProcess"/>
    <dgm:cxn modelId="{7BCEC565-19D8-44D1-BFCF-27AA05DAADA3}" type="presParOf" srcId="{AB2BE671-F750-4112-A763-C63CF7922734}" destId="{C515244D-3DFD-42D8-9F60-591891901886}" srcOrd="0" destOrd="0" presId="urn:microsoft.com/office/officeart/2005/8/layout/StepDownProcess"/>
    <dgm:cxn modelId="{CF24F817-9329-4435-9C38-55CBD3F87382}" type="presParOf" srcId="{AB2BE671-F750-4112-A763-C63CF7922734}" destId="{0B34965D-8678-40FC-9E7B-720B8CB93FA9}" srcOrd="1" destOrd="0" presId="urn:microsoft.com/office/officeart/2005/8/layout/StepDownProcess"/>
    <dgm:cxn modelId="{A6389CE5-78D7-457B-9D99-995AFE20C281}" type="presParOf" srcId="{AB2BE671-F750-4112-A763-C63CF7922734}" destId="{74A7F141-D20C-4648-AFE2-13B6212C4491}" srcOrd="2" destOrd="0" presId="urn:microsoft.com/office/officeart/2005/8/layout/StepDownProcess"/>
    <dgm:cxn modelId="{6F4B75DC-2EA9-45F6-837D-A504014B6E83}" type="presParOf" srcId="{CBED1868-1CEB-4722-BF6B-20E941CAEB1E}" destId="{7663B429-04A0-4700-8AAF-A8D79C39388E}" srcOrd="5" destOrd="0" presId="urn:microsoft.com/office/officeart/2005/8/layout/StepDownProcess"/>
    <dgm:cxn modelId="{F9528928-1209-41B7-80FA-FFAFF9F1A6B9}" type="presParOf" srcId="{CBED1868-1CEB-4722-BF6B-20E941CAEB1E}" destId="{3020994F-F93D-4B55-90C7-FFC4F96E3153}" srcOrd="6" destOrd="0" presId="urn:microsoft.com/office/officeart/2005/8/layout/StepDownProcess"/>
    <dgm:cxn modelId="{EE1B3AE2-3CAF-447B-9188-594728D01F9F}" type="presParOf" srcId="{3020994F-F93D-4B55-90C7-FFC4F96E3153}" destId="{9A30A3E3-F2E0-49F4-894B-3DE785DDA9EC}" srcOrd="0" destOrd="0" presId="urn:microsoft.com/office/officeart/2005/8/layout/StepDownProcess"/>
    <dgm:cxn modelId="{45AA97B1-37CA-42DD-BF5F-7B2C7BAF0059}" type="presParOf" srcId="{3020994F-F93D-4B55-90C7-FFC4F96E3153}" destId="{A058A63D-5278-4125-A472-C0D846A4F1FC}" srcOrd="1" destOrd="0" presId="urn:microsoft.com/office/officeart/2005/8/layout/StepDownProcess"/>
    <dgm:cxn modelId="{0FEA9C34-7059-43BC-883F-214FDC178A57}" type="presParOf" srcId="{3020994F-F93D-4B55-90C7-FFC4F96E3153}" destId="{25C29B61-FFC3-4B46-B164-D39209DD6627}" srcOrd="2" destOrd="0" presId="urn:microsoft.com/office/officeart/2005/8/layout/StepDownProcess"/>
    <dgm:cxn modelId="{E86D4659-5081-4621-BA47-F5F88C26977D}" type="presParOf" srcId="{CBED1868-1CEB-4722-BF6B-20E941CAEB1E}" destId="{56D499B9-5740-4D2E-B62D-D96DDF76AF9F}" srcOrd="7" destOrd="0" presId="urn:microsoft.com/office/officeart/2005/8/layout/StepDownProcess"/>
    <dgm:cxn modelId="{C55CF3B8-B24B-4FC2-B577-26E0C7219160}" type="presParOf" srcId="{CBED1868-1CEB-4722-BF6B-20E941CAEB1E}" destId="{EB1F87F8-080C-4F7F-A7E6-35334DC5227D}" srcOrd="8" destOrd="0" presId="urn:microsoft.com/office/officeart/2005/8/layout/StepDownProcess"/>
    <dgm:cxn modelId="{72D4F526-57F8-439D-85BF-329E718A69F1}" type="presParOf" srcId="{EB1F87F8-080C-4F7F-A7E6-35334DC5227D}" destId="{AB2D0F4A-B178-4308-A4A8-8854CE4B8885}" srcOrd="0" destOrd="0" presId="urn:microsoft.com/office/officeart/2005/8/layout/StepDownProcess"/>
    <dgm:cxn modelId="{D09DE515-ECDD-42A3-8C43-2CE21E84F452}" type="presParOf" srcId="{EB1F87F8-080C-4F7F-A7E6-35334DC5227D}" destId="{A0095F5A-06DD-44B5-BF86-718FD8913495}" srcOrd="1" destOrd="0" presId="urn:microsoft.com/office/officeart/2005/8/layout/StepDownProcess"/>
    <dgm:cxn modelId="{5375594E-5A41-4717-8BDB-E438583A1F1E}" type="presParOf" srcId="{EB1F87F8-080C-4F7F-A7E6-35334DC5227D}" destId="{7DFE93CD-4B5A-4257-B28E-D4799431F59C}" srcOrd="2" destOrd="0" presId="urn:microsoft.com/office/officeart/2005/8/layout/StepDownProcess"/>
    <dgm:cxn modelId="{D0352881-641C-48D7-84F9-34E661795878}" type="presParOf" srcId="{CBED1868-1CEB-4722-BF6B-20E941CAEB1E}" destId="{CF18CD6B-91E8-46AA-9BB8-C5E13BD51DAA}" srcOrd="9" destOrd="0" presId="urn:microsoft.com/office/officeart/2005/8/layout/StepDownProcess"/>
    <dgm:cxn modelId="{777CC72A-6D93-42BD-970E-56923953BA97}" type="presParOf" srcId="{CBED1868-1CEB-4722-BF6B-20E941CAEB1E}" destId="{ADA41C56-EE77-4E39-BE68-EBB782E370A4}" srcOrd="10" destOrd="0" presId="urn:microsoft.com/office/officeart/2005/8/layout/StepDownProcess"/>
    <dgm:cxn modelId="{F8E060A8-A91E-4A07-932A-2363F739710F}" type="presParOf" srcId="{ADA41C56-EE77-4E39-BE68-EBB782E370A4}" destId="{52007660-4DC4-4789-A347-920AF9BE613E}" srcOrd="0" destOrd="0" presId="urn:microsoft.com/office/officeart/2005/8/layout/StepDownProcess"/>
    <dgm:cxn modelId="{1CEE3AE1-592B-4E34-9B65-DB6B03EEB45C}" type="presParOf" srcId="{ADA41C56-EE77-4E39-BE68-EBB782E370A4}" destId="{A4B333B4-6A25-402D-B2CF-9361819AA25B}" srcOrd="1" destOrd="0" presId="urn:microsoft.com/office/officeart/2005/8/layout/StepDownProcess"/>
    <dgm:cxn modelId="{E0E457F1-E259-42F6-9E54-094316AC29A9}" type="presParOf" srcId="{ADA41C56-EE77-4E39-BE68-EBB782E370A4}" destId="{B7E7ABD9-3DDC-4638-840A-51829AA7C10A}" srcOrd="2" destOrd="0" presId="urn:microsoft.com/office/officeart/2005/8/layout/StepDownProcess"/>
    <dgm:cxn modelId="{AF92DDE0-5AFC-441C-99F1-CEADD4A76751}" type="presParOf" srcId="{CBED1868-1CEB-4722-BF6B-20E941CAEB1E}" destId="{5C11F4A1-255F-4F61-8D0F-11D065419E3B}" srcOrd="11" destOrd="0" presId="urn:microsoft.com/office/officeart/2005/8/layout/StepDownProcess"/>
    <dgm:cxn modelId="{9894B342-92E5-4950-BB63-CA577040DF68}" type="presParOf" srcId="{CBED1868-1CEB-4722-BF6B-20E941CAEB1E}" destId="{F81535B6-1492-4449-A18D-BA2F3F56B120}" srcOrd="12" destOrd="0" presId="urn:microsoft.com/office/officeart/2005/8/layout/StepDownProcess"/>
    <dgm:cxn modelId="{537BC75B-D062-407A-8650-77387398EA19}" type="presParOf" srcId="{F81535B6-1492-4449-A18D-BA2F3F56B120}" destId="{6683C5AE-2985-4205-B4AA-E79D0781D8D9}" srcOrd="0" destOrd="0" presId="urn:microsoft.com/office/officeart/2005/8/layout/StepDown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2E1E82F-016A-46EF-A140-17BCBBF5401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6F101454-E834-4DF3-8889-D1102258B907}">
      <dgm:prSet phldrT="[Text]" custT="1"/>
      <dgm:spPr>
        <a:solidFill>
          <a:srgbClr val="002060"/>
        </a:solidFill>
      </dgm:spPr>
      <dgm:t>
        <a:bodyPr/>
        <a:lstStyle/>
        <a:p>
          <a:pPr>
            <a:buClrTx/>
            <a:buSzTx/>
            <a:buFontTx/>
            <a:buNone/>
          </a:pPr>
          <a:r>
            <a:rPr kumimoji="0" lang="en-US" sz="2400" b="1" i="0" u="none" strike="noStrike" cap="none" normalizeH="0" baseline="0" dirty="0">
              <a:ln>
                <a:noFill/>
              </a:ln>
              <a:solidFill>
                <a:schemeClr val="bg1"/>
              </a:solidFill>
              <a:effectLst/>
              <a:latin typeface="Arial" panose="020B0604020202020204" pitchFamily="34" charset="0"/>
            </a:rPr>
            <a:t>Difference between Passive Voice and Past Tense </a:t>
          </a:r>
          <a:r>
            <a:rPr kumimoji="0" lang="en-US" sz="2400" b="1" i="0" u="none" strike="noStrike" cap="none" normalizeH="0" baseline="0" dirty="0">
              <a:ln>
                <a:noFill/>
              </a:ln>
              <a:solidFill>
                <a:schemeClr val="bg1"/>
              </a:solidFill>
              <a:effectLst/>
              <a:latin typeface="Arial" panose="020B0604020202020204" pitchFamily="34" charset="0"/>
              <a:hlinkClick xmlns:r="http://schemas.openxmlformats.org/officeDocument/2006/relationships" r:id="rId1">
                <a:extLst>
                  <a:ext uri="{A12FA001-AC4F-418D-AE19-62706E023703}">
                    <ahyp:hlinkClr xmlns:ahyp="http://schemas.microsoft.com/office/drawing/2018/hyperlinkcolor" val="tx"/>
                  </a:ext>
                </a:extLst>
              </a:hlinkClick>
            </a:rPr>
            <a:t>^</a:t>
          </a:r>
          <a:r>
            <a:rPr kumimoji="0" lang="en-US" sz="2400" b="1" i="0" u="none" strike="noStrike" cap="none" normalizeH="0" baseline="0" dirty="0">
              <a:ln>
                <a:noFill/>
              </a:ln>
              <a:solidFill>
                <a:schemeClr val="bg1"/>
              </a:solidFill>
              <a:effectLst/>
              <a:latin typeface="Arial" panose="020B0604020202020204" pitchFamily="34" charset="0"/>
            </a:rPr>
            <a:t> </a:t>
          </a:r>
          <a:r>
            <a:rPr kumimoji="0" lang="en-US" sz="2400" b="0" i="0" u="none" strike="noStrike" cap="none" normalizeH="0" baseline="0" dirty="0">
              <a:ln>
                <a:noFill/>
              </a:ln>
              <a:solidFill>
                <a:schemeClr val="bg1"/>
              </a:solidFill>
              <a:effectLst/>
              <a:latin typeface="Arial" panose="020B0604020202020204" pitchFamily="34" charset="0"/>
            </a:rPr>
            <a:t>Many people confuse the </a:t>
          </a:r>
          <a:r>
            <a:rPr kumimoji="0" lang="en-US" sz="2400" b="1" i="0" u="none" strike="noStrike" cap="none" normalizeH="0" baseline="0" dirty="0">
              <a:ln>
                <a:noFill/>
              </a:ln>
              <a:solidFill>
                <a:schemeClr val="bg1"/>
              </a:solidFill>
              <a:effectLst/>
              <a:latin typeface="Arial" panose="020B0604020202020204" pitchFamily="34" charset="0"/>
            </a:rPr>
            <a:t>passive voice</a:t>
          </a:r>
          <a:r>
            <a:rPr kumimoji="0" lang="en-US" sz="2400" b="0" i="0" u="none" strike="noStrike" cap="none" normalizeH="0" baseline="0" dirty="0">
              <a:ln>
                <a:noFill/>
              </a:ln>
              <a:solidFill>
                <a:schemeClr val="bg1"/>
              </a:solidFill>
              <a:effectLst/>
              <a:latin typeface="Arial" panose="020B0604020202020204" pitchFamily="34" charset="0"/>
            </a:rPr>
            <a:t> with the </a:t>
          </a:r>
          <a:r>
            <a:rPr kumimoji="0" lang="en-US" sz="2400" b="1" i="0" u="none" strike="noStrike" cap="none" normalizeH="0" baseline="0" dirty="0">
              <a:ln>
                <a:noFill/>
              </a:ln>
              <a:solidFill>
                <a:schemeClr val="bg1"/>
              </a:solidFill>
              <a:effectLst/>
              <a:latin typeface="Arial" panose="020B0604020202020204" pitchFamily="34" charset="0"/>
            </a:rPr>
            <a:t>past tense</a:t>
          </a:r>
          <a:r>
            <a:rPr kumimoji="0" lang="en-US" sz="2400" b="0" i="0" u="none" strike="noStrike" cap="none" normalizeH="0" baseline="0" dirty="0">
              <a:ln>
                <a:noFill/>
              </a:ln>
              <a:solidFill>
                <a:schemeClr val="bg1"/>
              </a:solidFill>
              <a:effectLst/>
              <a:latin typeface="Arial" panose="020B0604020202020204" pitchFamily="34" charset="0"/>
            </a:rPr>
            <a:t>. The </a:t>
          </a:r>
          <a:r>
            <a:rPr kumimoji="0" lang="en-US" sz="2400" b="0" i="0" u="none" strike="noStrike" cap="none" normalizeH="0" baseline="0">
              <a:ln>
                <a:noFill/>
              </a:ln>
              <a:solidFill>
                <a:schemeClr val="bg1"/>
              </a:solidFill>
              <a:effectLst/>
              <a:latin typeface="Arial" panose="020B0604020202020204" pitchFamily="34" charset="0"/>
            </a:rPr>
            <a:t>most common passive</a:t>
          </a:r>
          <a:r>
            <a:rPr kumimoji="0" lang="en-US" sz="2400" b="0" i="0" u="none" strike="noStrike" cap="none" normalizeH="0">
              <a:ln>
                <a:noFill/>
              </a:ln>
              <a:solidFill>
                <a:schemeClr val="bg1"/>
              </a:solidFill>
              <a:effectLst/>
              <a:latin typeface="Arial" panose="020B0604020202020204" pitchFamily="34" charset="0"/>
            </a:rPr>
            <a:t> </a:t>
          </a:r>
          <a:r>
            <a:rPr kumimoji="0" lang="en-US" sz="2400" b="0" i="0" u="none" strike="noStrike" cap="none" normalizeH="0" baseline="0">
              <a:ln>
                <a:noFill/>
              </a:ln>
              <a:solidFill>
                <a:schemeClr val="bg1"/>
              </a:solidFill>
              <a:effectLst/>
              <a:latin typeface="Arial" panose="020B0604020202020204" pitchFamily="34" charset="0"/>
            </a:rPr>
            <a:t>constructions also happen to be past tense (</a:t>
          </a:r>
          <a:r>
            <a:rPr kumimoji="0" lang="en-US" sz="2400" b="0" i="1" u="none" strike="noStrike" cap="none" normalizeH="0" baseline="0">
              <a:ln>
                <a:noFill/>
              </a:ln>
              <a:solidFill>
                <a:schemeClr val="bg1"/>
              </a:solidFill>
              <a:effectLst/>
              <a:latin typeface="Arial" panose="020B0604020202020204" pitchFamily="34" charset="0"/>
            </a:rPr>
            <a:t>e.g.</a:t>
          </a:r>
          <a:r>
            <a:rPr kumimoji="0" lang="en-US" sz="2400" b="0" i="0" u="none" strike="noStrike" cap="none" normalizeH="0" baseline="0">
              <a:ln>
                <a:noFill/>
              </a:ln>
              <a:solidFill>
                <a:schemeClr val="bg1"/>
              </a:solidFill>
              <a:effectLst/>
              <a:latin typeface="Arial" panose="020B0604020202020204" pitchFamily="34" charset="0"/>
            </a:rPr>
            <a:t> “I’ve been framed”), but “voice” has to do with </a:t>
          </a:r>
          <a:r>
            <a:rPr kumimoji="0" lang="en-US" sz="2400" b="1" i="0" u="none" strike="noStrike" cap="none" normalizeH="0" baseline="0">
              <a:ln>
                <a:noFill/>
              </a:ln>
              <a:solidFill>
                <a:schemeClr val="bg1"/>
              </a:solidFill>
              <a:effectLst/>
              <a:latin typeface="Arial" panose="020B0604020202020204" pitchFamily="34" charset="0"/>
            </a:rPr>
            <a:t>who</a:t>
          </a:r>
          <a:r>
            <a:rPr kumimoji="0" lang="en-US" sz="2400" b="0" i="0" u="none" strike="noStrike" cap="none" normalizeH="0" baseline="0">
              <a:ln>
                <a:noFill/>
              </a:ln>
              <a:solidFill>
                <a:schemeClr val="bg1"/>
              </a:solidFill>
              <a:effectLst/>
              <a:latin typeface="Arial" panose="020B0604020202020204" pitchFamily="34" charset="0"/>
            </a:rPr>
            <a:t>, while “tense” has to do with </a:t>
          </a:r>
          <a:r>
            <a:rPr kumimoji="0" lang="en-US" sz="2400" b="1" i="0" u="none" strike="noStrike" cap="none" normalizeH="0" baseline="0">
              <a:ln>
                <a:noFill/>
              </a:ln>
              <a:solidFill>
                <a:schemeClr val="bg1"/>
              </a:solidFill>
              <a:effectLst/>
              <a:latin typeface="Arial" panose="020B0604020202020204" pitchFamily="34" charset="0"/>
            </a:rPr>
            <a:t>when</a:t>
          </a:r>
          <a:r>
            <a:rPr kumimoji="0" lang="en-US" sz="2400" b="0" i="0" u="none" strike="noStrike" cap="none" normalizeH="0" baseline="0">
              <a:ln>
                <a:noFill/>
              </a:ln>
              <a:solidFill>
                <a:schemeClr val="bg1"/>
              </a:solidFill>
              <a:effectLst/>
              <a:latin typeface="Arial" panose="020B0604020202020204" pitchFamily="34" charset="0"/>
            </a:rPr>
            <a:t>.</a:t>
          </a:r>
          <a:endParaRPr lang="en-IN" sz="2400" dirty="0">
            <a:solidFill>
              <a:schemeClr val="bg1"/>
            </a:solidFill>
          </a:endParaRPr>
        </a:p>
      </dgm:t>
    </dgm:pt>
    <dgm:pt modelId="{07827083-E2D9-4EF1-A5F2-D377A4F30C6D}" type="parTrans" cxnId="{EE8EE73A-0AF4-4C9D-B907-F3990E74B61E}">
      <dgm:prSet/>
      <dgm:spPr/>
      <dgm:t>
        <a:bodyPr/>
        <a:lstStyle/>
        <a:p>
          <a:endParaRPr lang="en-IN"/>
        </a:p>
      </dgm:t>
    </dgm:pt>
    <dgm:pt modelId="{D43E446C-8CEC-49F0-B8B2-373CFC2AECB4}" type="sibTrans" cxnId="{EE8EE73A-0AF4-4C9D-B907-F3990E74B61E}">
      <dgm:prSet/>
      <dgm:spPr/>
      <dgm:t>
        <a:bodyPr/>
        <a:lstStyle/>
        <a:p>
          <a:endParaRPr lang="en-IN"/>
        </a:p>
      </dgm:t>
    </dgm:pt>
    <dgm:pt modelId="{DE42E4C7-83A9-4D1D-A0DB-031596730679}" type="pres">
      <dgm:prSet presAssocID="{42E1E82F-016A-46EF-A140-17BCBBF54014}" presName="linear" presStyleCnt="0">
        <dgm:presLayoutVars>
          <dgm:dir/>
          <dgm:animLvl val="lvl"/>
          <dgm:resizeHandles val="exact"/>
        </dgm:presLayoutVars>
      </dgm:prSet>
      <dgm:spPr/>
    </dgm:pt>
    <dgm:pt modelId="{5519FCB2-7A88-4E22-A25D-0DB2A975C737}" type="pres">
      <dgm:prSet presAssocID="{6F101454-E834-4DF3-8889-D1102258B907}" presName="parentLin" presStyleCnt="0"/>
      <dgm:spPr/>
    </dgm:pt>
    <dgm:pt modelId="{3A09931C-2C49-41B4-A6F9-3D581CC1EA70}" type="pres">
      <dgm:prSet presAssocID="{6F101454-E834-4DF3-8889-D1102258B907}" presName="parentLeftMargin" presStyleLbl="node1" presStyleIdx="0" presStyleCnt="1"/>
      <dgm:spPr/>
    </dgm:pt>
    <dgm:pt modelId="{658D3BC2-0AD1-4831-9DB3-E2A2358EA661}" type="pres">
      <dgm:prSet presAssocID="{6F101454-E834-4DF3-8889-D1102258B907}" presName="parentText" presStyleLbl="node1" presStyleIdx="0" presStyleCnt="1" custScaleX="714460" custLinFactY="-15933" custLinFactNeighborX="515" custLinFactNeighborY="-100000">
        <dgm:presLayoutVars>
          <dgm:chMax val="0"/>
          <dgm:bulletEnabled val="1"/>
        </dgm:presLayoutVars>
      </dgm:prSet>
      <dgm:spPr/>
    </dgm:pt>
    <dgm:pt modelId="{06629BD2-21EC-4E62-8416-361F928C06B7}" type="pres">
      <dgm:prSet presAssocID="{6F101454-E834-4DF3-8889-D1102258B907}" presName="negativeSpace" presStyleCnt="0"/>
      <dgm:spPr/>
    </dgm:pt>
    <dgm:pt modelId="{6D908EEC-D67D-4313-B0F0-F1B66A032983}" type="pres">
      <dgm:prSet presAssocID="{6F101454-E834-4DF3-8889-D1102258B907}" presName="childText" presStyleLbl="conFgAcc1" presStyleIdx="0" presStyleCnt="1">
        <dgm:presLayoutVars>
          <dgm:bulletEnabled val="1"/>
        </dgm:presLayoutVars>
      </dgm:prSet>
      <dgm:spPr/>
    </dgm:pt>
  </dgm:ptLst>
  <dgm:cxnLst>
    <dgm:cxn modelId="{EE8EE73A-0AF4-4C9D-B907-F3990E74B61E}" srcId="{42E1E82F-016A-46EF-A140-17BCBBF54014}" destId="{6F101454-E834-4DF3-8889-D1102258B907}" srcOrd="0" destOrd="0" parTransId="{07827083-E2D9-4EF1-A5F2-D377A4F30C6D}" sibTransId="{D43E446C-8CEC-49F0-B8B2-373CFC2AECB4}"/>
    <dgm:cxn modelId="{D407FF6B-1A5B-4409-826E-5F9C1C816EA1}" type="presOf" srcId="{6F101454-E834-4DF3-8889-D1102258B907}" destId="{3A09931C-2C49-41B4-A6F9-3D581CC1EA70}" srcOrd="0" destOrd="0" presId="urn:microsoft.com/office/officeart/2005/8/layout/list1"/>
    <dgm:cxn modelId="{94213F70-F8CB-453E-BFAA-DBAF309E2A19}" type="presOf" srcId="{42E1E82F-016A-46EF-A140-17BCBBF54014}" destId="{DE42E4C7-83A9-4D1D-A0DB-031596730679}" srcOrd="0" destOrd="0" presId="urn:microsoft.com/office/officeart/2005/8/layout/list1"/>
    <dgm:cxn modelId="{AA18ACC9-F141-4B21-93A2-B93615D4DDBD}" type="presOf" srcId="{6F101454-E834-4DF3-8889-D1102258B907}" destId="{658D3BC2-0AD1-4831-9DB3-E2A2358EA661}" srcOrd="1" destOrd="0" presId="urn:microsoft.com/office/officeart/2005/8/layout/list1"/>
    <dgm:cxn modelId="{06D13713-C4F5-4A42-9686-CBA054185472}" type="presParOf" srcId="{DE42E4C7-83A9-4D1D-A0DB-031596730679}" destId="{5519FCB2-7A88-4E22-A25D-0DB2A975C737}" srcOrd="0" destOrd="0" presId="urn:microsoft.com/office/officeart/2005/8/layout/list1"/>
    <dgm:cxn modelId="{F3A92195-BCCF-48CA-99EB-D4E5F9AA8C85}" type="presParOf" srcId="{5519FCB2-7A88-4E22-A25D-0DB2A975C737}" destId="{3A09931C-2C49-41B4-A6F9-3D581CC1EA70}" srcOrd="0" destOrd="0" presId="urn:microsoft.com/office/officeart/2005/8/layout/list1"/>
    <dgm:cxn modelId="{89A13808-9DDD-4C9E-AEB1-562F9C531849}" type="presParOf" srcId="{5519FCB2-7A88-4E22-A25D-0DB2A975C737}" destId="{658D3BC2-0AD1-4831-9DB3-E2A2358EA661}" srcOrd="1" destOrd="0" presId="urn:microsoft.com/office/officeart/2005/8/layout/list1"/>
    <dgm:cxn modelId="{3CA49130-A91C-445A-9E95-72C37D193A97}" type="presParOf" srcId="{DE42E4C7-83A9-4D1D-A0DB-031596730679}" destId="{06629BD2-21EC-4E62-8416-361F928C06B7}" srcOrd="1" destOrd="0" presId="urn:microsoft.com/office/officeart/2005/8/layout/list1"/>
    <dgm:cxn modelId="{26FECCC3-FBB6-4263-BA06-F2892F73276F}" type="presParOf" srcId="{DE42E4C7-83A9-4D1D-A0DB-031596730679}" destId="{6D908EEC-D67D-4313-B0F0-F1B66A032983}"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FAAB850-A220-4983-8CFB-8D8720B35827}"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41BB20ED-186D-440D-9A7F-03CA1CBD03B7}">
      <dgm:prSet phldrT="[Text]" custT="1"/>
      <dgm:spPr/>
      <dgm:t>
        <a:bodyPr/>
        <a:lstStyle/>
        <a:p>
          <a:pPr>
            <a:buClrTx/>
            <a:buSzTx/>
            <a:buFontTx/>
            <a:buNone/>
          </a:pPr>
          <a:r>
            <a:rPr kumimoji="0" lang="en-US" sz="4000" b="1" i="0" u="none" strike="noStrike" cap="none" normalizeH="0" baseline="0" dirty="0">
              <a:ln/>
              <a:solidFill>
                <a:srgbClr val="C00000"/>
              </a:solidFill>
              <a:effectLst/>
              <a:latin typeface="Arial" panose="020B0604020202020204" pitchFamily="34" charset="0"/>
            </a:rPr>
            <a:t>HOW TO FORM PASSIVE</a:t>
          </a:r>
          <a:endParaRPr lang="en-IN" sz="4000" b="1" dirty="0">
            <a:solidFill>
              <a:srgbClr val="C00000"/>
            </a:solidFill>
          </a:endParaRPr>
        </a:p>
      </dgm:t>
    </dgm:pt>
    <dgm:pt modelId="{C6D3C443-E69F-4FD5-A935-F8541F2F73E5}" type="parTrans" cxnId="{2951F99D-DB25-49A0-A7BA-C8098388425C}">
      <dgm:prSet/>
      <dgm:spPr/>
      <dgm:t>
        <a:bodyPr/>
        <a:lstStyle/>
        <a:p>
          <a:endParaRPr lang="en-IN"/>
        </a:p>
      </dgm:t>
    </dgm:pt>
    <dgm:pt modelId="{1FD91FFA-8C4B-4B9B-BCEA-4ECDF2CC5B81}" type="sibTrans" cxnId="{2951F99D-DB25-49A0-A7BA-C8098388425C}">
      <dgm:prSet/>
      <dgm:spPr/>
      <dgm:t>
        <a:bodyPr/>
        <a:lstStyle/>
        <a:p>
          <a:endParaRPr lang="en-IN"/>
        </a:p>
      </dgm:t>
    </dgm:pt>
    <dgm:pt modelId="{FBC4BF8E-0843-4993-9645-59B45C6467F6}">
      <dgm:prSet custT="1"/>
      <dgm:spPr/>
      <dgm:t>
        <a:bodyPr/>
        <a:lstStyle/>
        <a:p>
          <a:r>
            <a:rPr kumimoji="0" lang="en-US" sz="2400" b="1" i="0" u="none" strike="noStrike" cap="none" normalizeH="0" baseline="0" dirty="0">
              <a:ln/>
              <a:effectLst/>
              <a:latin typeface="Arial" panose="020B0604020202020204" pitchFamily="34" charset="0"/>
            </a:rPr>
            <a:t>Subject + finite form of </a:t>
          </a:r>
          <a:r>
            <a:rPr kumimoji="0" lang="en-US" sz="2400" b="1" i="1" u="none" strike="noStrike" cap="none" normalizeH="0" baseline="0" dirty="0">
              <a:ln/>
              <a:effectLst/>
              <a:latin typeface="Arial" panose="020B0604020202020204" pitchFamily="34" charset="0"/>
            </a:rPr>
            <a:t>to be</a:t>
          </a:r>
          <a:r>
            <a:rPr kumimoji="0" lang="en-US" sz="2400" b="1" i="0" u="none" strike="noStrike" cap="none" normalizeH="0" baseline="0" dirty="0">
              <a:ln/>
              <a:effectLst/>
              <a:latin typeface="Arial" panose="020B0604020202020204" pitchFamily="34" charset="0"/>
            </a:rPr>
            <a:t> + Past Participle (3rd column of irregular verbs)</a:t>
          </a:r>
        </a:p>
      </dgm:t>
    </dgm:pt>
    <dgm:pt modelId="{0DF66EA8-B017-4A24-9929-B093DDB2C538}" type="parTrans" cxnId="{942474EF-BDEC-4A3D-9E00-9C1EF18BF15E}">
      <dgm:prSet/>
      <dgm:spPr/>
      <dgm:t>
        <a:bodyPr/>
        <a:lstStyle/>
        <a:p>
          <a:endParaRPr lang="en-IN"/>
        </a:p>
      </dgm:t>
    </dgm:pt>
    <dgm:pt modelId="{FF23B17F-9893-40D1-81DB-DF47EF0FA8E7}" type="sibTrans" cxnId="{942474EF-BDEC-4A3D-9E00-9C1EF18BF15E}">
      <dgm:prSet/>
      <dgm:spPr/>
      <dgm:t>
        <a:bodyPr/>
        <a:lstStyle/>
        <a:p>
          <a:endParaRPr lang="en-IN"/>
        </a:p>
      </dgm:t>
    </dgm:pt>
    <dgm:pt modelId="{6132E5CB-6A8D-4718-B613-E8AFD078BB70}">
      <dgm:prSet custT="1"/>
      <dgm:spPr/>
      <dgm:t>
        <a:bodyPr/>
        <a:lstStyle/>
        <a:p>
          <a:r>
            <a:rPr kumimoji="0" lang="en-US" sz="2400" b="1" i="0" u="none" strike="noStrike" cap="none" normalizeH="0" baseline="0" dirty="0">
              <a:ln/>
              <a:effectLst/>
              <a:latin typeface="Arial" panose="020B0604020202020204" pitchFamily="34" charset="0"/>
            </a:rPr>
            <a:t>Example: A letter was written.</a:t>
          </a:r>
        </a:p>
      </dgm:t>
    </dgm:pt>
    <dgm:pt modelId="{B055C6E2-D8B0-4194-ADC9-62C2DBB9B977}" type="parTrans" cxnId="{23773B75-FB32-44AD-BA9C-07DB9F0DD90F}">
      <dgm:prSet/>
      <dgm:spPr/>
      <dgm:t>
        <a:bodyPr/>
        <a:lstStyle/>
        <a:p>
          <a:endParaRPr lang="en-IN"/>
        </a:p>
      </dgm:t>
    </dgm:pt>
    <dgm:pt modelId="{4E95A2AB-7EEB-4987-A0E6-22B476007E8F}" type="sibTrans" cxnId="{23773B75-FB32-44AD-BA9C-07DB9F0DD90F}">
      <dgm:prSet/>
      <dgm:spPr/>
      <dgm:t>
        <a:bodyPr/>
        <a:lstStyle/>
        <a:p>
          <a:endParaRPr lang="en-IN"/>
        </a:p>
      </dgm:t>
    </dgm:pt>
    <dgm:pt modelId="{C4C205FB-F1E5-436C-A17C-A3C5AA1DA1A7}">
      <dgm:prSet custT="1"/>
      <dgm:spPr/>
      <dgm:t>
        <a:bodyPr/>
        <a:lstStyle/>
        <a:p>
          <a:r>
            <a:rPr kumimoji="0" lang="en-US" sz="2400" b="1" i="0" u="none" strike="noStrike" cap="none" normalizeH="0" baseline="0" dirty="0">
              <a:ln/>
              <a:effectLst/>
              <a:latin typeface="Arial" panose="020B0604020202020204" pitchFamily="34" charset="0"/>
            </a:rPr>
            <a:t>When rewriting active sentences in passive voice, note the following:</a:t>
          </a:r>
        </a:p>
      </dgm:t>
    </dgm:pt>
    <dgm:pt modelId="{FB117F27-F957-45DA-AC25-7AC2A4F297C8}" type="parTrans" cxnId="{006BA138-B53F-4B0E-BE3A-A262C1FF7DF5}">
      <dgm:prSet/>
      <dgm:spPr/>
      <dgm:t>
        <a:bodyPr/>
        <a:lstStyle/>
        <a:p>
          <a:endParaRPr lang="en-IN"/>
        </a:p>
      </dgm:t>
    </dgm:pt>
    <dgm:pt modelId="{82D300B3-955D-41BC-892C-EBB8A626FC09}" type="sibTrans" cxnId="{006BA138-B53F-4B0E-BE3A-A262C1FF7DF5}">
      <dgm:prSet/>
      <dgm:spPr/>
      <dgm:t>
        <a:bodyPr/>
        <a:lstStyle/>
        <a:p>
          <a:endParaRPr lang="en-IN"/>
        </a:p>
      </dgm:t>
    </dgm:pt>
    <dgm:pt modelId="{A38A1B23-83E7-4760-A60E-12BBCA3847B0}">
      <dgm:prSet custT="1"/>
      <dgm:spPr/>
      <dgm:t>
        <a:bodyPr/>
        <a:lstStyle/>
        <a:p>
          <a:r>
            <a:rPr kumimoji="0" lang="en-US" sz="2400" b="1" i="0" u="none" strike="noStrike" cap="none" normalizeH="0" baseline="0" dirty="0">
              <a:ln/>
              <a:effectLst/>
              <a:latin typeface="Arial" panose="020B0604020202020204" pitchFamily="34" charset="0"/>
            </a:rPr>
            <a:t>1. The object of the active sentence becomes the subject of the passive sentence </a:t>
          </a:r>
        </a:p>
      </dgm:t>
    </dgm:pt>
    <dgm:pt modelId="{CCA5F84D-B2F3-41BB-9E44-18918C2746EE}" type="parTrans" cxnId="{1B03237B-3C3D-49E2-89CB-9CDBA5813BA5}">
      <dgm:prSet/>
      <dgm:spPr/>
      <dgm:t>
        <a:bodyPr/>
        <a:lstStyle/>
        <a:p>
          <a:endParaRPr lang="en-IN"/>
        </a:p>
      </dgm:t>
    </dgm:pt>
    <dgm:pt modelId="{5EF514C0-A262-4F43-93CF-5D5C9F88BF98}" type="sibTrans" cxnId="{1B03237B-3C3D-49E2-89CB-9CDBA5813BA5}">
      <dgm:prSet/>
      <dgm:spPr/>
      <dgm:t>
        <a:bodyPr/>
        <a:lstStyle/>
        <a:p>
          <a:endParaRPr lang="en-IN"/>
        </a:p>
      </dgm:t>
    </dgm:pt>
    <dgm:pt modelId="{BC4BBFDB-A32A-4C87-9818-41D0D2340989}">
      <dgm:prSet custT="1"/>
      <dgm:spPr/>
      <dgm:t>
        <a:bodyPr/>
        <a:lstStyle/>
        <a:p>
          <a:r>
            <a:rPr kumimoji="0" lang="en-US" sz="2400" b="1" i="0" u="none" strike="noStrike" cap="none" normalizeH="0" baseline="0" dirty="0">
              <a:ln/>
              <a:effectLst/>
              <a:latin typeface="Arial" panose="020B0604020202020204" pitchFamily="34" charset="0"/>
            </a:rPr>
            <a:t>2. The finite form of the verb is changed (</a:t>
          </a:r>
          <a:r>
            <a:rPr kumimoji="0" lang="en-US" sz="2400" b="1" i="1" u="none" strike="noStrike" cap="none" normalizeH="0" baseline="0" dirty="0">
              <a:ln/>
              <a:effectLst/>
              <a:latin typeface="Arial" panose="020B0604020202020204" pitchFamily="34" charset="0"/>
            </a:rPr>
            <a:t>to be</a:t>
          </a:r>
          <a:r>
            <a:rPr kumimoji="0" lang="en-US" sz="2400" b="1" i="0" u="none" strike="noStrike" cap="none" normalizeH="0" baseline="0" dirty="0">
              <a:ln/>
              <a:effectLst/>
              <a:latin typeface="Arial" panose="020B0604020202020204" pitchFamily="34" charset="0"/>
            </a:rPr>
            <a:t> + past participle) </a:t>
          </a:r>
        </a:p>
      </dgm:t>
    </dgm:pt>
    <dgm:pt modelId="{ED807064-DDAA-48C0-84F2-1B2B5A938E8D}" type="parTrans" cxnId="{81DD9645-78A3-4E99-A6F5-9D9D33685795}">
      <dgm:prSet/>
      <dgm:spPr/>
      <dgm:t>
        <a:bodyPr/>
        <a:lstStyle/>
        <a:p>
          <a:endParaRPr lang="en-IN"/>
        </a:p>
      </dgm:t>
    </dgm:pt>
    <dgm:pt modelId="{E9E1F693-C323-40E9-8EC6-74C42D6F0E0A}" type="sibTrans" cxnId="{81DD9645-78A3-4E99-A6F5-9D9D33685795}">
      <dgm:prSet/>
      <dgm:spPr/>
      <dgm:t>
        <a:bodyPr/>
        <a:lstStyle/>
        <a:p>
          <a:endParaRPr lang="en-IN"/>
        </a:p>
      </dgm:t>
    </dgm:pt>
    <dgm:pt modelId="{CD602E1D-7BCC-44C3-8D4B-93E73F680EFD}">
      <dgm:prSet custT="1"/>
      <dgm:spPr/>
      <dgm:t>
        <a:bodyPr/>
        <a:lstStyle/>
        <a:p>
          <a:r>
            <a:rPr kumimoji="0" lang="en-US" sz="2400" b="1" i="0" u="none" strike="noStrike" cap="none" normalizeH="0" baseline="0" dirty="0">
              <a:ln/>
              <a:effectLst/>
              <a:latin typeface="Arial" panose="020B0604020202020204" pitchFamily="34" charset="0"/>
            </a:rPr>
            <a:t>3. The subject of the active sentence becomes the object of the passive sentence (or is dropped) </a:t>
          </a:r>
        </a:p>
      </dgm:t>
    </dgm:pt>
    <dgm:pt modelId="{315988BF-84AE-4AA6-B387-45E1D45DF21C}" type="parTrans" cxnId="{2EAADAF2-6FDA-41C2-87F5-A0BE21D1AD07}">
      <dgm:prSet/>
      <dgm:spPr/>
      <dgm:t>
        <a:bodyPr/>
        <a:lstStyle/>
        <a:p>
          <a:endParaRPr lang="en-IN"/>
        </a:p>
      </dgm:t>
    </dgm:pt>
    <dgm:pt modelId="{9F2658C5-6B03-45A8-866B-F9ED7F4C5F55}" type="sibTrans" cxnId="{2EAADAF2-6FDA-41C2-87F5-A0BE21D1AD07}">
      <dgm:prSet/>
      <dgm:spPr/>
      <dgm:t>
        <a:bodyPr/>
        <a:lstStyle/>
        <a:p>
          <a:endParaRPr lang="en-IN"/>
        </a:p>
      </dgm:t>
    </dgm:pt>
    <dgm:pt modelId="{225EECE0-F191-4E84-9D41-8F48AE3ACCBE}" type="pres">
      <dgm:prSet presAssocID="{BFAAB850-A220-4983-8CFB-8D8720B35827}" presName="linear" presStyleCnt="0">
        <dgm:presLayoutVars>
          <dgm:dir/>
          <dgm:animLvl val="lvl"/>
          <dgm:resizeHandles val="exact"/>
        </dgm:presLayoutVars>
      </dgm:prSet>
      <dgm:spPr/>
    </dgm:pt>
    <dgm:pt modelId="{A73C291C-390E-45CA-A316-80EB1957E7B8}" type="pres">
      <dgm:prSet presAssocID="{41BB20ED-186D-440D-9A7F-03CA1CBD03B7}" presName="parentLin" presStyleCnt="0"/>
      <dgm:spPr/>
    </dgm:pt>
    <dgm:pt modelId="{B662A9A9-8200-4EB7-9329-9F72ECAA0AD7}" type="pres">
      <dgm:prSet presAssocID="{41BB20ED-186D-440D-9A7F-03CA1CBD03B7}" presName="parentLeftMargin" presStyleLbl="node1" presStyleIdx="0" presStyleCnt="7"/>
      <dgm:spPr/>
    </dgm:pt>
    <dgm:pt modelId="{9CAF5CE7-F948-48D0-A3BE-2A1EA04217D3}" type="pres">
      <dgm:prSet presAssocID="{41BB20ED-186D-440D-9A7F-03CA1CBD03B7}" presName="parentText" presStyleLbl="node1" presStyleIdx="0" presStyleCnt="7" custScaleX="142857" custLinFactNeighborX="-10221" custLinFactNeighborY="8429">
        <dgm:presLayoutVars>
          <dgm:chMax val="0"/>
          <dgm:bulletEnabled val="1"/>
        </dgm:presLayoutVars>
      </dgm:prSet>
      <dgm:spPr/>
    </dgm:pt>
    <dgm:pt modelId="{C75F8608-F644-47FB-A96D-91F45DEEF960}" type="pres">
      <dgm:prSet presAssocID="{41BB20ED-186D-440D-9A7F-03CA1CBD03B7}" presName="negativeSpace" presStyleCnt="0"/>
      <dgm:spPr/>
    </dgm:pt>
    <dgm:pt modelId="{C582492C-E34B-4B27-93FA-2CC7214E18AD}" type="pres">
      <dgm:prSet presAssocID="{41BB20ED-186D-440D-9A7F-03CA1CBD03B7}" presName="childText" presStyleLbl="conFgAcc1" presStyleIdx="0" presStyleCnt="7">
        <dgm:presLayoutVars>
          <dgm:bulletEnabled val="1"/>
        </dgm:presLayoutVars>
      </dgm:prSet>
      <dgm:spPr/>
    </dgm:pt>
    <dgm:pt modelId="{1C1DA392-9C21-4A45-9D80-B7654C48520B}" type="pres">
      <dgm:prSet presAssocID="{1FD91FFA-8C4B-4B9B-BCEA-4ECDF2CC5B81}" presName="spaceBetweenRectangles" presStyleCnt="0"/>
      <dgm:spPr/>
    </dgm:pt>
    <dgm:pt modelId="{03173644-3699-4B85-8E7C-8D84AB618ABF}" type="pres">
      <dgm:prSet presAssocID="{FBC4BF8E-0843-4993-9645-59B45C6467F6}" presName="parentLin" presStyleCnt="0"/>
      <dgm:spPr/>
    </dgm:pt>
    <dgm:pt modelId="{50FF3F25-E71A-4F97-B37B-5BAB87E80783}" type="pres">
      <dgm:prSet presAssocID="{FBC4BF8E-0843-4993-9645-59B45C6467F6}" presName="parentLeftMargin" presStyleLbl="node1" presStyleIdx="0" presStyleCnt="7"/>
      <dgm:spPr/>
    </dgm:pt>
    <dgm:pt modelId="{8F6FC15C-C80B-4EDD-A6D0-B697F61220F3}" type="pres">
      <dgm:prSet presAssocID="{FBC4BF8E-0843-4993-9645-59B45C6467F6}" presName="parentText" presStyleLbl="node1" presStyleIdx="1" presStyleCnt="7" custScaleX="142857">
        <dgm:presLayoutVars>
          <dgm:chMax val="0"/>
          <dgm:bulletEnabled val="1"/>
        </dgm:presLayoutVars>
      </dgm:prSet>
      <dgm:spPr/>
    </dgm:pt>
    <dgm:pt modelId="{E522F305-6137-43D5-AB0C-A8BF1447377C}" type="pres">
      <dgm:prSet presAssocID="{FBC4BF8E-0843-4993-9645-59B45C6467F6}" presName="negativeSpace" presStyleCnt="0"/>
      <dgm:spPr/>
    </dgm:pt>
    <dgm:pt modelId="{924740A4-3397-43E1-AE0A-DCA45C622085}" type="pres">
      <dgm:prSet presAssocID="{FBC4BF8E-0843-4993-9645-59B45C6467F6}" presName="childText" presStyleLbl="conFgAcc1" presStyleIdx="1" presStyleCnt="7">
        <dgm:presLayoutVars>
          <dgm:bulletEnabled val="1"/>
        </dgm:presLayoutVars>
      </dgm:prSet>
      <dgm:spPr/>
    </dgm:pt>
    <dgm:pt modelId="{F87C4F7B-62FC-4997-B4BA-0C0DF034BCF3}" type="pres">
      <dgm:prSet presAssocID="{FF23B17F-9893-40D1-81DB-DF47EF0FA8E7}" presName="spaceBetweenRectangles" presStyleCnt="0"/>
      <dgm:spPr/>
    </dgm:pt>
    <dgm:pt modelId="{DF2574F8-8459-4AD6-880D-F6C01312C547}" type="pres">
      <dgm:prSet presAssocID="{6132E5CB-6A8D-4718-B613-E8AFD078BB70}" presName="parentLin" presStyleCnt="0"/>
      <dgm:spPr/>
    </dgm:pt>
    <dgm:pt modelId="{F4AAF75D-D4AE-4671-B26E-D81B4231DD35}" type="pres">
      <dgm:prSet presAssocID="{6132E5CB-6A8D-4718-B613-E8AFD078BB70}" presName="parentLeftMargin" presStyleLbl="node1" presStyleIdx="1" presStyleCnt="7"/>
      <dgm:spPr/>
    </dgm:pt>
    <dgm:pt modelId="{AABB32BB-776B-4F86-A5C3-7E8D02B0337D}" type="pres">
      <dgm:prSet presAssocID="{6132E5CB-6A8D-4718-B613-E8AFD078BB70}" presName="parentText" presStyleLbl="node1" presStyleIdx="2" presStyleCnt="7" custScaleX="142857">
        <dgm:presLayoutVars>
          <dgm:chMax val="0"/>
          <dgm:bulletEnabled val="1"/>
        </dgm:presLayoutVars>
      </dgm:prSet>
      <dgm:spPr/>
    </dgm:pt>
    <dgm:pt modelId="{DCCDD7E5-0AC1-4E66-851D-E06885D523D0}" type="pres">
      <dgm:prSet presAssocID="{6132E5CB-6A8D-4718-B613-E8AFD078BB70}" presName="negativeSpace" presStyleCnt="0"/>
      <dgm:spPr/>
    </dgm:pt>
    <dgm:pt modelId="{04F364B4-2DA7-4710-88CD-8934FDA557B7}" type="pres">
      <dgm:prSet presAssocID="{6132E5CB-6A8D-4718-B613-E8AFD078BB70}" presName="childText" presStyleLbl="conFgAcc1" presStyleIdx="2" presStyleCnt="7">
        <dgm:presLayoutVars>
          <dgm:bulletEnabled val="1"/>
        </dgm:presLayoutVars>
      </dgm:prSet>
      <dgm:spPr/>
    </dgm:pt>
    <dgm:pt modelId="{DDCC5B11-831C-47A6-8B12-5EFD07D5EAB4}" type="pres">
      <dgm:prSet presAssocID="{4E95A2AB-7EEB-4987-A0E6-22B476007E8F}" presName="spaceBetweenRectangles" presStyleCnt="0"/>
      <dgm:spPr/>
    </dgm:pt>
    <dgm:pt modelId="{E9D9CB00-7951-44EA-92D9-44FF3EAA6536}" type="pres">
      <dgm:prSet presAssocID="{C4C205FB-F1E5-436C-A17C-A3C5AA1DA1A7}" presName="parentLin" presStyleCnt="0"/>
      <dgm:spPr/>
    </dgm:pt>
    <dgm:pt modelId="{899F6995-4AE8-42CF-A949-4F17559ED174}" type="pres">
      <dgm:prSet presAssocID="{C4C205FB-F1E5-436C-A17C-A3C5AA1DA1A7}" presName="parentLeftMargin" presStyleLbl="node1" presStyleIdx="2" presStyleCnt="7"/>
      <dgm:spPr/>
    </dgm:pt>
    <dgm:pt modelId="{B9E609EC-60CE-4CAA-B27F-5B575597AAB2}" type="pres">
      <dgm:prSet presAssocID="{C4C205FB-F1E5-436C-A17C-A3C5AA1DA1A7}" presName="parentText" presStyleLbl="node1" presStyleIdx="3" presStyleCnt="7" custScaleX="142857">
        <dgm:presLayoutVars>
          <dgm:chMax val="0"/>
          <dgm:bulletEnabled val="1"/>
        </dgm:presLayoutVars>
      </dgm:prSet>
      <dgm:spPr/>
    </dgm:pt>
    <dgm:pt modelId="{AAC40863-9AC1-457E-A7F3-50CC0FD35D7B}" type="pres">
      <dgm:prSet presAssocID="{C4C205FB-F1E5-436C-A17C-A3C5AA1DA1A7}" presName="negativeSpace" presStyleCnt="0"/>
      <dgm:spPr/>
    </dgm:pt>
    <dgm:pt modelId="{4232568D-FDE1-4928-B0DC-9E3BA0433C66}" type="pres">
      <dgm:prSet presAssocID="{C4C205FB-F1E5-436C-A17C-A3C5AA1DA1A7}" presName="childText" presStyleLbl="conFgAcc1" presStyleIdx="3" presStyleCnt="7">
        <dgm:presLayoutVars>
          <dgm:bulletEnabled val="1"/>
        </dgm:presLayoutVars>
      </dgm:prSet>
      <dgm:spPr/>
    </dgm:pt>
    <dgm:pt modelId="{EF411EC1-587D-492B-9179-21955249F0E3}" type="pres">
      <dgm:prSet presAssocID="{82D300B3-955D-41BC-892C-EBB8A626FC09}" presName="spaceBetweenRectangles" presStyleCnt="0"/>
      <dgm:spPr/>
    </dgm:pt>
    <dgm:pt modelId="{C0D9E8DB-6F52-4C39-A763-6CFEF2FC09A6}" type="pres">
      <dgm:prSet presAssocID="{A38A1B23-83E7-4760-A60E-12BBCA3847B0}" presName="parentLin" presStyleCnt="0"/>
      <dgm:spPr/>
    </dgm:pt>
    <dgm:pt modelId="{88AD0EFD-F643-40BF-A235-FCDCF6A42873}" type="pres">
      <dgm:prSet presAssocID="{A38A1B23-83E7-4760-A60E-12BBCA3847B0}" presName="parentLeftMargin" presStyleLbl="node1" presStyleIdx="3" presStyleCnt="7"/>
      <dgm:spPr/>
    </dgm:pt>
    <dgm:pt modelId="{6A0670F6-80F0-4841-B628-4A75CDAEF527}" type="pres">
      <dgm:prSet presAssocID="{A38A1B23-83E7-4760-A60E-12BBCA3847B0}" presName="parentText" presStyleLbl="node1" presStyleIdx="4" presStyleCnt="7" custScaleX="142857">
        <dgm:presLayoutVars>
          <dgm:chMax val="0"/>
          <dgm:bulletEnabled val="1"/>
        </dgm:presLayoutVars>
      </dgm:prSet>
      <dgm:spPr/>
    </dgm:pt>
    <dgm:pt modelId="{A077CB40-D03B-4E20-8F7F-CBF3AA765244}" type="pres">
      <dgm:prSet presAssocID="{A38A1B23-83E7-4760-A60E-12BBCA3847B0}" presName="negativeSpace" presStyleCnt="0"/>
      <dgm:spPr/>
    </dgm:pt>
    <dgm:pt modelId="{EC6F0388-D57B-4214-8A61-1C9147150B23}" type="pres">
      <dgm:prSet presAssocID="{A38A1B23-83E7-4760-A60E-12BBCA3847B0}" presName="childText" presStyleLbl="conFgAcc1" presStyleIdx="4" presStyleCnt="7">
        <dgm:presLayoutVars>
          <dgm:bulletEnabled val="1"/>
        </dgm:presLayoutVars>
      </dgm:prSet>
      <dgm:spPr/>
    </dgm:pt>
    <dgm:pt modelId="{D1C43982-33D6-4F04-B5EB-9D1D2C5E1203}" type="pres">
      <dgm:prSet presAssocID="{5EF514C0-A262-4F43-93CF-5D5C9F88BF98}" presName="spaceBetweenRectangles" presStyleCnt="0"/>
      <dgm:spPr/>
    </dgm:pt>
    <dgm:pt modelId="{6E73D8DE-7B45-4F9D-BF87-FFADD8381E1B}" type="pres">
      <dgm:prSet presAssocID="{BC4BBFDB-A32A-4C87-9818-41D0D2340989}" presName="parentLin" presStyleCnt="0"/>
      <dgm:spPr/>
    </dgm:pt>
    <dgm:pt modelId="{EAC56A6F-0D77-4118-9D4B-07D52248C14C}" type="pres">
      <dgm:prSet presAssocID="{BC4BBFDB-A32A-4C87-9818-41D0D2340989}" presName="parentLeftMargin" presStyleLbl="node1" presStyleIdx="4" presStyleCnt="7"/>
      <dgm:spPr/>
    </dgm:pt>
    <dgm:pt modelId="{551B798F-A14C-4132-97A5-B05CAF12A971}" type="pres">
      <dgm:prSet presAssocID="{BC4BBFDB-A32A-4C87-9818-41D0D2340989}" presName="parentText" presStyleLbl="node1" presStyleIdx="5" presStyleCnt="7" custScaleX="142857">
        <dgm:presLayoutVars>
          <dgm:chMax val="0"/>
          <dgm:bulletEnabled val="1"/>
        </dgm:presLayoutVars>
      </dgm:prSet>
      <dgm:spPr/>
    </dgm:pt>
    <dgm:pt modelId="{EB5D6355-33A3-4CD2-9506-127E99E08841}" type="pres">
      <dgm:prSet presAssocID="{BC4BBFDB-A32A-4C87-9818-41D0D2340989}" presName="negativeSpace" presStyleCnt="0"/>
      <dgm:spPr/>
    </dgm:pt>
    <dgm:pt modelId="{845D22A5-DCDC-4F03-9646-048935DB7DF0}" type="pres">
      <dgm:prSet presAssocID="{BC4BBFDB-A32A-4C87-9818-41D0D2340989}" presName="childText" presStyleLbl="conFgAcc1" presStyleIdx="5" presStyleCnt="7">
        <dgm:presLayoutVars>
          <dgm:bulletEnabled val="1"/>
        </dgm:presLayoutVars>
      </dgm:prSet>
      <dgm:spPr/>
    </dgm:pt>
    <dgm:pt modelId="{FE246556-1DAA-4CEE-8A31-87B965ED0A69}" type="pres">
      <dgm:prSet presAssocID="{E9E1F693-C323-40E9-8EC6-74C42D6F0E0A}" presName="spaceBetweenRectangles" presStyleCnt="0"/>
      <dgm:spPr/>
    </dgm:pt>
    <dgm:pt modelId="{5C84C9B2-27A0-4A10-84D7-4177C6C388D0}" type="pres">
      <dgm:prSet presAssocID="{CD602E1D-7BCC-44C3-8D4B-93E73F680EFD}" presName="parentLin" presStyleCnt="0"/>
      <dgm:spPr/>
    </dgm:pt>
    <dgm:pt modelId="{06510F50-8ABD-479B-8DA2-BCC14FF99E30}" type="pres">
      <dgm:prSet presAssocID="{CD602E1D-7BCC-44C3-8D4B-93E73F680EFD}" presName="parentLeftMargin" presStyleLbl="node1" presStyleIdx="5" presStyleCnt="7"/>
      <dgm:spPr/>
    </dgm:pt>
    <dgm:pt modelId="{80476895-B0F0-4539-915A-DA0215B0288D}" type="pres">
      <dgm:prSet presAssocID="{CD602E1D-7BCC-44C3-8D4B-93E73F680EFD}" presName="parentText" presStyleLbl="node1" presStyleIdx="6" presStyleCnt="7" custScaleX="142857">
        <dgm:presLayoutVars>
          <dgm:chMax val="0"/>
          <dgm:bulletEnabled val="1"/>
        </dgm:presLayoutVars>
      </dgm:prSet>
      <dgm:spPr/>
    </dgm:pt>
    <dgm:pt modelId="{FBA4C153-2EF8-484A-B4E5-FD2800ED0F92}" type="pres">
      <dgm:prSet presAssocID="{CD602E1D-7BCC-44C3-8D4B-93E73F680EFD}" presName="negativeSpace" presStyleCnt="0"/>
      <dgm:spPr/>
    </dgm:pt>
    <dgm:pt modelId="{EDCD0486-5A93-46FF-86C1-0532AECB18AF}" type="pres">
      <dgm:prSet presAssocID="{CD602E1D-7BCC-44C3-8D4B-93E73F680EFD}" presName="childText" presStyleLbl="conFgAcc1" presStyleIdx="6" presStyleCnt="7">
        <dgm:presLayoutVars>
          <dgm:bulletEnabled val="1"/>
        </dgm:presLayoutVars>
      </dgm:prSet>
      <dgm:spPr/>
    </dgm:pt>
  </dgm:ptLst>
  <dgm:cxnLst>
    <dgm:cxn modelId="{AAEA8700-0395-427E-82FE-AB5CDE805011}" type="presOf" srcId="{C4C205FB-F1E5-436C-A17C-A3C5AA1DA1A7}" destId="{899F6995-4AE8-42CF-A949-4F17559ED174}" srcOrd="0" destOrd="0" presId="urn:microsoft.com/office/officeart/2005/8/layout/list1"/>
    <dgm:cxn modelId="{293CF601-BFB4-4926-A996-C114B611BAC2}" type="presOf" srcId="{6132E5CB-6A8D-4718-B613-E8AFD078BB70}" destId="{AABB32BB-776B-4F86-A5C3-7E8D02B0337D}" srcOrd="1" destOrd="0" presId="urn:microsoft.com/office/officeart/2005/8/layout/list1"/>
    <dgm:cxn modelId="{54A6C109-42DA-4C57-9023-AD15109E8661}" type="presOf" srcId="{C4C205FB-F1E5-436C-A17C-A3C5AA1DA1A7}" destId="{B9E609EC-60CE-4CAA-B27F-5B575597AAB2}" srcOrd="1" destOrd="0" presId="urn:microsoft.com/office/officeart/2005/8/layout/list1"/>
    <dgm:cxn modelId="{D0FF320D-D4D2-434D-9F72-5FF13D112FE7}" type="presOf" srcId="{CD602E1D-7BCC-44C3-8D4B-93E73F680EFD}" destId="{06510F50-8ABD-479B-8DA2-BCC14FF99E30}" srcOrd="0" destOrd="0" presId="urn:microsoft.com/office/officeart/2005/8/layout/list1"/>
    <dgm:cxn modelId="{CAF5DE1D-BF17-4A94-B8C8-0BE870D1B712}" type="presOf" srcId="{BC4BBFDB-A32A-4C87-9818-41D0D2340989}" destId="{EAC56A6F-0D77-4118-9D4B-07D52248C14C}" srcOrd="0" destOrd="0" presId="urn:microsoft.com/office/officeart/2005/8/layout/list1"/>
    <dgm:cxn modelId="{D3518224-54C9-45AB-B1A1-0EBE9B3E7758}" type="presOf" srcId="{41BB20ED-186D-440D-9A7F-03CA1CBD03B7}" destId="{B662A9A9-8200-4EB7-9329-9F72ECAA0AD7}" srcOrd="0" destOrd="0" presId="urn:microsoft.com/office/officeart/2005/8/layout/list1"/>
    <dgm:cxn modelId="{6DDF5D28-C60F-4E13-9748-D03984D93298}" type="presOf" srcId="{CD602E1D-7BCC-44C3-8D4B-93E73F680EFD}" destId="{80476895-B0F0-4539-915A-DA0215B0288D}" srcOrd="1" destOrd="0" presId="urn:microsoft.com/office/officeart/2005/8/layout/list1"/>
    <dgm:cxn modelId="{006BA138-B53F-4B0E-BE3A-A262C1FF7DF5}" srcId="{BFAAB850-A220-4983-8CFB-8D8720B35827}" destId="{C4C205FB-F1E5-436C-A17C-A3C5AA1DA1A7}" srcOrd="3" destOrd="0" parTransId="{FB117F27-F957-45DA-AC25-7AC2A4F297C8}" sibTransId="{82D300B3-955D-41BC-892C-EBB8A626FC09}"/>
    <dgm:cxn modelId="{81DD9645-78A3-4E99-A6F5-9D9D33685795}" srcId="{BFAAB850-A220-4983-8CFB-8D8720B35827}" destId="{BC4BBFDB-A32A-4C87-9818-41D0D2340989}" srcOrd="5" destOrd="0" parTransId="{ED807064-DDAA-48C0-84F2-1B2B5A938E8D}" sibTransId="{E9E1F693-C323-40E9-8EC6-74C42D6F0E0A}"/>
    <dgm:cxn modelId="{FC4C1446-ED86-4CAF-934A-FB16EA939061}" type="presOf" srcId="{BC4BBFDB-A32A-4C87-9818-41D0D2340989}" destId="{551B798F-A14C-4132-97A5-B05CAF12A971}" srcOrd="1" destOrd="0" presId="urn:microsoft.com/office/officeart/2005/8/layout/list1"/>
    <dgm:cxn modelId="{E3ACF254-B22A-48F1-B5DC-2773A401485F}" type="presOf" srcId="{BFAAB850-A220-4983-8CFB-8D8720B35827}" destId="{225EECE0-F191-4E84-9D41-8F48AE3ACCBE}" srcOrd="0" destOrd="0" presId="urn:microsoft.com/office/officeart/2005/8/layout/list1"/>
    <dgm:cxn modelId="{23773B75-FB32-44AD-BA9C-07DB9F0DD90F}" srcId="{BFAAB850-A220-4983-8CFB-8D8720B35827}" destId="{6132E5CB-6A8D-4718-B613-E8AFD078BB70}" srcOrd="2" destOrd="0" parTransId="{B055C6E2-D8B0-4194-ADC9-62C2DBB9B977}" sibTransId="{4E95A2AB-7EEB-4987-A0E6-22B476007E8F}"/>
    <dgm:cxn modelId="{1B03237B-3C3D-49E2-89CB-9CDBA5813BA5}" srcId="{BFAAB850-A220-4983-8CFB-8D8720B35827}" destId="{A38A1B23-83E7-4760-A60E-12BBCA3847B0}" srcOrd="4" destOrd="0" parTransId="{CCA5F84D-B2F3-41BB-9E44-18918C2746EE}" sibTransId="{5EF514C0-A262-4F43-93CF-5D5C9F88BF98}"/>
    <dgm:cxn modelId="{E5BFF57C-9C3A-455D-B124-D2D34E1AC603}" type="presOf" srcId="{FBC4BF8E-0843-4993-9645-59B45C6467F6}" destId="{50FF3F25-E71A-4F97-B37B-5BAB87E80783}" srcOrd="0" destOrd="0" presId="urn:microsoft.com/office/officeart/2005/8/layout/list1"/>
    <dgm:cxn modelId="{88CDE687-758C-482C-AAD5-20EB25858CFA}" type="presOf" srcId="{A38A1B23-83E7-4760-A60E-12BBCA3847B0}" destId="{6A0670F6-80F0-4841-B628-4A75CDAEF527}" srcOrd="1" destOrd="0" presId="urn:microsoft.com/office/officeart/2005/8/layout/list1"/>
    <dgm:cxn modelId="{2951F99D-DB25-49A0-A7BA-C8098388425C}" srcId="{BFAAB850-A220-4983-8CFB-8D8720B35827}" destId="{41BB20ED-186D-440D-9A7F-03CA1CBD03B7}" srcOrd="0" destOrd="0" parTransId="{C6D3C443-E69F-4FD5-A935-F8541F2F73E5}" sibTransId="{1FD91FFA-8C4B-4B9B-BCEA-4ECDF2CC5B81}"/>
    <dgm:cxn modelId="{C4635AA1-4A08-489C-B4BB-59AEAC535540}" type="presOf" srcId="{FBC4BF8E-0843-4993-9645-59B45C6467F6}" destId="{8F6FC15C-C80B-4EDD-A6D0-B697F61220F3}" srcOrd="1" destOrd="0" presId="urn:microsoft.com/office/officeart/2005/8/layout/list1"/>
    <dgm:cxn modelId="{E156E3B6-480B-4D60-82BA-B6EEBF3C87E4}" type="presOf" srcId="{6132E5CB-6A8D-4718-B613-E8AFD078BB70}" destId="{F4AAF75D-D4AE-4671-B26E-D81B4231DD35}" srcOrd="0" destOrd="0" presId="urn:microsoft.com/office/officeart/2005/8/layout/list1"/>
    <dgm:cxn modelId="{3808D0C6-E76D-4B24-85ED-2A11DE2C3602}" type="presOf" srcId="{41BB20ED-186D-440D-9A7F-03CA1CBD03B7}" destId="{9CAF5CE7-F948-48D0-A3BE-2A1EA04217D3}" srcOrd="1" destOrd="0" presId="urn:microsoft.com/office/officeart/2005/8/layout/list1"/>
    <dgm:cxn modelId="{942474EF-BDEC-4A3D-9E00-9C1EF18BF15E}" srcId="{BFAAB850-A220-4983-8CFB-8D8720B35827}" destId="{FBC4BF8E-0843-4993-9645-59B45C6467F6}" srcOrd="1" destOrd="0" parTransId="{0DF66EA8-B017-4A24-9929-B093DDB2C538}" sibTransId="{FF23B17F-9893-40D1-81DB-DF47EF0FA8E7}"/>
    <dgm:cxn modelId="{2EAADAF2-6FDA-41C2-87F5-A0BE21D1AD07}" srcId="{BFAAB850-A220-4983-8CFB-8D8720B35827}" destId="{CD602E1D-7BCC-44C3-8D4B-93E73F680EFD}" srcOrd="6" destOrd="0" parTransId="{315988BF-84AE-4AA6-B387-45E1D45DF21C}" sibTransId="{9F2658C5-6B03-45A8-866B-F9ED7F4C5F55}"/>
    <dgm:cxn modelId="{89547EFC-383F-4F70-83EB-1F12A67146F6}" type="presOf" srcId="{A38A1B23-83E7-4760-A60E-12BBCA3847B0}" destId="{88AD0EFD-F643-40BF-A235-FCDCF6A42873}" srcOrd="0" destOrd="0" presId="urn:microsoft.com/office/officeart/2005/8/layout/list1"/>
    <dgm:cxn modelId="{33533DF6-BD3E-47CE-BD2E-1F9718B2AA3E}" type="presParOf" srcId="{225EECE0-F191-4E84-9D41-8F48AE3ACCBE}" destId="{A73C291C-390E-45CA-A316-80EB1957E7B8}" srcOrd="0" destOrd="0" presId="urn:microsoft.com/office/officeart/2005/8/layout/list1"/>
    <dgm:cxn modelId="{CD1AE9FF-1FFF-4B60-B783-D6BC4D846CBF}" type="presParOf" srcId="{A73C291C-390E-45CA-A316-80EB1957E7B8}" destId="{B662A9A9-8200-4EB7-9329-9F72ECAA0AD7}" srcOrd="0" destOrd="0" presId="urn:microsoft.com/office/officeart/2005/8/layout/list1"/>
    <dgm:cxn modelId="{78485EBF-0715-4157-863D-866B88CC6CF2}" type="presParOf" srcId="{A73C291C-390E-45CA-A316-80EB1957E7B8}" destId="{9CAF5CE7-F948-48D0-A3BE-2A1EA04217D3}" srcOrd="1" destOrd="0" presId="urn:microsoft.com/office/officeart/2005/8/layout/list1"/>
    <dgm:cxn modelId="{95F9187D-D3C3-4317-A1AD-D046CBA20C23}" type="presParOf" srcId="{225EECE0-F191-4E84-9D41-8F48AE3ACCBE}" destId="{C75F8608-F644-47FB-A96D-91F45DEEF960}" srcOrd="1" destOrd="0" presId="urn:microsoft.com/office/officeart/2005/8/layout/list1"/>
    <dgm:cxn modelId="{6DCC29EA-5C56-4B02-8871-8A88EADDA2D7}" type="presParOf" srcId="{225EECE0-F191-4E84-9D41-8F48AE3ACCBE}" destId="{C582492C-E34B-4B27-93FA-2CC7214E18AD}" srcOrd="2" destOrd="0" presId="urn:microsoft.com/office/officeart/2005/8/layout/list1"/>
    <dgm:cxn modelId="{B42EB00C-6257-4CDB-B03E-61CD0C3B3D22}" type="presParOf" srcId="{225EECE0-F191-4E84-9D41-8F48AE3ACCBE}" destId="{1C1DA392-9C21-4A45-9D80-B7654C48520B}" srcOrd="3" destOrd="0" presId="urn:microsoft.com/office/officeart/2005/8/layout/list1"/>
    <dgm:cxn modelId="{AC7ADADE-CC4F-4C14-9EB5-6B31BBE9FF9E}" type="presParOf" srcId="{225EECE0-F191-4E84-9D41-8F48AE3ACCBE}" destId="{03173644-3699-4B85-8E7C-8D84AB618ABF}" srcOrd="4" destOrd="0" presId="urn:microsoft.com/office/officeart/2005/8/layout/list1"/>
    <dgm:cxn modelId="{A07B5970-1947-4E6B-BA6D-02AE5760E0E1}" type="presParOf" srcId="{03173644-3699-4B85-8E7C-8D84AB618ABF}" destId="{50FF3F25-E71A-4F97-B37B-5BAB87E80783}" srcOrd="0" destOrd="0" presId="urn:microsoft.com/office/officeart/2005/8/layout/list1"/>
    <dgm:cxn modelId="{11C46080-3731-46C7-8995-7ADACA049B08}" type="presParOf" srcId="{03173644-3699-4B85-8E7C-8D84AB618ABF}" destId="{8F6FC15C-C80B-4EDD-A6D0-B697F61220F3}" srcOrd="1" destOrd="0" presId="urn:microsoft.com/office/officeart/2005/8/layout/list1"/>
    <dgm:cxn modelId="{C23B7BC9-D529-4F1A-91FE-1EDCE3437C6E}" type="presParOf" srcId="{225EECE0-F191-4E84-9D41-8F48AE3ACCBE}" destId="{E522F305-6137-43D5-AB0C-A8BF1447377C}" srcOrd="5" destOrd="0" presId="urn:microsoft.com/office/officeart/2005/8/layout/list1"/>
    <dgm:cxn modelId="{234B6DFA-3F17-4245-9B86-C1DB6BD43921}" type="presParOf" srcId="{225EECE0-F191-4E84-9D41-8F48AE3ACCBE}" destId="{924740A4-3397-43E1-AE0A-DCA45C622085}" srcOrd="6" destOrd="0" presId="urn:microsoft.com/office/officeart/2005/8/layout/list1"/>
    <dgm:cxn modelId="{986B599D-DD71-4B96-975B-EBB663BC9C9C}" type="presParOf" srcId="{225EECE0-F191-4E84-9D41-8F48AE3ACCBE}" destId="{F87C4F7B-62FC-4997-B4BA-0C0DF034BCF3}" srcOrd="7" destOrd="0" presId="urn:microsoft.com/office/officeart/2005/8/layout/list1"/>
    <dgm:cxn modelId="{8AAFEFD2-D004-4256-B7B6-FC742076564E}" type="presParOf" srcId="{225EECE0-F191-4E84-9D41-8F48AE3ACCBE}" destId="{DF2574F8-8459-4AD6-880D-F6C01312C547}" srcOrd="8" destOrd="0" presId="urn:microsoft.com/office/officeart/2005/8/layout/list1"/>
    <dgm:cxn modelId="{30B79368-B6F0-4E47-84EA-81B90775A8BE}" type="presParOf" srcId="{DF2574F8-8459-4AD6-880D-F6C01312C547}" destId="{F4AAF75D-D4AE-4671-B26E-D81B4231DD35}" srcOrd="0" destOrd="0" presId="urn:microsoft.com/office/officeart/2005/8/layout/list1"/>
    <dgm:cxn modelId="{E956E55D-1E1E-46A7-B22F-63D7FF4B91B2}" type="presParOf" srcId="{DF2574F8-8459-4AD6-880D-F6C01312C547}" destId="{AABB32BB-776B-4F86-A5C3-7E8D02B0337D}" srcOrd="1" destOrd="0" presId="urn:microsoft.com/office/officeart/2005/8/layout/list1"/>
    <dgm:cxn modelId="{599AEB2B-0189-4C36-8483-09CB4E00A16A}" type="presParOf" srcId="{225EECE0-F191-4E84-9D41-8F48AE3ACCBE}" destId="{DCCDD7E5-0AC1-4E66-851D-E06885D523D0}" srcOrd="9" destOrd="0" presId="urn:microsoft.com/office/officeart/2005/8/layout/list1"/>
    <dgm:cxn modelId="{1F2732AD-818C-4D44-8824-7B074DB23533}" type="presParOf" srcId="{225EECE0-F191-4E84-9D41-8F48AE3ACCBE}" destId="{04F364B4-2DA7-4710-88CD-8934FDA557B7}" srcOrd="10" destOrd="0" presId="urn:microsoft.com/office/officeart/2005/8/layout/list1"/>
    <dgm:cxn modelId="{916C7087-C869-4F23-A22B-6FA93F5F9CFC}" type="presParOf" srcId="{225EECE0-F191-4E84-9D41-8F48AE3ACCBE}" destId="{DDCC5B11-831C-47A6-8B12-5EFD07D5EAB4}" srcOrd="11" destOrd="0" presId="urn:microsoft.com/office/officeart/2005/8/layout/list1"/>
    <dgm:cxn modelId="{776DB9DA-69A8-42DA-8F2E-3516D6BA7EB4}" type="presParOf" srcId="{225EECE0-F191-4E84-9D41-8F48AE3ACCBE}" destId="{E9D9CB00-7951-44EA-92D9-44FF3EAA6536}" srcOrd="12" destOrd="0" presId="urn:microsoft.com/office/officeart/2005/8/layout/list1"/>
    <dgm:cxn modelId="{1C1FBA3C-1754-4113-A506-36ED5A24C81F}" type="presParOf" srcId="{E9D9CB00-7951-44EA-92D9-44FF3EAA6536}" destId="{899F6995-4AE8-42CF-A949-4F17559ED174}" srcOrd="0" destOrd="0" presId="urn:microsoft.com/office/officeart/2005/8/layout/list1"/>
    <dgm:cxn modelId="{ECCC4904-0FD9-4DF5-B743-2FA4851600AA}" type="presParOf" srcId="{E9D9CB00-7951-44EA-92D9-44FF3EAA6536}" destId="{B9E609EC-60CE-4CAA-B27F-5B575597AAB2}" srcOrd="1" destOrd="0" presId="urn:microsoft.com/office/officeart/2005/8/layout/list1"/>
    <dgm:cxn modelId="{8BF698A1-2703-4A63-8A50-FEEF2BD16F41}" type="presParOf" srcId="{225EECE0-F191-4E84-9D41-8F48AE3ACCBE}" destId="{AAC40863-9AC1-457E-A7F3-50CC0FD35D7B}" srcOrd="13" destOrd="0" presId="urn:microsoft.com/office/officeart/2005/8/layout/list1"/>
    <dgm:cxn modelId="{10D19700-9CFE-4DF2-91D9-193FC9B3477C}" type="presParOf" srcId="{225EECE0-F191-4E84-9D41-8F48AE3ACCBE}" destId="{4232568D-FDE1-4928-B0DC-9E3BA0433C66}" srcOrd="14" destOrd="0" presId="urn:microsoft.com/office/officeart/2005/8/layout/list1"/>
    <dgm:cxn modelId="{76133B52-5EC5-439B-85CA-D85842404FB2}" type="presParOf" srcId="{225EECE0-F191-4E84-9D41-8F48AE3ACCBE}" destId="{EF411EC1-587D-492B-9179-21955249F0E3}" srcOrd="15" destOrd="0" presId="urn:microsoft.com/office/officeart/2005/8/layout/list1"/>
    <dgm:cxn modelId="{8511577C-5C68-4B37-B1C3-D4727C88AC4D}" type="presParOf" srcId="{225EECE0-F191-4E84-9D41-8F48AE3ACCBE}" destId="{C0D9E8DB-6F52-4C39-A763-6CFEF2FC09A6}" srcOrd="16" destOrd="0" presId="urn:microsoft.com/office/officeart/2005/8/layout/list1"/>
    <dgm:cxn modelId="{98F05045-FE67-4F0D-BD85-B1506273534D}" type="presParOf" srcId="{C0D9E8DB-6F52-4C39-A763-6CFEF2FC09A6}" destId="{88AD0EFD-F643-40BF-A235-FCDCF6A42873}" srcOrd="0" destOrd="0" presId="urn:microsoft.com/office/officeart/2005/8/layout/list1"/>
    <dgm:cxn modelId="{08CCEDFC-924F-484D-B6A6-F08433F3F1A1}" type="presParOf" srcId="{C0D9E8DB-6F52-4C39-A763-6CFEF2FC09A6}" destId="{6A0670F6-80F0-4841-B628-4A75CDAEF527}" srcOrd="1" destOrd="0" presId="urn:microsoft.com/office/officeart/2005/8/layout/list1"/>
    <dgm:cxn modelId="{B5740ADF-D617-48D3-888D-A9A76DF8BF4E}" type="presParOf" srcId="{225EECE0-F191-4E84-9D41-8F48AE3ACCBE}" destId="{A077CB40-D03B-4E20-8F7F-CBF3AA765244}" srcOrd="17" destOrd="0" presId="urn:microsoft.com/office/officeart/2005/8/layout/list1"/>
    <dgm:cxn modelId="{27412540-E12C-4358-AB34-9E0F17B53049}" type="presParOf" srcId="{225EECE0-F191-4E84-9D41-8F48AE3ACCBE}" destId="{EC6F0388-D57B-4214-8A61-1C9147150B23}" srcOrd="18" destOrd="0" presId="urn:microsoft.com/office/officeart/2005/8/layout/list1"/>
    <dgm:cxn modelId="{872A543B-30F6-45A2-AAB0-145172D4DECC}" type="presParOf" srcId="{225EECE0-F191-4E84-9D41-8F48AE3ACCBE}" destId="{D1C43982-33D6-4F04-B5EB-9D1D2C5E1203}" srcOrd="19" destOrd="0" presId="urn:microsoft.com/office/officeart/2005/8/layout/list1"/>
    <dgm:cxn modelId="{5CEE0BF1-18B6-4A08-92C5-77FA372F38D0}" type="presParOf" srcId="{225EECE0-F191-4E84-9D41-8F48AE3ACCBE}" destId="{6E73D8DE-7B45-4F9D-BF87-FFADD8381E1B}" srcOrd="20" destOrd="0" presId="urn:microsoft.com/office/officeart/2005/8/layout/list1"/>
    <dgm:cxn modelId="{22387551-9AC7-4F87-99A7-2DB6BED5D58C}" type="presParOf" srcId="{6E73D8DE-7B45-4F9D-BF87-FFADD8381E1B}" destId="{EAC56A6F-0D77-4118-9D4B-07D52248C14C}" srcOrd="0" destOrd="0" presId="urn:microsoft.com/office/officeart/2005/8/layout/list1"/>
    <dgm:cxn modelId="{56227AD5-C178-4DD8-913A-A4DE5908C597}" type="presParOf" srcId="{6E73D8DE-7B45-4F9D-BF87-FFADD8381E1B}" destId="{551B798F-A14C-4132-97A5-B05CAF12A971}" srcOrd="1" destOrd="0" presId="urn:microsoft.com/office/officeart/2005/8/layout/list1"/>
    <dgm:cxn modelId="{32E331C0-5CA2-4FE5-A33C-E4C0C665F4BF}" type="presParOf" srcId="{225EECE0-F191-4E84-9D41-8F48AE3ACCBE}" destId="{EB5D6355-33A3-4CD2-9506-127E99E08841}" srcOrd="21" destOrd="0" presId="urn:microsoft.com/office/officeart/2005/8/layout/list1"/>
    <dgm:cxn modelId="{016F8D6A-9BAF-478B-A366-BA485F483DF1}" type="presParOf" srcId="{225EECE0-F191-4E84-9D41-8F48AE3ACCBE}" destId="{845D22A5-DCDC-4F03-9646-048935DB7DF0}" srcOrd="22" destOrd="0" presId="urn:microsoft.com/office/officeart/2005/8/layout/list1"/>
    <dgm:cxn modelId="{A8012293-90F4-415C-B5A1-56F3BCE4E734}" type="presParOf" srcId="{225EECE0-F191-4E84-9D41-8F48AE3ACCBE}" destId="{FE246556-1DAA-4CEE-8A31-87B965ED0A69}" srcOrd="23" destOrd="0" presId="urn:microsoft.com/office/officeart/2005/8/layout/list1"/>
    <dgm:cxn modelId="{2CDD20C0-6A94-45C4-B2A5-E5EA0ABE13D1}" type="presParOf" srcId="{225EECE0-F191-4E84-9D41-8F48AE3ACCBE}" destId="{5C84C9B2-27A0-4A10-84D7-4177C6C388D0}" srcOrd="24" destOrd="0" presId="urn:microsoft.com/office/officeart/2005/8/layout/list1"/>
    <dgm:cxn modelId="{C21C9B47-BF2E-4D85-B7FF-71E2AC27E94D}" type="presParOf" srcId="{5C84C9B2-27A0-4A10-84D7-4177C6C388D0}" destId="{06510F50-8ABD-479B-8DA2-BCC14FF99E30}" srcOrd="0" destOrd="0" presId="urn:microsoft.com/office/officeart/2005/8/layout/list1"/>
    <dgm:cxn modelId="{E04F5994-EBD3-4758-B00B-FD31FDE9A8AA}" type="presParOf" srcId="{5C84C9B2-27A0-4A10-84D7-4177C6C388D0}" destId="{80476895-B0F0-4539-915A-DA0215B0288D}" srcOrd="1" destOrd="0" presId="urn:microsoft.com/office/officeart/2005/8/layout/list1"/>
    <dgm:cxn modelId="{69AB639B-9544-4C25-894C-E3D990D1BF74}" type="presParOf" srcId="{225EECE0-F191-4E84-9D41-8F48AE3ACCBE}" destId="{FBA4C153-2EF8-484A-B4E5-FD2800ED0F92}" srcOrd="25" destOrd="0" presId="urn:microsoft.com/office/officeart/2005/8/layout/list1"/>
    <dgm:cxn modelId="{059D9F71-CD68-4AB0-AF55-B80011084FF1}" type="presParOf" srcId="{225EECE0-F191-4E84-9D41-8F48AE3ACCBE}" destId="{EDCD0486-5A93-46FF-86C1-0532AECB18AF}" srcOrd="2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AA336E5-4450-469D-911D-90113B87211A}"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C95293DE-82D9-4515-A66A-A196897AFEA4}">
      <dgm:prSet custT="1"/>
      <dgm:spPr/>
      <dgm:t>
        <a:bodyPr/>
        <a:lstStyle/>
        <a:p>
          <a:r>
            <a:rPr lang="en-IN" sz="4400" b="1" dirty="0">
              <a:solidFill>
                <a:srgbClr val="C00000"/>
              </a:solidFill>
            </a:rPr>
            <a:t>Use of Passive</a:t>
          </a:r>
        </a:p>
      </dgm:t>
    </dgm:pt>
    <dgm:pt modelId="{E6FC47C6-A844-4A9D-B7F8-CFA3B9E8566B}" type="parTrans" cxnId="{A8BA63F7-42E9-462B-9467-BD2C72DF4344}">
      <dgm:prSet/>
      <dgm:spPr/>
      <dgm:t>
        <a:bodyPr/>
        <a:lstStyle/>
        <a:p>
          <a:endParaRPr lang="en-IN"/>
        </a:p>
      </dgm:t>
    </dgm:pt>
    <dgm:pt modelId="{9F0DD5E1-700E-49B8-8C83-0FBE8623D3EC}" type="sibTrans" cxnId="{A8BA63F7-42E9-462B-9467-BD2C72DF4344}">
      <dgm:prSet/>
      <dgm:spPr/>
      <dgm:t>
        <a:bodyPr/>
        <a:lstStyle/>
        <a:p>
          <a:endParaRPr lang="en-IN"/>
        </a:p>
      </dgm:t>
    </dgm:pt>
    <dgm:pt modelId="{59565CEC-6313-44D8-993A-DEFBBAD9023F}">
      <dgm:prSet custT="1"/>
      <dgm:spPr/>
      <dgm:t>
        <a:bodyPr/>
        <a:lstStyle/>
        <a:p>
          <a:r>
            <a:rPr lang="en-IN" sz="3200" b="1" dirty="0"/>
            <a:t>Passive voice is used when the focus is on the action.</a:t>
          </a:r>
        </a:p>
      </dgm:t>
    </dgm:pt>
    <dgm:pt modelId="{BA8A1D01-4C5D-41E6-9917-144667DBE69E}" type="parTrans" cxnId="{1E014381-1D6E-4B22-A396-70D09DC884C1}">
      <dgm:prSet/>
      <dgm:spPr/>
      <dgm:t>
        <a:bodyPr/>
        <a:lstStyle/>
        <a:p>
          <a:endParaRPr lang="en-IN"/>
        </a:p>
      </dgm:t>
    </dgm:pt>
    <dgm:pt modelId="{FA3A9FC5-F264-48F0-AA8A-C3A464EC5E4D}" type="sibTrans" cxnId="{1E014381-1D6E-4B22-A396-70D09DC884C1}">
      <dgm:prSet/>
      <dgm:spPr/>
      <dgm:t>
        <a:bodyPr/>
        <a:lstStyle/>
        <a:p>
          <a:endParaRPr lang="en-IN"/>
        </a:p>
      </dgm:t>
    </dgm:pt>
    <dgm:pt modelId="{F81AB54D-5D08-4D0F-B48B-32B9CE41C604}">
      <dgm:prSet custT="1"/>
      <dgm:spPr/>
      <dgm:t>
        <a:bodyPr/>
        <a:lstStyle/>
        <a:p>
          <a:r>
            <a:rPr lang="en-IN" sz="3200" b="1" dirty="0">
              <a:solidFill>
                <a:srgbClr val="C00000"/>
              </a:solidFill>
            </a:rPr>
            <a:t>It is not important or not known, however, who or what is performing the action</a:t>
          </a:r>
          <a:r>
            <a:rPr lang="en-IN" sz="3200" b="1" dirty="0"/>
            <a:t>.</a:t>
          </a:r>
        </a:p>
      </dgm:t>
    </dgm:pt>
    <dgm:pt modelId="{130F0DD8-DB21-481F-A178-63EE6A811B48}" type="parTrans" cxnId="{C3E2837F-448F-40CE-9FB6-BDD81CDEE557}">
      <dgm:prSet/>
      <dgm:spPr/>
      <dgm:t>
        <a:bodyPr/>
        <a:lstStyle/>
        <a:p>
          <a:endParaRPr lang="en-IN"/>
        </a:p>
      </dgm:t>
    </dgm:pt>
    <dgm:pt modelId="{BDEB218B-B532-4107-8E11-829A28886557}" type="sibTrans" cxnId="{C3E2837F-448F-40CE-9FB6-BDD81CDEE557}">
      <dgm:prSet/>
      <dgm:spPr/>
      <dgm:t>
        <a:bodyPr/>
        <a:lstStyle/>
        <a:p>
          <a:endParaRPr lang="en-IN"/>
        </a:p>
      </dgm:t>
    </dgm:pt>
    <dgm:pt modelId="{4DA19C74-1F7B-44C8-AAAC-10B8E38BD383}">
      <dgm:prSet custT="1"/>
      <dgm:spPr/>
      <dgm:t>
        <a:bodyPr/>
        <a:lstStyle/>
        <a:p>
          <a:r>
            <a:rPr lang="en-IN" sz="3200" b="1" dirty="0"/>
            <a:t>Example: My bike was stolen.</a:t>
          </a:r>
        </a:p>
      </dgm:t>
    </dgm:pt>
    <dgm:pt modelId="{3A223C7A-BDB1-4CB6-A114-70731B1667B8}" type="parTrans" cxnId="{50790456-EDC1-490C-A159-F2BA26EB144B}">
      <dgm:prSet/>
      <dgm:spPr/>
      <dgm:t>
        <a:bodyPr/>
        <a:lstStyle/>
        <a:p>
          <a:endParaRPr lang="en-IN"/>
        </a:p>
      </dgm:t>
    </dgm:pt>
    <dgm:pt modelId="{F08E8403-745C-4578-A1B0-C2A2F375DBAC}" type="sibTrans" cxnId="{50790456-EDC1-490C-A159-F2BA26EB144B}">
      <dgm:prSet/>
      <dgm:spPr/>
      <dgm:t>
        <a:bodyPr/>
        <a:lstStyle/>
        <a:p>
          <a:endParaRPr lang="en-IN"/>
        </a:p>
      </dgm:t>
    </dgm:pt>
    <dgm:pt modelId="{B0BF5676-0ECB-4C3C-922A-A7525163C628}">
      <dgm:prSet custT="1"/>
      <dgm:spPr/>
      <dgm:t>
        <a:bodyPr/>
        <a:lstStyle/>
        <a:p>
          <a:r>
            <a:rPr lang="en-IN" sz="3200" b="1" dirty="0"/>
            <a:t>In the example above, the focus is on the fact that my bike was stolen. I do not know, however, who did it.</a:t>
          </a:r>
        </a:p>
      </dgm:t>
    </dgm:pt>
    <dgm:pt modelId="{3ACDF13F-57AD-4F44-AC44-5A578FE1E574}" type="parTrans" cxnId="{7B19D6C1-518E-45AB-AE2D-B1BE29AFD2BC}">
      <dgm:prSet/>
      <dgm:spPr/>
      <dgm:t>
        <a:bodyPr/>
        <a:lstStyle/>
        <a:p>
          <a:endParaRPr lang="en-IN"/>
        </a:p>
      </dgm:t>
    </dgm:pt>
    <dgm:pt modelId="{4FC598CF-CEA7-42B5-84A2-1D2AE7AE6AD6}" type="sibTrans" cxnId="{7B19D6C1-518E-45AB-AE2D-B1BE29AFD2BC}">
      <dgm:prSet/>
      <dgm:spPr/>
      <dgm:t>
        <a:bodyPr/>
        <a:lstStyle/>
        <a:p>
          <a:endParaRPr lang="en-IN"/>
        </a:p>
      </dgm:t>
    </dgm:pt>
    <dgm:pt modelId="{9FA6B912-01DD-493D-A376-7014CEF9716D}" type="pres">
      <dgm:prSet presAssocID="{CAA336E5-4450-469D-911D-90113B87211A}" presName="linear" presStyleCnt="0">
        <dgm:presLayoutVars>
          <dgm:dir/>
          <dgm:animLvl val="lvl"/>
          <dgm:resizeHandles val="exact"/>
        </dgm:presLayoutVars>
      </dgm:prSet>
      <dgm:spPr/>
    </dgm:pt>
    <dgm:pt modelId="{11261783-6E6C-469F-BC59-353FFA205A9A}" type="pres">
      <dgm:prSet presAssocID="{C95293DE-82D9-4515-A66A-A196897AFEA4}" presName="parentLin" presStyleCnt="0"/>
      <dgm:spPr/>
    </dgm:pt>
    <dgm:pt modelId="{89D14C5C-5B1A-4F6C-9FCA-C5DAE22C939C}" type="pres">
      <dgm:prSet presAssocID="{C95293DE-82D9-4515-A66A-A196897AFEA4}" presName="parentLeftMargin" presStyleLbl="node1" presStyleIdx="0" presStyleCnt="5"/>
      <dgm:spPr/>
    </dgm:pt>
    <dgm:pt modelId="{E47CDC45-74B5-4486-BDDC-C9F4E9DE18B8}" type="pres">
      <dgm:prSet presAssocID="{C95293DE-82D9-4515-A66A-A196897AFEA4}" presName="parentText" presStyleLbl="node1" presStyleIdx="0" presStyleCnt="5" custScaleX="714460" custScaleY="159104">
        <dgm:presLayoutVars>
          <dgm:chMax val="0"/>
          <dgm:bulletEnabled val="1"/>
        </dgm:presLayoutVars>
      </dgm:prSet>
      <dgm:spPr/>
    </dgm:pt>
    <dgm:pt modelId="{DA659C7B-614B-4712-93D2-D9EAD7315164}" type="pres">
      <dgm:prSet presAssocID="{C95293DE-82D9-4515-A66A-A196897AFEA4}" presName="negativeSpace" presStyleCnt="0"/>
      <dgm:spPr/>
    </dgm:pt>
    <dgm:pt modelId="{2F779CDE-6A42-4E3F-AD79-01F019C79830}" type="pres">
      <dgm:prSet presAssocID="{C95293DE-82D9-4515-A66A-A196897AFEA4}" presName="childText" presStyleLbl="conFgAcc1" presStyleIdx="0" presStyleCnt="5">
        <dgm:presLayoutVars>
          <dgm:bulletEnabled val="1"/>
        </dgm:presLayoutVars>
      </dgm:prSet>
      <dgm:spPr/>
    </dgm:pt>
    <dgm:pt modelId="{76068CE5-222B-4D06-AC37-612F2DEFB1CB}" type="pres">
      <dgm:prSet presAssocID="{9F0DD5E1-700E-49B8-8C83-0FBE8623D3EC}" presName="spaceBetweenRectangles" presStyleCnt="0"/>
      <dgm:spPr/>
    </dgm:pt>
    <dgm:pt modelId="{3EA8CB27-7C53-4F8C-8FA8-FDF7FA03EF88}" type="pres">
      <dgm:prSet presAssocID="{59565CEC-6313-44D8-993A-DEFBBAD9023F}" presName="parentLin" presStyleCnt="0"/>
      <dgm:spPr/>
    </dgm:pt>
    <dgm:pt modelId="{B5CB4749-9999-4D20-870C-AFFF715997EA}" type="pres">
      <dgm:prSet presAssocID="{59565CEC-6313-44D8-993A-DEFBBAD9023F}" presName="parentLeftMargin" presStyleLbl="node1" presStyleIdx="0" presStyleCnt="5"/>
      <dgm:spPr/>
    </dgm:pt>
    <dgm:pt modelId="{921C97BE-C14F-422A-A93B-5BA4DCC3D2E9}" type="pres">
      <dgm:prSet presAssocID="{59565CEC-6313-44D8-993A-DEFBBAD9023F}" presName="parentText" presStyleLbl="node1" presStyleIdx="1" presStyleCnt="5" custScaleX="150037" custScaleY="136824" custLinFactNeighborX="-24648" custLinFactNeighborY="-92909">
        <dgm:presLayoutVars>
          <dgm:chMax val="0"/>
          <dgm:bulletEnabled val="1"/>
        </dgm:presLayoutVars>
      </dgm:prSet>
      <dgm:spPr/>
    </dgm:pt>
    <dgm:pt modelId="{09C79F7E-28D9-49D3-9221-D9113CF115AE}" type="pres">
      <dgm:prSet presAssocID="{59565CEC-6313-44D8-993A-DEFBBAD9023F}" presName="negativeSpace" presStyleCnt="0"/>
      <dgm:spPr/>
    </dgm:pt>
    <dgm:pt modelId="{C971D674-BAED-4B72-8AC7-DD40680F5161}" type="pres">
      <dgm:prSet presAssocID="{59565CEC-6313-44D8-993A-DEFBBAD9023F}" presName="childText" presStyleLbl="conFgAcc1" presStyleIdx="1" presStyleCnt="5">
        <dgm:presLayoutVars>
          <dgm:bulletEnabled val="1"/>
        </dgm:presLayoutVars>
      </dgm:prSet>
      <dgm:spPr/>
    </dgm:pt>
    <dgm:pt modelId="{E3673895-A0FC-43E3-BAD9-4AAAD86FDA64}" type="pres">
      <dgm:prSet presAssocID="{FA3A9FC5-F264-48F0-AA8A-C3A464EC5E4D}" presName="spaceBetweenRectangles" presStyleCnt="0"/>
      <dgm:spPr/>
    </dgm:pt>
    <dgm:pt modelId="{22077800-EE8E-4704-9DE4-1B37A1E1B34D}" type="pres">
      <dgm:prSet presAssocID="{F81AB54D-5D08-4D0F-B48B-32B9CE41C604}" presName="parentLin" presStyleCnt="0"/>
      <dgm:spPr/>
    </dgm:pt>
    <dgm:pt modelId="{2806DC6F-2F2A-4AAD-A587-E0D6AE6EB9D6}" type="pres">
      <dgm:prSet presAssocID="{F81AB54D-5D08-4D0F-B48B-32B9CE41C604}" presName="parentLeftMargin" presStyleLbl="node1" presStyleIdx="1" presStyleCnt="5"/>
      <dgm:spPr/>
    </dgm:pt>
    <dgm:pt modelId="{DEDDC2A0-E0B0-4033-8D63-98F925DF5C8B}" type="pres">
      <dgm:prSet presAssocID="{F81AB54D-5D08-4D0F-B48B-32B9CE41C604}" presName="parentText" presStyleLbl="node1" presStyleIdx="2" presStyleCnt="5" custScaleX="150037" custScaleY="197016">
        <dgm:presLayoutVars>
          <dgm:chMax val="0"/>
          <dgm:bulletEnabled val="1"/>
        </dgm:presLayoutVars>
      </dgm:prSet>
      <dgm:spPr/>
    </dgm:pt>
    <dgm:pt modelId="{B2E58AC7-9F71-4025-8A12-7CC0414043A4}" type="pres">
      <dgm:prSet presAssocID="{F81AB54D-5D08-4D0F-B48B-32B9CE41C604}" presName="negativeSpace" presStyleCnt="0"/>
      <dgm:spPr/>
    </dgm:pt>
    <dgm:pt modelId="{00E5B19C-D45D-4780-B504-776CB9AC1E2A}" type="pres">
      <dgm:prSet presAssocID="{F81AB54D-5D08-4D0F-B48B-32B9CE41C604}" presName="childText" presStyleLbl="conFgAcc1" presStyleIdx="2" presStyleCnt="5" custScaleY="170719" custLinFactY="-70867" custLinFactNeighborY="-100000">
        <dgm:presLayoutVars>
          <dgm:bulletEnabled val="1"/>
        </dgm:presLayoutVars>
      </dgm:prSet>
      <dgm:spPr/>
    </dgm:pt>
    <dgm:pt modelId="{E2B0F187-7D5D-4EA4-9077-6581A0D4AEE7}" type="pres">
      <dgm:prSet presAssocID="{BDEB218B-B532-4107-8E11-829A28886557}" presName="spaceBetweenRectangles" presStyleCnt="0"/>
      <dgm:spPr/>
    </dgm:pt>
    <dgm:pt modelId="{0089AE48-67D2-4619-8354-A6CEA9591210}" type="pres">
      <dgm:prSet presAssocID="{4DA19C74-1F7B-44C8-AAAC-10B8E38BD383}" presName="parentLin" presStyleCnt="0"/>
      <dgm:spPr/>
    </dgm:pt>
    <dgm:pt modelId="{F72866F7-45D4-4761-8982-FACFC52DCD04}" type="pres">
      <dgm:prSet presAssocID="{4DA19C74-1F7B-44C8-AAAC-10B8E38BD383}" presName="parentLeftMargin" presStyleLbl="node1" presStyleIdx="2" presStyleCnt="5"/>
      <dgm:spPr/>
    </dgm:pt>
    <dgm:pt modelId="{79E72DC8-E47F-40DF-B187-24C4DA6CF859}" type="pres">
      <dgm:prSet presAssocID="{4DA19C74-1F7B-44C8-AAAC-10B8E38BD383}" presName="parentText" presStyleLbl="node1" presStyleIdx="3" presStyleCnt="5" custScaleX="142857" custScaleY="304424">
        <dgm:presLayoutVars>
          <dgm:chMax val="0"/>
          <dgm:bulletEnabled val="1"/>
        </dgm:presLayoutVars>
      </dgm:prSet>
      <dgm:spPr/>
    </dgm:pt>
    <dgm:pt modelId="{419F929B-EDF1-4A45-91D8-27291D8FEF2B}" type="pres">
      <dgm:prSet presAssocID="{4DA19C74-1F7B-44C8-AAAC-10B8E38BD383}" presName="negativeSpace" presStyleCnt="0"/>
      <dgm:spPr/>
    </dgm:pt>
    <dgm:pt modelId="{ED1E2A93-0C76-4711-9650-66407F0E0DEB}" type="pres">
      <dgm:prSet presAssocID="{4DA19C74-1F7B-44C8-AAAC-10B8E38BD383}" presName="childText" presStyleLbl="conFgAcc1" presStyleIdx="3" presStyleCnt="5">
        <dgm:presLayoutVars>
          <dgm:bulletEnabled val="1"/>
        </dgm:presLayoutVars>
      </dgm:prSet>
      <dgm:spPr/>
    </dgm:pt>
    <dgm:pt modelId="{DBE05890-14D5-49C1-A41C-1B9E98FF7003}" type="pres">
      <dgm:prSet presAssocID="{F08E8403-745C-4578-A1B0-C2A2F375DBAC}" presName="spaceBetweenRectangles" presStyleCnt="0"/>
      <dgm:spPr/>
    </dgm:pt>
    <dgm:pt modelId="{6704D906-F499-411A-B106-9502C27F6724}" type="pres">
      <dgm:prSet presAssocID="{B0BF5676-0ECB-4C3C-922A-A7525163C628}" presName="parentLin" presStyleCnt="0"/>
      <dgm:spPr/>
    </dgm:pt>
    <dgm:pt modelId="{58DE7D92-B355-4EB6-990E-1EC87D936AB9}" type="pres">
      <dgm:prSet presAssocID="{B0BF5676-0ECB-4C3C-922A-A7525163C628}" presName="parentLeftMargin" presStyleLbl="node1" presStyleIdx="3" presStyleCnt="5"/>
      <dgm:spPr/>
    </dgm:pt>
    <dgm:pt modelId="{3AB4171A-C957-40CB-81A8-C88ADA408991}" type="pres">
      <dgm:prSet presAssocID="{B0BF5676-0ECB-4C3C-922A-A7525163C628}" presName="parentText" presStyleLbl="node1" presStyleIdx="4" presStyleCnt="5" custScaleX="142857" custScaleY="304424">
        <dgm:presLayoutVars>
          <dgm:chMax val="0"/>
          <dgm:bulletEnabled val="1"/>
        </dgm:presLayoutVars>
      </dgm:prSet>
      <dgm:spPr/>
    </dgm:pt>
    <dgm:pt modelId="{E37281E5-0BB5-4E35-9D7A-0DC69B40DC46}" type="pres">
      <dgm:prSet presAssocID="{B0BF5676-0ECB-4C3C-922A-A7525163C628}" presName="negativeSpace" presStyleCnt="0"/>
      <dgm:spPr/>
    </dgm:pt>
    <dgm:pt modelId="{77BBB710-6242-4387-97DD-883D15DB8F4D}" type="pres">
      <dgm:prSet presAssocID="{B0BF5676-0ECB-4C3C-922A-A7525163C628}" presName="childText" presStyleLbl="conFgAcc1" presStyleIdx="4" presStyleCnt="5">
        <dgm:presLayoutVars>
          <dgm:bulletEnabled val="1"/>
        </dgm:presLayoutVars>
      </dgm:prSet>
      <dgm:spPr/>
    </dgm:pt>
  </dgm:ptLst>
  <dgm:cxnLst>
    <dgm:cxn modelId="{75DAE60F-8EFA-418B-92D6-57610F337019}" type="presOf" srcId="{4DA19C74-1F7B-44C8-AAAC-10B8E38BD383}" destId="{F72866F7-45D4-4761-8982-FACFC52DCD04}" srcOrd="0" destOrd="0" presId="urn:microsoft.com/office/officeart/2005/8/layout/list1"/>
    <dgm:cxn modelId="{A5A01916-B121-47FB-A46A-DF01D5D62211}" type="presOf" srcId="{B0BF5676-0ECB-4C3C-922A-A7525163C628}" destId="{3AB4171A-C957-40CB-81A8-C88ADA408991}" srcOrd="1" destOrd="0" presId="urn:microsoft.com/office/officeart/2005/8/layout/list1"/>
    <dgm:cxn modelId="{6CCD8F1A-B822-474C-B509-CD61B9BFC601}" type="presOf" srcId="{C95293DE-82D9-4515-A66A-A196897AFEA4}" destId="{89D14C5C-5B1A-4F6C-9FCA-C5DAE22C939C}" srcOrd="0" destOrd="0" presId="urn:microsoft.com/office/officeart/2005/8/layout/list1"/>
    <dgm:cxn modelId="{57196126-4939-4002-A0BF-6E5391F6549C}" type="presOf" srcId="{F81AB54D-5D08-4D0F-B48B-32B9CE41C604}" destId="{2806DC6F-2F2A-4AAD-A587-E0D6AE6EB9D6}" srcOrd="0" destOrd="0" presId="urn:microsoft.com/office/officeart/2005/8/layout/list1"/>
    <dgm:cxn modelId="{0A15F826-AC80-4F52-B2C7-776530CD5A98}" type="presOf" srcId="{59565CEC-6313-44D8-993A-DEFBBAD9023F}" destId="{921C97BE-C14F-422A-A93B-5BA4DCC3D2E9}" srcOrd="1" destOrd="0" presId="urn:microsoft.com/office/officeart/2005/8/layout/list1"/>
    <dgm:cxn modelId="{4DAC1362-DB6F-442A-B4E8-A9BBC2167689}" type="presOf" srcId="{F81AB54D-5D08-4D0F-B48B-32B9CE41C604}" destId="{DEDDC2A0-E0B0-4033-8D63-98F925DF5C8B}" srcOrd="1" destOrd="0" presId="urn:microsoft.com/office/officeart/2005/8/layout/list1"/>
    <dgm:cxn modelId="{10798971-0FD0-4F26-9053-EF2BD42ABD6C}" type="presOf" srcId="{B0BF5676-0ECB-4C3C-922A-A7525163C628}" destId="{58DE7D92-B355-4EB6-990E-1EC87D936AB9}" srcOrd="0" destOrd="0" presId="urn:microsoft.com/office/officeart/2005/8/layout/list1"/>
    <dgm:cxn modelId="{50790456-EDC1-490C-A159-F2BA26EB144B}" srcId="{CAA336E5-4450-469D-911D-90113B87211A}" destId="{4DA19C74-1F7B-44C8-AAAC-10B8E38BD383}" srcOrd="3" destOrd="0" parTransId="{3A223C7A-BDB1-4CB6-A114-70731B1667B8}" sibTransId="{F08E8403-745C-4578-A1B0-C2A2F375DBAC}"/>
    <dgm:cxn modelId="{C3E2837F-448F-40CE-9FB6-BDD81CDEE557}" srcId="{CAA336E5-4450-469D-911D-90113B87211A}" destId="{F81AB54D-5D08-4D0F-B48B-32B9CE41C604}" srcOrd="2" destOrd="0" parTransId="{130F0DD8-DB21-481F-A178-63EE6A811B48}" sibTransId="{BDEB218B-B532-4107-8E11-829A28886557}"/>
    <dgm:cxn modelId="{707B1B80-BE79-40D0-9F91-4F918D72410B}" type="presOf" srcId="{59565CEC-6313-44D8-993A-DEFBBAD9023F}" destId="{B5CB4749-9999-4D20-870C-AFFF715997EA}" srcOrd="0" destOrd="0" presId="urn:microsoft.com/office/officeart/2005/8/layout/list1"/>
    <dgm:cxn modelId="{1E014381-1D6E-4B22-A396-70D09DC884C1}" srcId="{CAA336E5-4450-469D-911D-90113B87211A}" destId="{59565CEC-6313-44D8-993A-DEFBBAD9023F}" srcOrd="1" destOrd="0" parTransId="{BA8A1D01-4C5D-41E6-9917-144667DBE69E}" sibTransId="{FA3A9FC5-F264-48F0-AA8A-C3A464EC5E4D}"/>
    <dgm:cxn modelId="{56E9B7B3-C67F-40BD-B889-0E325946CE93}" type="presOf" srcId="{C95293DE-82D9-4515-A66A-A196897AFEA4}" destId="{E47CDC45-74B5-4486-BDDC-C9F4E9DE18B8}" srcOrd="1" destOrd="0" presId="urn:microsoft.com/office/officeart/2005/8/layout/list1"/>
    <dgm:cxn modelId="{5F6661BC-6E24-490B-B415-29EAEAE4C361}" type="presOf" srcId="{4DA19C74-1F7B-44C8-AAAC-10B8E38BD383}" destId="{79E72DC8-E47F-40DF-B187-24C4DA6CF859}" srcOrd="1" destOrd="0" presId="urn:microsoft.com/office/officeart/2005/8/layout/list1"/>
    <dgm:cxn modelId="{7B19D6C1-518E-45AB-AE2D-B1BE29AFD2BC}" srcId="{CAA336E5-4450-469D-911D-90113B87211A}" destId="{B0BF5676-0ECB-4C3C-922A-A7525163C628}" srcOrd="4" destOrd="0" parTransId="{3ACDF13F-57AD-4F44-AC44-5A578FE1E574}" sibTransId="{4FC598CF-CEA7-42B5-84A2-1D2AE7AE6AD6}"/>
    <dgm:cxn modelId="{451F25CE-350C-45C0-A700-92D5534E0B92}" type="presOf" srcId="{CAA336E5-4450-469D-911D-90113B87211A}" destId="{9FA6B912-01DD-493D-A376-7014CEF9716D}" srcOrd="0" destOrd="0" presId="urn:microsoft.com/office/officeart/2005/8/layout/list1"/>
    <dgm:cxn modelId="{A8BA63F7-42E9-462B-9467-BD2C72DF4344}" srcId="{CAA336E5-4450-469D-911D-90113B87211A}" destId="{C95293DE-82D9-4515-A66A-A196897AFEA4}" srcOrd="0" destOrd="0" parTransId="{E6FC47C6-A844-4A9D-B7F8-CFA3B9E8566B}" sibTransId="{9F0DD5E1-700E-49B8-8C83-0FBE8623D3EC}"/>
    <dgm:cxn modelId="{DC9C3A1F-92DB-439D-A026-79544D9364AD}" type="presParOf" srcId="{9FA6B912-01DD-493D-A376-7014CEF9716D}" destId="{11261783-6E6C-469F-BC59-353FFA205A9A}" srcOrd="0" destOrd="0" presId="urn:microsoft.com/office/officeart/2005/8/layout/list1"/>
    <dgm:cxn modelId="{008BB846-E578-4C80-8C76-A6B01F463764}" type="presParOf" srcId="{11261783-6E6C-469F-BC59-353FFA205A9A}" destId="{89D14C5C-5B1A-4F6C-9FCA-C5DAE22C939C}" srcOrd="0" destOrd="0" presId="urn:microsoft.com/office/officeart/2005/8/layout/list1"/>
    <dgm:cxn modelId="{C504942C-17B7-4B8C-A451-229EEF020401}" type="presParOf" srcId="{11261783-6E6C-469F-BC59-353FFA205A9A}" destId="{E47CDC45-74B5-4486-BDDC-C9F4E9DE18B8}" srcOrd="1" destOrd="0" presId="urn:microsoft.com/office/officeart/2005/8/layout/list1"/>
    <dgm:cxn modelId="{30A65171-BA95-4233-90A2-A154A9F2DEF8}" type="presParOf" srcId="{9FA6B912-01DD-493D-A376-7014CEF9716D}" destId="{DA659C7B-614B-4712-93D2-D9EAD7315164}" srcOrd="1" destOrd="0" presId="urn:microsoft.com/office/officeart/2005/8/layout/list1"/>
    <dgm:cxn modelId="{436E2A7A-FE8A-44E9-A946-B7CB1C1C1025}" type="presParOf" srcId="{9FA6B912-01DD-493D-A376-7014CEF9716D}" destId="{2F779CDE-6A42-4E3F-AD79-01F019C79830}" srcOrd="2" destOrd="0" presId="urn:microsoft.com/office/officeart/2005/8/layout/list1"/>
    <dgm:cxn modelId="{02D4E784-BE44-4E96-B10C-795CA67E91AA}" type="presParOf" srcId="{9FA6B912-01DD-493D-A376-7014CEF9716D}" destId="{76068CE5-222B-4D06-AC37-612F2DEFB1CB}" srcOrd="3" destOrd="0" presId="urn:microsoft.com/office/officeart/2005/8/layout/list1"/>
    <dgm:cxn modelId="{5F173B28-01FE-42EA-B632-38FADFF3EFA8}" type="presParOf" srcId="{9FA6B912-01DD-493D-A376-7014CEF9716D}" destId="{3EA8CB27-7C53-4F8C-8FA8-FDF7FA03EF88}" srcOrd="4" destOrd="0" presId="urn:microsoft.com/office/officeart/2005/8/layout/list1"/>
    <dgm:cxn modelId="{DED4B3FE-632E-417F-ADC9-5357825AA82E}" type="presParOf" srcId="{3EA8CB27-7C53-4F8C-8FA8-FDF7FA03EF88}" destId="{B5CB4749-9999-4D20-870C-AFFF715997EA}" srcOrd="0" destOrd="0" presId="urn:microsoft.com/office/officeart/2005/8/layout/list1"/>
    <dgm:cxn modelId="{8DA7E8F0-8619-4E0F-89CE-D62731188797}" type="presParOf" srcId="{3EA8CB27-7C53-4F8C-8FA8-FDF7FA03EF88}" destId="{921C97BE-C14F-422A-A93B-5BA4DCC3D2E9}" srcOrd="1" destOrd="0" presId="urn:microsoft.com/office/officeart/2005/8/layout/list1"/>
    <dgm:cxn modelId="{9FAAE0FA-21D0-4126-AC37-2F0960AA6C0F}" type="presParOf" srcId="{9FA6B912-01DD-493D-A376-7014CEF9716D}" destId="{09C79F7E-28D9-49D3-9221-D9113CF115AE}" srcOrd="5" destOrd="0" presId="urn:microsoft.com/office/officeart/2005/8/layout/list1"/>
    <dgm:cxn modelId="{7A888561-32FC-4457-B730-F3C91EF2E1E5}" type="presParOf" srcId="{9FA6B912-01DD-493D-A376-7014CEF9716D}" destId="{C971D674-BAED-4B72-8AC7-DD40680F5161}" srcOrd="6" destOrd="0" presId="urn:microsoft.com/office/officeart/2005/8/layout/list1"/>
    <dgm:cxn modelId="{100E1228-9D86-493D-9996-1EB690C35DC0}" type="presParOf" srcId="{9FA6B912-01DD-493D-A376-7014CEF9716D}" destId="{E3673895-A0FC-43E3-BAD9-4AAAD86FDA64}" srcOrd="7" destOrd="0" presId="urn:microsoft.com/office/officeart/2005/8/layout/list1"/>
    <dgm:cxn modelId="{0868779E-D0AB-4633-AE0E-C32E01D474FF}" type="presParOf" srcId="{9FA6B912-01DD-493D-A376-7014CEF9716D}" destId="{22077800-EE8E-4704-9DE4-1B37A1E1B34D}" srcOrd="8" destOrd="0" presId="urn:microsoft.com/office/officeart/2005/8/layout/list1"/>
    <dgm:cxn modelId="{0CC3C963-F6B1-4A3A-BFEC-BA121F1424C3}" type="presParOf" srcId="{22077800-EE8E-4704-9DE4-1B37A1E1B34D}" destId="{2806DC6F-2F2A-4AAD-A587-E0D6AE6EB9D6}" srcOrd="0" destOrd="0" presId="urn:microsoft.com/office/officeart/2005/8/layout/list1"/>
    <dgm:cxn modelId="{6D3E8D11-54FE-43AF-95AD-A341AB3A9F75}" type="presParOf" srcId="{22077800-EE8E-4704-9DE4-1B37A1E1B34D}" destId="{DEDDC2A0-E0B0-4033-8D63-98F925DF5C8B}" srcOrd="1" destOrd="0" presId="urn:microsoft.com/office/officeart/2005/8/layout/list1"/>
    <dgm:cxn modelId="{1A778542-962D-45CB-9B00-395DC5E056F4}" type="presParOf" srcId="{9FA6B912-01DD-493D-A376-7014CEF9716D}" destId="{B2E58AC7-9F71-4025-8A12-7CC0414043A4}" srcOrd="9" destOrd="0" presId="urn:microsoft.com/office/officeart/2005/8/layout/list1"/>
    <dgm:cxn modelId="{AF1C7FEF-3333-43A2-90E0-0DA55ADE9040}" type="presParOf" srcId="{9FA6B912-01DD-493D-A376-7014CEF9716D}" destId="{00E5B19C-D45D-4780-B504-776CB9AC1E2A}" srcOrd="10" destOrd="0" presId="urn:microsoft.com/office/officeart/2005/8/layout/list1"/>
    <dgm:cxn modelId="{D77C9AAE-07C9-4480-AB1C-684A56DE8E9E}" type="presParOf" srcId="{9FA6B912-01DD-493D-A376-7014CEF9716D}" destId="{E2B0F187-7D5D-4EA4-9077-6581A0D4AEE7}" srcOrd="11" destOrd="0" presId="urn:microsoft.com/office/officeart/2005/8/layout/list1"/>
    <dgm:cxn modelId="{B74FDA01-0CDA-447C-A369-9EF5C078E9ED}" type="presParOf" srcId="{9FA6B912-01DD-493D-A376-7014CEF9716D}" destId="{0089AE48-67D2-4619-8354-A6CEA9591210}" srcOrd="12" destOrd="0" presId="urn:microsoft.com/office/officeart/2005/8/layout/list1"/>
    <dgm:cxn modelId="{4B2C2DCC-5382-4372-941E-B22AD33E0F99}" type="presParOf" srcId="{0089AE48-67D2-4619-8354-A6CEA9591210}" destId="{F72866F7-45D4-4761-8982-FACFC52DCD04}" srcOrd="0" destOrd="0" presId="urn:microsoft.com/office/officeart/2005/8/layout/list1"/>
    <dgm:cxn modelId="{02372D23-77CF-4D42-B7E3-EB8104049D48}" type="presParOf" srcId="{0089AE48-67D2-4619-8354-A6CEA9591210}" destId="{79E72DC8-E47F-40DF-B187-24C4DA6CF859}" srcOrd="1" destOrd="0" presId="urn:microsoft.com/office/officeart/2005/8/layout/list1"/>
    <dgm:cxn modelId="{507C53F7-04F7-4354-859E-24966307FE4A}" type="presParOf" srcId="{9FA6B912-01DD-493D-A376-7014CEF9716D}" destId="{419F929B-EDF1-4A45-91D8-27291D8FEF2B}" srcOrd="13" destOrd="0" presId="urn:microsoft.com/office/officeart/2005/8/layout/list1"/>
    <dgm:cxn modelId="{7C8A2C7E-B98E-4021-981F-9C5B9FF86BBA}" type="presParOf" srcId="{9FA6B912-01DD-493D-A376-7014CEF9716D}" destId="{ED1E2A93-0C76-4711-9650-66407F0E0DEB}" srcOrd="14" destOrd="0" presId="urn:microsoft.com/office/officeart/2005/8/layout/list1"/>
    <dgm:cxn modelId="{430F3E6F-238A-40AF-91AE-2D8C8FC2D170}" type="presParOf" srcId="{9FA6B912-01DD-493D-A376-7014CEF9716D}" destId="{DBE05890-14D5-49C1-A41C-1B9E98FF7003}" srcOrd="15" destOrd="0" presId="urn:microsoft.com/office/officeart/2005/8/layout/list1"/>
    <dgm:cxn modelId="{6B492343-B113-41AE-8423-8280F7D1D896}" type="presParOf" srcId="{9FA6B912-01DD-493D-A376-7014CEF9716D}" destId="{6704D906-F499-411A-B106-9502C27F6724}" srcOrd="16" destOrd="0" presId="urn:microsoft.com/office/officeart/2005/8/layout/list1"/>
    <dgm:cxn modelId="{117FA35C-7CD9-4F8D-8B28-3E00582228F3}" type="presParOf" srcId="{6704D906-F499-411A-B106-9502C27F6724}" destId="{58DE7D92-B355-4EB6-990E-1EC87D936AB9}" srcOrd="0" destOrd="0" presId="urn:microsoft.com/office/officeart/2005/8/layout/list1"/>
    <dgm:cxn modelId="{B454C2DB-AA6D-495A-AD1C-1CF3855A35DA}" type="presParOf" srcId="{6704D906-F499-411A-B106-9502C27F6724}" destId="{3AB4171A-C957-40CB-81A8-C88ADA408991}" srcOrd="1" destOrd="0" presId="urn:microsoft.com/office/officeart/2005/8/layout/list1"/>
    <dgm:cxn modelId="{3FBF17F1-4A27-4374-BEE7-004B7DF9AB36}" type="presParOf" srcId="{9FA6B912-01DD-493D-A376-7014CEF9716D}" destId="{E37281E5-0BB5-4E35-9D7A-0DC69B40DC46}" srcOrd="17" destOrd="0" presId="urn:microsoft.com/office/officeart/2005/8/layout/list1"/>
    <dgm:cxn modelId="{9F977C66-01DD-40A0-A23B-5140598BE2D8}" type="presParOf" srcId="{9FA6B912-01DD-493D-A376-7014CEF9716D}" destId="{77BBB710-6242-4387-97DD-883D15DB8F4D}"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AF47B08-DECF-4EAF-907B-D02E6A94C44C}"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IN"/>
        </a:p>
      </dgm:t>
    </dgm:pt>
    <dgm:pt modelId="{422187B3-8C9A-4480-8288-C72AAEFCD2F1}">
      <dgm:prSet custT="1"/>
      <dgm:spPr/>
      <dgm:t>
        <a:bodyPr/>
        <a:lstStyle/>
        <a:p>
          <a:r>
            <a:rPr lang="en-IN" sz="2800" dirty="0"/>
            <a:t>You can use the passive form if you think that the </a:t>
          </a:r>
          <a:r>
            <a:rPr lang="en-IN" sz="2800" b="1" dirty="0"/>
            <a:t>thing receiving the action is more important or should be emphasized.</a:t>
          </a:r>
          <a:r>
            <a:rPr lang="en-IN" sz="2800" dirty="0"/>
            <a:t> </a:t>
          </a:r>
          <a:endParaRPr lang="en-IN" sz="2800" b="1" dirty="0"/>
        </a:p>
      </dgm:t>
    </dgm:pt>
    <dgm:pt modelId="{7E2A729F-EABE-48E5-A3F0-F9AA80E5D9D5}" type="parTrans" cxnId="{5D8910BC-63BA-4A30-B607-A0EB0BCFCACA}">
      <dgm:prSet/>
      <dgm:spPr/>
      <dgm:t>
        <a:bodyPr/>
        <a:lstStyle/>
        <a:p>
          <a:endParaRPr lang="en-IN"/>
        </a:p>
      </dgm:t>
    </dgm:pt>
    <dgm:pt modelId="{9A91B11B-8F16-440B-8BE9-8621B3806F18}" type="sibTrans" cxnId="{5D8910BC-63BA-4A30-B607-A0EB0BCFCACA}">
      <dgm:prSet/>
      <dgm:spPr/>
      <dgm:t>
        <a:bodyPr/>
        <a:lstStyle/>
        <a:p>
          <a:endParaRPr lang="en-IN"/>
        </a:p>
      </dgm:t>
    </dgm:pt>
    <dgm:pt modelId="{7E777B00-0FE1-4644-A5C1-C1F796BB065E}">
      <dgm:prSet custT="1"/>
      <dgm:spPr/>
      <dgm:t>
        <a:bodyPr/>
        <a:lstStyle/>
        <a:p>
          <a:r>
            <a:rPr lang="en-IN" sz="2800" b="1" dirty="0">
              <a:solidFill>
                <a:srgbClr val="C00000"/>
              </a:solidFill>
            </a:rPr>
            <a:t>Sometimes a statement in passive is more polite than active voice, as the following</a:t>
          </a:r>
          <a:endParaRPr lang="en-IN" sz="2800" b="1" dirty="0"/>
        </a:p>
      </dgm:t>
    </dgm:pt>
    <dgm:pt modelId="{16A85DED-AFB6-45DB-B08D-CCC0CD3ADDD5}" type="parTrans" cxnId="{59444E81-81E1-4F53-B491-4BE7ABDCA173}">
      <dgm:prSet/>
      <dgm:spPr/>
      <dgm:t>
        <a:bodyPr/>
        <a:lstStyle/>
        <a:p>
          <a:endParaRPr lang="en-IN"/>
        </a:p>
      </dgm:t>
    </dgm:pt>
    <dgm:pt modelId="{BDD44C8D-8F1F-4587-A07B-DA78CB6B5BB0}" type="sibTrans" cxnId="{59444E81-81E1-4F53-B491-4BE7ABDCA173}">
      <dgm:prSet/>
      <dgm:spPr/>
      <dgm:t>
        <a:bodyPr/>
        <a:lstStyle/>
        <a:p>
          <a:endParaRPr lang="en-IN"/>
        </a:p>
      </dgm:t>
    </dgm:pt>
    <dgm:pt modelId="{905A60B9-52A8-4CA2-884D-BC2D6ACA81AA}">
      <dgm:prSet custT="1"/>
      <dgm:spPr/>
      <dgm:t>
        <a:bodyPr/>
        <a:lstStyle/>
        <a:p>
          <a:r>
            <a:rPr lang="en-IN" sz="2800" b="1" dirty="0"/>
            <a:t>Example: A mistake was made.</a:t>
          </a:r>
        </a:p>
      </dgm:t>
    </dgm:pt>
    <dgm:pt modelId="{A3C7E94C-35E1-4E3C-8BCC-18FFE952AB55}" type="parTrans" cxnId="{3C8BFF52-7402-4E43-BA4A-EA14CF4AE3B8}">
      <dgm:prSet/>
      <dgm:spPr/>
      <dgm:t>
        <a:bodyPr/>
        <a:lstStyle/>
        <a:p>
          <a:endParaRPr lang="en-IN"/>
        </a:p>
      </dgm:t>
    </dgm:pt>
    <dgm:pt modelId="{BB6EA7EB-6C58-4D7D-8ADB-6FA6ECB5041B}" type="sibTrans" cxnId="{3C8BFF52-7402-4E43-BA4A-EA14CF4AE3B8}">
      <dgm:prSet/>
      <dgm:spPr/>
      <dgm:t>
        <a:bodyPr/>
        <a:lstStyle/>
        <a:p>
          <a:endParaRPr lang="en-IN"/>
        </a:p>
      </dgm:t>
    </dgm:pt>
    <dgm:pt modelId="{AB0A2B0F-E33E-4547-BBAB-C48A6574F5E8}">
      <dgm:prSet custT="1"/>
      <dgm:spPr/>
      <dgm:t>
        <a:bodyPr/>
        <a:lstStyle/>
        <a:p>
          <a:r>
            <a:rPr lang="en-IN" sz="2800" b="1" dirty="0"/>
            <a:t>In this case, </a:t>
          </a:r>
          <a:r>
            <a:rPr lang="en-IN" sz="2800" b="1" dirty="0">
              <a:solidFill>
                <a:srgbClr val="C00000"/>
              </a:solidFill>
            </a:rPr>
            <a:t>I focus on the fact that a mistake was made</a:t>
          </a:r>
          <a:r>
            <a:rPr lang="en-IN" sz="2800" b="1" dirty="0"/>
            <a:t>, but I do not blame anyone (e.g. You have made a mistake.).</a:t>
          </a:r>
        </a:p>
      </dgm:t>
    </dgm:pt>
    <dgm:pt modelId="{746C8690-822E-4A11-A912-9843208276A5}" type="parTrans" cxnId="{ED02A73A-8C3D-45AC-A27C-207800F89629}">
      <dgm:prSet/>
      <dgm:spPr/>
      <dgm:t>
        <a:bodyPr/>
        <a:lstStyle/>
        <a:p>
          <a:endParaRPr lang="en-IN"/>
        </a:p>
      </dgm:t>
    </dgm:pt>
    <dgm:pt modelId="{5E80345B-D354-405A-9AB5-D3B9519C85BA}" type="sibTrans" cxnId="{ED02A73A-8C3D-45AC-A27C-207800F89629}">
      <dgm:prSet/>
      <dgm:spPr/>
      <dgm:t>
        <a:bodyPr/>
        <a:lstStyle/>
        <a:p>
          <a:endParaRPr lang="en-IN"/>
        </a:p>
      </dgm:t>
    </dgm:pt>
    <dgm:pt modelId="{825D457C-0520-45D3-B44A-D1644D9ABC48}">
      <dgm:prSet custT="1"/>
      <dgm:spPr/>
      <dgm:t>
        <a:bodyPr/>
        <a:lstStyle/>
        <a:p>
          <a:r>
            <a:rPr lang="en-IN" sz="2400" dirty="0"/>
            <a:t>You can </a:t>
          </a:r>
          <a:r>
            <a:rPr lang="en-IN" sz="2400" b="1" dirty="0"/>
            <a:t>also use the passive form if </a:t>
          </a:r>
          <a:r>
            <a:rPr lang="en-IN" sz="2400" b="1" dirty="0" err="1"/>
            <a:t>if</a:t>
          </a:r>
          <a:r>
            <a:rPr lang="en-IN" sz="2400" b="1" dirty="0"/>
            <a:t> you do not want to mention who is doing the action</a:t>
          </a:r>
          <a:r>
            <a:rPr lang="en-IN" sz="1100" b="1" dirty="0"/>
            <a:t>.</a:t>
          </a:r>
        </a:p>
      </dgm:t>
    </dgm:pt>
    <dgm:pt modelId="{8F33ABBD-086D-4CEE-BDE8-6F9794850C53}" type="parTrans" cxnId="{8A9DE5F1-46B2-411E-BE5D-6A4606747CC9}">
      <dgm:prSet/>
      <dgm:spPr/>
      <dgm:t>
        <a:bodyPr/>
        <a:lstStyle/>
        <a:p>
          <a:endParaRPr lang="en-IN"/>
        </a:p>
      </dgm:t>
    </dgm:pt>
    <dgm:pt modelId="{87D1AEE4-1BC5-4577-A011-2124B3E9D317}" type="sibTrans" cxnId="{8A9DE5F1-46B2-411E-BE5D-6A4606747CC9}">
      <dgm:prSet/>
      <dgm:spPr/>
      <dgm:t>
        <a:bodyPr/>
        <a:lstStyle/>
        <a:p>
          <a:endParaRPr lang="en-IN"/>
        </a:p>
      </dgm:t>
    </dgm:pt>
    <dgm:pt modelId="{E02218D2-46AC-458E-ABED-20FE67CA9059}" type="pres">
      <dgm:prSet presAssocID="{CAF47B08-DECF-4EAF-907B-D02E6A94C44C}" presName="linear" presStyleCnt="0">
        <dgm:presLayoutVars>
          <dgm:dir/>
          <dgm:animLvl val="lvl"/>
          <dgm:resizeHandles val="exact"/>
        </dgm:presLayoutVars>
      </dgm:prSet>
      <dgm:spPr/>
    </dgm:pt>
    <dgm:pt modelId="{C74826B0-9240-4C73-B7A2-12E9C73EFA05}" type="pres">
      <dgm:prSet presAssocID="{422187B3-8C9A-4480-8288-C72AAEFCD2F1}" presName="parentLin" presStyleCnt="0"/>
      <dgm:spPr/>
    </dgm:pt>
    <dgm:pt modelId="{E54C3C28-D49C-4D05-B8C5-C273C2C5F3CC}" type="pres">
      <dgm:prSet presAssocID="{422187B3-8C9A-4480-8288-C72AAEFCD2F1}" presName="parentLeftMargin" presStyleLbl="node1" presStyleIdx="0" presStyleCnt="5"/>
      <dgm:spPr/>
    </dgm:pt>
    <dgm:pt modelId="{103C9821-CAF5-429D-9C4E-8F9AA11F4F44}" type="pres">
      <dgm:prSet presAssocID="{422187B3-8C9A-4480-8288-C72AAEFCD2F1}" presName="parentText" presStyleLbl="node1" presStyleIdx="0" presStyleCnt="5" custScaleX="150037" custScaleY="292452">
        <dgm:presLayoutVars>
          <dgm:chMax val="0"/>
          <dgm:bulletEnabled val="1"/>
        </dgm:presLayoutVars>
      </dgm:prSet>
      <dgm:spPr/>
    </dgm:pt>
    <dgm:pt modelId="{13C84D92-F2D5-45A6-8EA2-34157F1FB510}" type="pres">
      <dgm:prSet presAssocID="{422187B3-8C9A-4480-8288-C72AAEFCD2F1}" presName="negativeSpace" presStyleCnt="0"/>
      <dgm:spPr/>
    </dgm:pt>
    <dgm:pt modelId="{BCC27AA1-4277-4B01-8DE2-A09458D5AAD5}" type="pres">
      <dgm:prSet presAssocID="{422187B3-8C9A-4480-8288-C72AAEFCD2F1}" presName="childText" presStyleLbl="conFgAcc1" presStyleIdx="0" presStyleCnt="5">
        <dgm:presLayoutVars>
          <dgm:bulletEnabled val="1"/>
        </dgm:presLayoutVars>
      </dgm:prSet>
      <dgm:spPr/>
    </dgm:pt>
    <dgm:pt modelId="{E0A01729-20F5-4326-B2C1-5201481177C7}" type="pres">
      <dgm:prSet presAssocID="{9A91B11B-8F16-440B-8BE9-8621B3806F18}" presName="spaceBetweenRectangles" presStyleCnt="0"/>
      <dgm:spPr/>
    </dgm:pt>
    <dgm:pt modelId="{28778EB3-8B45-4480-962C-B0DF4E903029}" type="pres">
      <dgm:prSet presAssocID="{825D457C-0520-45D3-B44A-D1644D9ABC48}" presName="parentLin" presStyleCnt="0"/>
      <dgm:spPr/>
    </dgm:pt>
    <dgm:pt modelId="{EC5E285F-3104-42FD-938E-48AFFB82DB60}" type="pres">
      <dgm:prSet presAssocID="{825D457C-0520-45D3-B44A-D1644D9ABC48}" presName="parentLeftMargin" presStyleLbl="node1" presStyleIdx="0" presStyleCnt="5" custScaleX="157296" custScaleY="469496"/>
      <dgm:spPr/>
    </dgm:pt>
    <dgm:pt modelId="{DF7A2EA6-AFC2-43E0-9CA1-C3FCB9A64527}" type="pres">
      <dgm:prSet presAssocID="{825D457C-0520-45D3-B44A-D1644D9ABC48}" presName="parentText" presStyleLbl="node1" presStyleIdx="1" presStyleCnt="5" custScaleX="157635">
        <dgm:presLayoutVars>
          <dgm:chMax val="0"/>
          <dgm:bulletEnabled val="1"/>
        </dgm:presLayoutVars>
      </dgm:prSet>
      <dgm:spPr/>
    </dgm:pt>
    <dgm:pt modelId="{BF55B7E2-5AC6-494A-8850-03080AD97142}" type="pres">
      <dgm:prSet presAssocID="{825D457C-0520-45D3-B44A-D1644D9ABC48}" presName="negativeSpace" presStyleCnt="0"/>
      <dgm:spPr/>
    </dgm:pt>
    <dgm:pt modelId="{8A44B178-B8DE-4A69-9665-8F54EC506FC2}" type="pres">
      <dgm:prSet presAssocID="{825D457C-0520-45D3-B44A-D1644D9ABC48}" presName="childText" presStyleLbl="conFgAcc1" presStyleIdx="1" presStyleCnt="5">
        <dgm:presLayoutVars>
          <dgm:bulletEnabled val="1"/>
        </dgm:presLayoutVars>
      </dgm:prSet>
      <dgm:spPr/>
    </dgm:pt>
    <dgm:pt modelId="{509921E7-BDF0-46A1-9B75-7A7F2C52FF1E}" type="pres">
      <dgm:prSet presAssocID="{87D1AEE4-1BC5-4577-A011-2124B3E9D317}" presName="spaceBetweenRectangles" presStyleCnt="0"/>
      <dgm:spPr/>
    </dgm:pt>
    <dgm:pt modelId="{A1BD4817-1205-491D-B69A-C0F2CF62C597}" type="pres">
      <dgm:prSet presAssocID="{7E777B00-0FE1-4644-A5C1-C1F796BB065E}" presName="parentLin" presStyleCnt="0"/>
      <dgm:spPr/>
    </dgm:pt>
    <dgm:pt modelId="{21E636F0-D9F2-443F-9639-83D9D446D299}" type="pres">
      <dgm:prSet presAssocID="{7E777B00-0FE1-4644-A5C1-C1F796BB065E}" presName="parentLeftMargin" presStyleLbl="node1" presStyleIdx="1" presStyleCnt="5"/>
      <dgm:spPr/>
    </dgm:pt>
    <dgm:pt modelId="{D4105B05-F2BF-40AD-8A52-C7084BA4F1E9}" type="pres">
      <dgm:prSet presAssocID="{7E777B00-0FE1-4644-A5C1-C1F796BB065E}" presName="parentText" presStyleLbl="node1" presStyleIdx="2" presStyleCnt="5" custScaleX="142857">
        <dgm:presLayoutVars>
          <dgm:chMax val="0"/>
          <dgm:bulletEnabled val="1"/>
        </dgm:presLayoutVars>
      </dgm:prSet>
      <dgm:spPr/>
    </dgm:pt>
    <dgm:pt modelId="{BE96D6C3-62AC-447C-B9D9-F839870D91DF}" type="pres">
      <dgm:prSet presAssocID="{7E777B00-0FE1-4644-A5C1-C1F796BB065E}" presName="negativeSpace" presStyleCnt="0"/>
      <dgm:spPr/>
    </dgm:pt>
    <dgm:pt modelId="{BD5E9BA1-FBD1-4A44-89F3-1D7EE3B1CD67}" type="pres">
      <dgm:prSet presAssocID="{7E777B00-0FE1-4644-A5C1-C1F796BB065E}" presName="childText" presStyleLbl="conFgAcc1" presStyleIdx="2" presStyleCnt="5">
        <dgm:presLayoutVars>
          <dgm:bulletEnabled val="1"/>
        </dgm:presLayoutVars>
      </dgm:prSet>
      <dgm:spPr/>
    </dgm:pt>
    <dgm:pt modelId="{2C23AB97-1B19-4567-8F8E-9EDB5ED5343B}" type="pres">
      <dgm:prSet presAssocID="{BDD44C8D-8F1F-4587-A07B-DA78CB6B5BB0}" presName="spaceBetweenRectangles" presStyleCnt="0"/>
      <dgm:spPr/>
    </dgm:pt>
    <dgm:pt modelId="{E0EFC5E8-ACCD-480F-9574-3BD6B6EB14B2}" type="pres">
      <dgm:prSet presAssocID="{905A60B9-52A8-4CA2-884D-BC2D6ACA81AA}" presName="parentLin" presStyleCnt="0"/>
      <dgm:spPr/>
    </dgm:pt>
    <dgm:pt modelId="{67C54F9C-6536-4EC8-9F5A-FDC4AF1BB6FD}" type="pres">
      <dgm:prSet presAssocID="{905A60B9-52A8-4CA2-884D-BC2D6ACA81AA}" presName="parentLeftMargin" presStyleLbl="node1" presStyleIdx="2" presStyleCnt="5"/>
      <dgm:spPr/>
    </dgm:pt>
    <dgm:pt modelId="{D2F04BB9-3744-4A00-959D-460D8BCE0014}" type="pres">
      <dgm:prSet presAssocID="{905A60B9-52A8-4CA2-884D-BC2D6ACA81AA}" presName="parentText" presStyleLbl="node1" presStyleIdx="3" presStyleCnt="5" custScaleX="142857">
        <dgm:presLayoutVars>
          <dgm:chMax val="0"/>
          <dgm:bulletEnabled val="1"/>
        </dgm:presLayoutVars>
      </dgm:prSet>
      <dgm:spPr/>
    </dgm:pt>
    <dgm:pt modelId="{81B4BF13-E50B-4A65-8E61-81452AAE2BF6}" type="pres">
      <dgm:prSet presAssocID="{905A60B9-52A8-4CA2-884D-BC2D6ACA81AA}" presName="negativeSpace" presStyleCnt="0"/>
      <dgm:spPr/>
    </dgm:pt>
    <dgm:pt modelId="{CB52ECD0-3C04-45A2-B440-D82E2FC2A68C}" type="pres">
      <dgm:prSet presAssocID="{905A60B9-52A8-4CA2-884D-BC2D6ACA81AA}" presName="childText" presStyleLbl="conFgAcc1" presStyleIdx="3" presStyleCnt="5">
        <dgm:presLayoutVars>
          <dgm:bulletEnabled val="1"/>
        </dgm:presLayoutVars>
      </dgm:prSet>
      <dgm:spPr/>
    </dgm:pt>
    <dgm:pt modelId="{9462BA16-0CF8-4ED7-A6EF-4972A2474868}" type="pres">
      <dgm:prSet presAssocID="{BB6EA7EB-6C58-4D7D-8ADB-6FA6ECB5041B}" presName="spaceBetweenRectangles" presStyleCnt="0"/>
      <dgm:spPr/>
    </dgm:pt>
    <dgm:pt modelId="{FC163225-1231-40BF-BE43-AFD80CE73C4C}" type="pres">
      <dgm:prSet presAssocID="{AB0A2B0F-E33E-4547-BBAB-C48A6574F5E8}" presName="parentLin" presStyleCnt="0"/>
      <dgm:spPr/>
    </dgm:pt>
    <dgm:pt modelId="{BC935F84-48A9-4352-A1D1-BBB53FDC0746}" type="pres">
      <dgm:prSet presAssocID="{AB0A2B0F-E33E-4547-BBAB-C48A6574F5E8}" presName="parentLeftMargin" presStyleLbl="node1" presStyleIdx="3" presStyleCnt="5"/>
      <dgm:spPr/>
    </dgm:pt>
    <dgm:pt modelId="{01F6B3D8-91AA-4625-A90D-CD34411D8443}" type="pres">
      <dgm:prSet presAssocID="{AB0A2B0F-E33E-4547-BBAB-C48A6574F5E8}" presName="parentText" presStyleLbl="node1" presStyleIdx="4" presStyleCnt="5" custScaleX="142857" custScaleY="182600">
        <dgm:presLayoutVars>
          <dgm:chMax val="0"/>
          <dgm:bulletEnabled val="1"/>
        </dgm:presLayoutVars>
      </dgm:prSet>
      <dgm:spPr/>
    </dgm:pt>
    <dgm:pt modelId="{A93B597A-E81A-4C1A-864B-E49F99438925}" type="pres">
      <dgm:prSet presAssocID="{AB0A2B0F-E33E-4547-BBAB-C48A6574F5E8}" presName="negativeSpace" presStyleCnt="0"/>
      <dgm:spPr/>
    </dgm:pt>
    <dgm:pt modelId="{D9934F58-7F7C-44AB-9A3F-DA8D6F9F2580}" type="pres">
      <dgm:prSet presAssocID="{AB0A2B0F-E33E-4547-BBAB-C48A6574F5E8}" presName="childText" presStyleLbl="conFgAcc1" presStyleIdx="4" presStyleCnt="5">
        <dgm:presLayoutVars>
          <dgm:bulletEnabled val="1"/>
        </dgm:presLayoutVars>
      </dgm:prSet>
      <dgm:spPr/>
    </dgm:pt>
  </dgm:ptLst>
  <dgm:cxnLst>
    <dgm:cxn modelId="{4F453F11-F36F-44EC-AAC1-4E53429A5B0A}" type="presOf" srcId="{825D457C-0520-45D3-B44A-D1644D9ABC48}" destId="{EC5E285F-3104-42FD-938E-48AFFB82DB60}" srcOrd="0" destOrd="0" presId="urn:microsoft.com/office/officeart/2005/8/layout/list1"/>
    <dgm:cxn modelId="{3D4BB511-1C12-40CE-96D0-F8E1D3E5798D}" type="presOf" srcId="{422187B3-8C9A-4480-8288-C72AAEFCD2F1}" destId="{E54C3C28-D49C-4D05-B8C5-C273C2C5F3CC}" srcOrd="0" destOrd="0" presId="urn:microsoft.com/office/officeart/2005/8/layout/list1"/>
    <dgm:cxn modelId="{C6FD0619-7860-4A4D-BF5D-AEFA4208FE73}" type="presOf" srcId="{7E777B00-0FE1-4644-A5C1-C1F796BB065E}" destId="{21E636F0-D9F2-443F-9639-83D9D446D299}" srcOrd="0" destOrd="0" presId="urn:microsoft.com/office/officeart/2005/8/layout/list1"/>
    <dgm:cxn modelId="{0F26AC25-8AD3-4CEC-8997-D50D8F2511ED}" type="presOf" srcId="{422187B3-8C9A-4480-8288-C72AAEFCD2F1}" destId="{103C9821-CAF5-429D-9C4E-8F9AA11F4F44}" srcOrd="1" destOrd="0" presId="urn:microsoft.com/office/officeart/2005/8/layout/list1"/>
    <dgm:cxn modelId="{DCC6AC2B-44C1-4D88-B8F5-A8D52DBC4191}" type="presOf" srcId="{7E777B00-0FE1-4644-A5C1-C1F796BB065E}" destId="{D4105B05-F2BF-40AD-8A52-C7084BA4F1E9}" srcOrd="1" destOrd="0" presId="urn:microsoft.com/office/officeart/2005/8/layout/list1"/>
    <dgm:cxn modelId="{5CBCE731-B842-4DE5-8FEE-890FB47856F4}" type="presOf" srcId="{825D457C-0520-45D3-B44A-D1644D9ABC48}" destId="{DF7A2EA6-AFC2-43E0-9CA1-C3FCB9A64527}" srcOrd="1" destOrd="0" presId="urn:microsoft.com/office/officeart/2005/8/layout/list1"/>
    <dgm:cxn modelId="{ED02A73A-8C3D-45AC-A27C-207800F89629}" srcId="{CAF47B08-DECF-4EAF-907B-D02E6A94C44C}" destId="{AB0A2B0F-E33E-4547-BBAB-C48A6574F5E8}" srcOrd="4" destOrd="0" parTransId="{746C8690-822E-4A11-A912-9843208276A5}" sibTransId="{5E80345B-D354-405A-9AB5-D3B9519C85BA}"/>
    <dgm:cxn modelId="{D11C1263-D965-4896-A625-47DEFDED79F8}" type="presOf" srcId="{905A60B9-52A8-4CA2-884D-BC2D6ACA81AA}" destId="{67C54F9C-6536-4EC8-9F5A-FDC4AF1BB6FD}" srcOrd="0" destOrd="0" presId="urn:microsoft.com/office/officeart/2005/8/layout/list1"/>
    <dgm:cxn modelId="{3C8BFF52-7402-4E43-BA4A-EA14CF4AE3B8}" srcId="{CAF47B08-DECF-4EAF-907B-D02E6A94C44C}" destId="{905A60B9-52A8-4CA2-884D-BC2D6ACA81AA}" srcOrd="3" destOrd="0" parTransId="{A3C7E94C-35E1-4E3C-8BCC-18FFE952AB55}" sibTransId="{BB6EA7EB-6C58-4D7D-8ADB-6FA6ECB5041B}"/>
    <dgm:cxn modelId="{9F821655-AE0C-4B76-99D5-304E4C083F0A}" type="presOf" srcId="{905A60B9-52A8-4CA2-884D-BC2D6ACA81AA}" destId="{D2F04BB9-3744-4A00-959D-460D8BCE0014}" srcOrd="1" destOrd="0" presId="urn:microsoft.com/office/officeart/2005/8/layout/list1"/>
    <dgm:cxn modelId="{59444E81-81E1-4F53-B491-4BE7ABDCA173}" srcId="{CAF47B08-DECF-4EAF-907B-D02E6A94C44C}" destId="{7E777B00-0FE1-4644-A5C1-C1F796BB065E}" srcOrd="2" destOrd="0" parTransId="{16A85DED-AFB6-45DB-B08D-CCC0CD3ADDD5}" sibTransId="{BDD44C8D-8F1F-4587-A07B-DA78CB6B5BB0}"/>
    <dgm:cxn modelId="{EF716C8C-C71A-44A2-8EED-026CA62AC34C}" type="presOf" srcId="{CAF47B08-DECF-4EAF-907B-D02E6A94C44C}" destId="{E02218D2-46AC-458E-ABED-20FE67CA9059}" srcOrd="0" destOrd="0" presId="urn:microsoft.com/office/officeart/2005/8/layout/list1"/>
    <dgm:cxn modelId="{087C2BB9-0EDB-439E-A8F8-6D359BD58C69}" type="presOf" srcId="{AB0A2B0F-E33E-4547-BBAB-C48A6574F5E8}" destId="{BC935F84-48A9-4352-A1D1-BBB53FDC0746}" srcOrd="0" destOrd="0" presId="urn:microsoft.com/office/officeart/2005/8/layout/list1"/>
    <dgm:cxn modelId="{5D8910BC-63BA-4A30-B607-A0EB0BCFCACA}" srcId="{CAF47B08-DECF-4EAF-907B-D02E6A94C44C}" destId="{422187B3-8C9A-4480-8288-C72AAEFCD2F1}" srcOrd="0" destOrd="0" parTransId="{7E2A729F-EABE-48E5-A3F0-F9AA80E5D9D5}" sibTransId="{9A91B11B-8F16-440B-8BE9-8621B3806F18}"/>
    <dgm:cxn modelId="{A944A1ED-BBB8-47C4-81DD-CFE9E9969B86}" type="presOf" srcId="{AB0A2B0F-E33E-4547-BBAB-C48A6574F5E8}" destId="{01F6B3D8-91AA-4625-A90D-CD34411D8443}" srcOrd="1" destOrd="0" presId="urn:microsoft.com/office/officeart/2005/8/layout/list1"/>
    <dgm:cxn modelId="{8A9DE5F1-46B2-411E-BE5D-6A4606747CC9}" srcId="{CAF47B08-DECF-4EAF-907B-D02E6A94C44C}" destId="{825D457C-0520-45D3-B44A-D1644D9ABC48}" srcOrd="1" destOrd="0" parTransId="{8F33ABBD-086D-4CEE-BDE8-6F9794850C53}" sibTransId="{87D1AEE4-1BC5-4577-A011-2124B3E9D317}"/>
    <dgm:cxn modelId="{F621EFF5-E492-4321-8B9B-0BFD75BB47CF}" type="presParOf" srcId="{E02218D2-46AC-458E-ABED-20FE67CA9059}" destId="{C74826B0-9240-4C73-B7A2-12E9C73EFA05}" srcOrd="0" destOrd="0" presId="urn:microsoft.com/office/officeart/2005/8/layout/list1"/>
    <dgm:cxn modelId="{7D84BADF-B0F5-4B87-BF52-ECB180EE4AC0}" type="presParOf" srcId="{C74826B0-9240-4C73-B7A2-12E9C73EFA05}" destId="{E54C3C28-D49C-4D05-B8C5-C273C2C5F3CC}" srcOrd="0" destOrd="0" presId="urn:microsoft.com/office/officeart/2005/8/layout/list1"/>
    <dgm:cxn modelId="{E2BC0708-63A4-4F28-BE53-F0E69CFD55F9}" type="presParOf" srcId="{C74826B0-9240-4C73-B7A2-12E9C73EFA05}" destId="{103C9821-CAF5-429D-9C4E-8F9AA11F4F44}" srcOrd="1" destOrd="0" presId="urn:microsoft.com/office/officeart/2005/8/layout/list1"/>
    <dgm:cxn modelId="{6B37888C-9A40-4EC9-9DF6-C530BBE389C2}" type="presParOf" srcId="{E02218D2-46AC-458E-ABED-20FE67CA9059}" destId="{13C84D92-F2D5-45A6-8EA2-34157F1FB510}" srcOrd="1" destOrd="0" presId="urn:microsoft.com/office/officeart/2005/8/layout/list1"/>
    <dgm:cxn modelId="{25E5C86A-32C5-455C-A6A9-C6828E5A2DBF}" type="presParOf" srcId="{E02218D2-46AC-458E-ABED-20FE67CA9059}" destId="{BCC27AA1-4277-4B01-8DE2-A09458D5AAD5}" srcOrd="2" destOrd="0" presId="urn:microsoft.com/office/officeart/2005/8/layout/list1"/>
    <dgm:cxn modelId="{87F4D350-C5AD-4C12-89C4-A235AB4A1C74}" type="presParOf" srcId="{E02218D2-46AC-458E-ABED-20FE67CA9059}" destId="{E0A01729-20F5-4326-B2C1-5201481177C7}" srcOrd="3" destOrd="0" presId="urn:microsoft.com/office/officeart/2005/8/layout/list1"/>
    <dgm:cxn modelId="{270C11C9-EC0B-484C-8284-64ACA6B1E75D}" type="presParOf" srcId="{E02218D2-46AC-458E-ABED-20FE67CA9059}" destId="{28778EB3-8B45-4480-962C-B0DF4E903029}" srcOrd="4" destOrd="0" presId="urn:microsoft.com/office/officeart/2005/8/layout/list1"/>
    <dgm:cxn modelId="{4F2AFC41-9346-448E-96A1-F240435816F9}" type="presParOf" srcId="{28778EB3-8B45-4480-962C-B0DF4E903029}" destId="{EC5E285F-3104-42FD-938E-48AFFB82DB60}" srcOrd="0" destOrd="0" presId="urn:microsoft.com/office/officeart/2005/8/layout/list1"/>
    <dgm:cxn modelId="{97E1922C-8DC7-41D2-8DC8-31A352CF971D}" type="presParOf" srcId="{28778EB3-8B45-4480-962C-B0DF4E903029}" destId="{DF7A2EA6-AFC2-43E0-9CA1-C3FCB9A64527}" srcOrd="1" destOrd="0" presId="urn:microsoft.com/office/officeart/2005/8/layout/list1"/>
    <dgm:cxn modelId="{94051BF7-1DFD-43C9-9F19-6BB5E31951AA}" type="presParOf" srcId="{E02218D2-46AC-458E-ABED-20FE67CA9059}" destId="{BF55B7E2-5AC6-494A-8850-03080AD97142}" srcOrd="5" destOrd="0" presId="urn:microsoft.com/office/officeart/2005/8/layout/list1"/>
    <dgm:cxn modelId="{FE827928-0C32-497A-9296-587B849566F5}" type="presParOf" srcId="{E02218D2-46AC-458E-ABED-20FE67CA9059}" destId="{8A44B178-B8DE-4A69-9665-8F54EC506FC2}" srcOrd="6" destOrd="0" presId="urn:microsoft.com/office/officeart/2005/8/layout/list1"/>
    <dgm:cxn modelId="{6A256FFC-B305-4ED8-8F04-BD7AAD4FA98E}" type="presParOf" srcId="{E02218D2-46AC-458E-ABED-20FE67CA9059}" destId="{509921E7-BDF0-46A1-9B75-7A7F2C52FF1E}" srcOrd="7" destOrd="0" presId="urn:microsoft.com/office/officeart/2005/8/layout/list1"/>
    <dgm:cxn modelId="{0682EA24-7071-455C-BB62-B6F29C456E9E}" type="presParOf" srcId="{E02218D2-46AC-458E-ABED-20FE67CA9059}" destId="{A1BD4817-1205-491D-B69A-C0F2CF62C597}" srcOrd="8" destOrd="0" presId="urn:microsoft.com/office/officeart/2005/8/layout/list1"/>
    <dgm:cxn modelId="{D1FA5DAB-5E0A-4B43-A9D2-21BA66D04194}" type="presParOf" srcId="{A1BD4817-1205-491D-B69A-C0F2CF62C597}" destId="{21E636F0-D9F2-443F-9639-83D9D446D299}" srcOrd="0" destOrd="0" presId="urn:microsoft.com/office/officeart/2005/8/layout/list1"/>
    <dgm:cxn modelId="{5FA6D2EF-BCBE-4BE1-BCD1-C9813DE85165}" type="presParOf" srcId="{A1BD4817-1205-491D-B69A-C0F2CF62C597}" destId="{D4105B05-F2BF-40AD-8A52-C7084BA4F1E9}" srcOrd="1" destOrd="0" presId="urn:microsoft.com/office/officeart/2005/8/layout/list1"/>
    <dgm:cxn modelId="{7A154E42-6D45-470F-BDD9-48349AE6917D}" type="presParOf" srcId="{E02218D2-46AC-458E-ABED-20FE67CA9059}" destId="{BE96D6C3-62AC-447C-B9D9-F839870D91DF}" srcOrd="9" destOrd="0" presId="urn:microsoft.com/office/officeart/2005/8/layout/list1"/>
    <dgm:cxn modelId="{AF100F16-ECF8-4DA1-8B56-D8276CDFBBE9}" type="presParOf" srcId="{E02218D2-46AC-458E-ABED-20FE67CA9059}" destId="{BD5E9BA1-FBD1-4A44-89F3-1D7EE3B1CD67}" srcOrd="10" destOrd="0" presId="urn:microsoft.com/office/officeart/2005/8/layout/list1"/>
    <dgm:cxn modelId="{5D248870-912B-4B35-AF5F-CB5AB33E8558}" type="presParOf" srcId="{E02218D2-46AC-458E-ABED-20FE67CA9059}" destId="{2C23AB97-1B19-4567-8F8E-9EDB5ED5343B}" srcOrd="11" destOrd="0" presId="urn:microsoft.com/office/officeart/2005/8/layout/list1"/>
    <dgm:cxn modelId="{0E33803B-9440-497A-BA6E-9BF7A1980F6A}" type="presParOf" srcId="{E02218D2-46AC-458E-ABED-20FE67CA9059}" destId="{E0EFC5E8-ACCD-480F-9574-3BD6B6EB14B2}" srcOrd="12" destOrd="0" presId="urn:microsoft.com/office/officeart/2005/8/layout/list1"/>
    <dgm:cxn modelId="{919430D1-84B9-4952-814A-89CF0760CE63}" type="presParOf" srcId="{E0EFC5E8-ACCD-480F-9574-3BD6B6EB14B2}" destId="{67C54F9C-6536-4EC8-9F5A-FDC4AF1BB6FD}" srcOrd="0" destOrd="0" presId="urn:microsoft.com/office/officeart/2005/8/layout/list1"/>
    <dgm:cxn modelId="{6E36819D-6BAF-499F-ABA5-DFF64DC12BF1}" type="presParOf" srcId="{E0EFC5E8-ACCD-480F-9574-3BD6B6EB14B2}" destId="{D2F04BB9-3744-4A00-959D-460D8BCE0014}" srcOrd="1" destOrd="0" presId="urn:microsoft.com/office/officeart/2005/8/layout/list1"/>
    <dgm:cxn modelId="{7B81B204-40DD-42DE-AC6F-EE95B8ED4414}" type="presParOf" srcId="{E02218D2-46AC-458E-ABED-20FE67CA9059}" destId="{81B4BF13-E50B-4A65-8E61-81452AAE2BF6}" srcOrd="13" destOrd="0" presId="urn:microsoft.com/office/officeart/2005/8/layout/list1"/>
    <dgm:cxn modelId="{F9777260-914E-462E-A0CD-C48DBF6A5ADA}" type="presParOf" srcId="{E02218D2-46AC-458E-ABED-20FE67CA9059}" destId="{CB52ECD0-3C04-45A2-B440-D82E2FC2A68C}" srcOrd="14" destOrd="0" presId="urn:microsoft.com/office/officeart/2005/8/layout/list1"/>
    <dgm:cxn modelId="{B5BB98A4-FB36-4858-828D-D28F11AACD9C}" type="presParOf" srcId="{E02218D2-46AC-458E-ABED-20FE67CA9059}" destId="{9462BA16-0CF8-4ED7-A6EF-4972A2474868}" srcOrd="15" destOrd="0" presId="urn:microsoft.com/office/officeart/2005/8/layout/list1"/>
    <dgm:cxn modelId="{A3A337E4-F0A4-497C-933E-BE1B682BDEFC}" type="presParOf" srcId="{E02218D2-46AC-458E-ABED-20FE67CA9059}" destId="{FC163225-1231-40BF-BE43-AFD80CE73C4C}" srcOrd="16" destOrd="0" presId="urn:microsoft.com/office/officeart/2005/8/layout/list1"/>
    <dgm:cxn modelId="{16617E09-32A7-4445-80E4-43850649EBE4}" type="presParOf" srcId="{FC163225-1231-40BF-BE43-AFD80CE73C4C}" destId="{BC935F84-48A9-4352-A1D1-BBB53FDC0746}" srcOrd="0" destOrd="0" presId="urn:microsoft.com/office/officeart/2005/8/layout/list1"/>
    <dgm:cxn modelId="{3B730B41-7840-4D05-9D3F-88EDBADA3E95}" type="presParOf" srcId="{FC163225-1231-40BF-BE43-AFD80CE73C4C}" destId="{01F6B3D8-91AA-4625-A90D-CD34411D8443}" srcOrd="1" destOrd="0" presId="urn:microsoft.com/office/officeart/2005/8/layout/list1"/>
    <dgm:cxn modelId="{03A8038F-2F9A-468D-B5FD-F4B2F1CB5B2E}" type="presParOf" srcId="{E02218D2-46AC-458E-ABED-20FE67CA9059}" destId="{A93B597A-E81A-4C1A-864B-E49F99438925}" srcOrd="17" destOrd="0" presId="urn:microsoft.com/office/officeart/2005/8/layout/list1"/>
    <dgm:cxn modelId="{06D27C9B-5952-436E-B4C5-BCC11F30C7A8}" type="presParOf" srcId="{E02218D2-46AC-458E-ABED-20FE67CA9059}" destId="{D9934F58-7F7C-44AB-9A3F-DA8D6F9F2580}"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25FA24F-A037-43C6-BA8E-CE98C170B5B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ED6F890C-14D6-4010-918E-3590A04ED190}">
      <dgm:prSet phldrT="[Text]" custT="1"/>
      <dgm:spPr/>
      <dgm:t>
        <a:bodyPr/>
        <a:lstStyle/>
        <a:p>
          <a:r>
            <a:rPr lang="en-IN" sz="4000" b="1" dirty="0">
              <a:solidFill>
                <a:srgbClr val="C00000"/>
              </a:solidFill>
            </a:rPr>
            <a:t>Passive Sentences with Two Objects </a:t>
          </a:r>
          <a:endParaRPr lang="en-IN" sz="4000" dirty="0"/>
        </a:p>
      </dgm:t>
    </dgm:pt>
    <dgm:pt modelId="{1A6A2561-B147-4A07-B9EE-41088C2C194C}" type="parTrans" cxnId="{1949167B-5988-407A-9FAA-D18858782239}">
      <dgm:prSet/>
      <dgm:spPr/>
      <dgm:t>
        <a:bodyPr/>
        <a:lstStyle/>
        <a:p>
          <a:endParaRPr lang="en-IN"/>
        </a:p>
      </dgm:t>
    </dgm:pt>
    <dgm:pt modelId="{3EA51A2F-67F2-417B-B8B6-58FCAD2DAA87}" type="sibTrans" cxnId="{1949167B-5988-407A-9FAA-D18858782239}">
      <dgm:prSet/>
      <dgm:spPr/>
      <dgm:t>
        <a:bodyPr/>
        <a:lstStyle/>
        <a:p>
          <a:endParaRPr lang="en-IN"/>
        </a:p>
      </dgm:t>
    </dgm:pt>
    <dgm:pt modelId="{F3EEF3A1-3320-4334-90B3-925FE0663B59}">
      <dgm:prSet phldrT="[Text]" custT="1"/>
      <dgm:spPr>
        <a:solidFill>
          <a:srgbClr val="002060"/>
        </a:solidFill>
      </dgm:spPr>
      <dgm:t>
        <a:bodyPr/>
        <a:lstStyle/>
        <a:p>
          <a:pPr>
            <a:buClrTx/>
            <a:buSzTx/>
            <a:buFontTx/>
            <a:buNone/>
          </a:pPr>
          <a:r>
            <a:rPr lang="en-IN" sz="2000" dirty="0"/>
            <a:t>Rewriting an active sentence with two objects in passive voice means that </a:t>
          </a:r>
          <a:r>
            <a:rPr lang="en-IN" sz="2000" b="1" dirty="0"/>
            <a:t>one of the two objects becomes the subject, the other one remains an object</a:t>
          </a:r>
          <a:r>
            <a:rPr lang="en-IN" sz="2000" dirty="0"/>
            <a:t>. Which object to transform into a subject </a:t>
          </a:r>
          <a:r>
            <a:rPr lang="en-IN" sz="2000" b="1" dirty="0"/>
            <a:t>depends on what you want to put the focus on.</a:t>
          </a:r>
          <a:endParaRPr lang="en-IN" sz="2000" dirty="0"/>
        </a:p>
      </dgm:t>
    </dgm:pt>
    <dgm:pt modelId="{9D55C887-34B8-4CC9-83CF-A52D8435915A}" type="parTrans" cxnId="{20DBB254-0DEA-476C-BD1F-A0CA746E7EB8}">
      <dgm:prSet/>
      <dgm:spPr/>
      <dgm:t>
        <a:bodyPr/>
        <a:lstStyle/>
        <a:p>
          <a:endParaRPr lang="en-IN"/>
        </a:p>
      </dgm:t>
    </dgm:pt>
    <dgm:pt modelId="{E07B2D5A-52FA-4891-9FCB-794CBCB5A8E2}" type="sibTrans" cxnId="{20DBB254-0DEA-476C-BD1F-A0CA746E7EB8}">
      <dgm:prSet/>
      <dgm:spPr/>
      <dgm:t>
        <a:bodyPr/>
        <a:lstStyle/>
        <a:p>
          <a:endParaRPr lang="en-IN"/>
        </a:p>
      </dgm:t>
    </dgm:pt>
    <dgm:pt modelId="{26776814-A00C-4A1C-89A4-4AAB4F65F406}" type="pres">
      <dgm:prSet presAssocID="{825FA24F-A037-43C6-BA8E-CE98C170B5B5}" presName="linear" presStyleCnt="0">
        <dgm:presLayoutVars>
          <dgm:dir/>
          <dgm:animLvl val="lvl"/>
          <dgm:resizeHandles val="exact"/>
        </dgm:presLayoutVars>
      </dgm:prSet>
      <dgm:spPr/>
    </dgm:pt>
    <dgm:pt modelId="{046A3C96-450B-48B6-975F-4DA3F5726DB7}" type="pres">
      <dgm:prSet presAssocID="{ED6F890C-14D6-4010-918E-3590A04ED190}" presName="parentLin" presStyleCnt="0"/>
      <dgm:spPr/>
    </dgm:pt>
    <dgm:pt modelId="{57F4FF62-E848-4BF7-B838-E26A365AEF00}" type="pres">
      <dgm:prSet presAssocID="{ED6F890C-14D6-4010-918E-3590A04ED190}" presName="parentLeftMargin" presStyleLbl="node1" presStyleIdx="0" presStyleCnt="2"/>
      <dgm:spPr/>
    </dgm:pt>
    <dgm:pt modelId="{1D47BD42-328D-4035-A4BB-D7B0E26B19AE}" type="pres">
      <dgm:prSet presAssocID="{ED6F890C-14D6-4010-918E-3590A04ED190}" presName="parentText" presStyleLbl="node1" presStyleIdx="0" presStyleCnt="2" custScaleX="714460" custScaleY="35840" custLinFactNeighborX="-5868" custLinFactNeighborY="-32669">
        <dgm:presLayoutVars>
          <dgm:chMax val="0"/>
          <dgm:bulletEnabled val="1"/>
        </dgm:presLayoutVars>
      </dgm:prSet>
      <dgm:spPr/>
    </dgm:pt>
    <dgm:pt modelId="{2048261B-F089-48AE-BEAA-2ABF4E146505}" type="pres">
      <dgm:prSet presAssocID="{ED6F890C-14D6-4010-918E-3590A04ED190}" presName="negativeSpace" presStyleCnt="0"/>
      <dgm:spPr/>
    </dgm:pt>
    <dgm:pt modelId="{54BD6716-A1BD-4A7B-A7E4-3A19CF8B2967}" type="pres">
      <dgm:prSet presAssocID="{ED6F890C-14D6-4010-918E-3590A04ED190}" presName="childText" presStyleLbl="conFgAcc1" presStyleIdx="0" presStyleCnt="2">
        <dgm:presLayoutVars>
          <dgm:bulletEnabled val="1"/>
        </dgm:presLayoutVars>
      </dgm:prSet>
      <dgm:spPr/>
    </dgm:pt>
    <dgm:pt modelId="{3E65BA03-0696-41B6-98DC-D3F04D63A3D0}" type="pres">
      <dgm:prSet presAssocID="{3EA51A2F-67F2-417B-B8B6-58FCAD2DAA87}" presName="spaceBetweenRectangles" presStyleCnt="0"/>
      <dgm:spPr/>
    </dgm:pt>
    <dgm:pt modelId="{75184517-393B-46D2-85F1-F07A7A47A607}" type="pres">
      <dgm:prSet presAssocID="{F3EEF3A1-3320-4334-90B3-925FE0663B59}" presName="parentLin" presStyleCnt="0"/>
      <dgm:spPr/>
    </dgm:pt>
    <dgm:pt modelId="{9535B1DA-E8D1-4DE7-8D58-1CE005673CC5}" type="pres">
      <dgm:prSet presAssocID="{F3EEF3A1-3320-4334-90B3-925FE0663B59}" presName="parentLeftMargin" presStyleLbl="node1" presStyleIdx="0" presStyleCnt="2"/>
      <dgm:spPr/>
    </dgm:pt>
    <dgm:pt modelId="{966AFE3D-EABA-442E-8505-58E6B8150E8D}" type="pres">
      <dgm:prSet presAssocID="{F3EEF3A1-3320-4334-90B3-925FE0663B59}" presName="parentText" presStyleLbl="node1" presStyleIdx="1" presStyleCnt="2" custScaleX="714460" custScaleY="59783" custLinFactNeighborX="-15297" custLinFactNeighborY="-80683">
        <dgm:presLayoutVars>
          <dgm:chMax val="0"/>
          <dgm:bulletEnabled val="1"/>
        </dgm:presLayoutVars>
      </dgm:prSet>
      <dgm:spPr/>
    </dgm:pt>
    <dgm:pt modelId="{AD9E6439-6622-4FC2-B19B-4B0504E22E1C}" type="pres">
      <dgm:prSet presAssocID="{F3EEF3A1-3320-4334-90B3-925FE0663B59}" presName="negativeSpace" presStyleCnt="0"/>
      <dgm:spPr/>
    </dgm:pt>
    <dgm:pt modelId="{B8E8125E-2819-465A-84E0-9BED520D60E0}" type="pres">
      <dgm:prSet presAssocID="{F3EEF3A1-3320-4334-90B3-925FE0663B59}" presName="childText" presStyleLbl="conFgAcc1" presStyleIdx="1" presStyleCnt="2">
        <dgm:presLayoutVars>
          <dgm:bulletEnabled val="1"/>
        </dgm:presLayoutVars>
      </dgm:prSet>
      <dgm:spPr/>
    </dgm:pt>
  </dgm:ptLst>
  <dgm:cxnLst>
    <dgm:cxn modelId="{B0C76A68-F3E4-4DFB-961F-F5DE6A1051AF}" type="presOf" srcId="{F3EEF3A1-3320-4334-90B3-925FE0663B59}" destId="{966AFE3D-EABA-442E-8505-58E6B8150E8D}" srcOrd="1" destOrd="0" presId="urn:microsoft.com/office/officeart/2005/8/layout/list1"/>
    <dgm:cxn modelId="{20DBB254-0DEA-476C-BD1F-A0CA746E7EB8}" srcId="{825FA24F-A037-43C6-BA8E-CE98C170B5B5}" destId="{F3EEF3A1-3320-4334-90B3-925FE0663B59}" srcOrd="1" destOrd="0" parTransId="{9D55C887-34B8-4CC9-83CF-A52D8435915A}" sibTransId="{E07B2D5A-52FA-4891-9FCB-794CBCB5A8E2}"/>
    <dgm:cxn modelId="{BD370D79-D32C-4FA2-85CE-EE1EFB914CD4}" type="presOf" srcId="{ED6F890C-14D6-4010-918E-3590A04ED190}" destId="{1D47BD42-328D-4035-A4BB-D7B0E26B19AE}" srcOrd="1" destOrd="0" presId="urn:microsoft.com/office/officeart/2005/8/layout/list1"/>
    <dgm:cxn modelId="{1949167B-5988-407A-9FAA-D18858782239}" srcId="{825FA24F-A037-43C6-BA8E-CE98C170B5B5}" destId="{ED6F890C-14D6-4010-918E-3590A04ED190}" srcOrd="0" destOrd="0" parTransId="{1A6A2561-B147-4A07-B9EE-41088C2C194C}" sibTransId="{3EA51A2F-67F2-417B-B8B6-58FCAD2DAA87}"/>
    <dgm:cxn modelId="{C13DE9A1-588B-40D5-A166-C9304E212B4B}" type="presOf" srcId="{ED6F890C-14D6-4010-918E-3590A04ED190}" destId="{57F4FF62-E848-4BF7-B838-E26A365AEF00}" srcOrd="0" destOrd="0" presId="urn:microsoft.com/office/officeart/2005/8/layout/list1"/>
    <dgm:cxn modelId="{37E8A9BE-C779-47EF-90A1-3AF857FDA810}" type="presOf" srcId="{825FA24F-A037-43C6-BA8E-CE98C170B5B5}" destId="{26776814-A00C-4A1C-89A4-4AAB4F65F406}" srcOrd="0" destOrd="0" presId="urn:microsoft.com/office/officeart/2005/8/layout/list1"/>
    <dgm:cxn modelId="{6B50F4FA-D87F-4A0D-A357-DA60FA5548DB}" type="presOf" srcId="{F3EEF3A1-3320-4334-90B3-925FE0663B59}" destId="{9535B1DA-E8D1-4DE7-8D58-1CE005673CC5}" srcOrd="0" destOrd="0" presId="urn:microsoft.com/office/officeart/2005/8/layout/list1"/>
    <dgm:cxn modelId="{8C6349F3-192F-4A79-B3C0-6437EAC53F4E}" type="presParOf" srcId="{26776814-A00C-4A1C-89A4-4AAB4F65F406}" destId="{046A3C96-450B-48B6-975F-4DA3F5726DB7}" srcOrd="0" destOrd="0" presId="urn:microsoft.com/office/officeart/2005/8/layout/list1"/>
    <dgm:cxn modelId="{90D948E0-E9EB-4AE2-A8CC-470A4F85DAEC}" type="presParOf" srcId="{046A3C96-450B-48B6-975F-4DA3F5726DB7}" destId="{57F4FF62-E848-4BF7-B838-E26A365AEF00}" srcOrd="0" destOrd="0" presId="urn:microsoft.com/office/officeart/2005/8/layout/list1"/>
    <dgm:cxn modelId="{A8CA2E29-44AA-413A-BC86-862AEB38EBC6}" type="presParOf" srcId="{046A3C96-450B-48B6-975F-4DA3F5726DB7}" destId="{1D47BD42-328D-4035-A4BB-D7B0E26B19AE}" srcOrd="1" destOrd="0" presId="urn:microsoft.com/office/officeart/2005/8/layout/list1"/>
    <dgm:cxn modelId="{81F61586-DBEF-4DF4-8ED1-EBEA1E0D9710}" type="presParOf" srcId="{26776814-A00C-4A1C-89A4-4AAB4F65F406}" destId="{2048261B-F089-48AE-BEAA-2ABF4E146505}" srcOrd="1" destOrd="0" presId="urn:microsoft.com/office/officeart/2005/8/layout/list1"/>
    <dgm:cxn modelId="{BB0C9589-B67B-43ED-8D6D-23B68ADE5EB2}" type="presParOf" srcId="{26776814-A00C-4A1C-89A4-4AAB4F65F406}" destId="{54BD6716-A1BD-4A7B-A7E4-3A19CF8B2967}" srcOrd="2" destOrd="0" presId="urn:microsoft.com/office/officeart/2005/8/layout/list1"/>
    <dgm:cxn modelId="{C26A4746-CA4E-4F9E-B571-D638CE038261}" type="presParOf" srcId="{26776814-A00C-4A1C-89A4-4AAB4F65F406}" destId="{3E65BA03-0696-41B6-98DC-D3F04D63A3D0}" srcOrd="3" destOrd="0" presId="urn:microsoft.com/office/officeart/2005/8/layout/list1"/>
    <dgm:cxn modelId="{2AADC80F-03B4-4082-B564-551B8A4D8539}" type="presParOf" srcId="{26776814-A00C-4A1C-89A4-4AAB4F65F406}" destId="{75184517-393B-46D2-85F1-F07A7A47A607}" srcOrd="4" destOrd="0" presId="urn:microsoft.com/office/officeart/2005/8/layout/list1"/>
    <dgm:cxn modelId="{2E631AC2-8557-40F0-8DB4-1A0508B711C7}" type="presParOf" srcId="{75184517-393B-46D2-85F1-F07A7A47A607}" destId="{9535B1DA-E8D1-4DE7-8D58-1CE005673CC5}" srcOrd="0" destOrd="0" presId="urn:microsoft.com/office/officeart/2005/8/layout/list1"/>
    <dgm:cxn modelId="{043C90D2-6375-4D2C-9085-FBF9C5F653DD}" type="presParOf" srcId="{75184517-393B-46D2-85F1-F07A7A47A607}" destId="{966AFE3D-EABA-442E-8505-58E6B8150E8D}" srcOrd="1" destOrd="0" presId="urn:microsoft.com/office/officeart/2005/8/layout/list1"/>
    <dgm:cxn modelId="{64263421-F0A8-442F-8471-87988E1C6AD1}" type="presParOf" srcId="{26776814-A00C-4A1C-89A4-4AAB4F65F406}" destId="{AD9E6439-6622-4FC2-B19B-4B0504E22E1C}" srcOrd="5" destOrd="0" presId="urn:microsoft.com/office/officeart/2005/8/layout/list1"/>
    <dgm:cxn modelId="{F2525898-278E-48FB-BA97-9C4941F05EBD}" type="presParOf" srcId="{26776814-A00C-4A1C-89A4-4AAB4F65F406}" destId="{B8E8125E-2819-465A-84E0-9BED520D60E0}"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A8DBCC-6755-40FD-A187-1385ED1A4467}"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ECC7CC9E-EF0A-47DE-BE53-B528002C3C41}">
      <dgm:prSet phldrT="[Text]" custT="1"/>
      <dgm:spPr/>
      <dgm:t>
        <a:bodyPr/>
        <a:lstStyle/>
        <a:p>
          <a:r>
            <a:rPr lang="en-IN" sz="4000" b="1" dirty="0">
              <a:solidFill>
                <a:srgbClr val="C00000"/>
              </a:solidFill>
            </a:rPr>
            <a:t>Personal and Impersonal Passive</a:t>
          </a:r>
        </a:p>
      </dgm:t>
    </dgm:pt>
    <dgm:pt modelId="{4F0D1FCB-B574-4019-97DA-CDA903F71F9F}" type="parTrans" cxnId="{46D8903B-C52F-4F7D-9ED0-1F716D8157DB}">
      <dgm:prSet/>
      <dgm:spPr/>
      <dgm:t>
        <a:bodyPr/>
        <a:lstStyle/>
        <a:p>
          <a:endParaRPr lang="en-IN"/>
        </a:p>
      </dgm:t>
    </dgm:pt>
    <dgm:pt modelId="{59EB94DA-871E-4F28-AAE0-6B2C48D99021}" type="sibTrans" cxnId="{46D8903B-C52F-4F7D-9ED0-1F716D8157DB}">
      <dgm:prSet/>
      <dgm:spPr/>
      <dgm:t>
        <a:bodyPr/>
        <a:lstStyle/>
        <a:p>
          <a:endParaRPr lang="en-IN"/>
        </a:p>
      </dgm:t>
    </dgm:pt>
    <dgm:pt modelId="{B4D9FC9D-6DC2-4C24-BC6F-95F3DD034F69}">
      <dgm:prSet custT="1"/>
      <dgm:spPr/>
      <dgm:t>
        <a:bodyPr/>
        <a:lstStyle/>
        <a:p>
          <a:r>
            <a:rPr lang="en-IN" sz="2400" b="1" i="1" dirty="0"/>
            <a:t>Personal Passive</a:t>
          </a:r>
          <a:r>
            <a:rPr lang="en-IN" sz="2400" b="1" dirty="0"/>
            <a:t> simply means that the object of the active sentence becomes the subject of the passive sentence. </a:t>
          </a:r>
        </a:p>
      </dgm:t>
    </dgm:pt>
    <dgm:pt modelId="{C7654447-19A5-4E01-9090-A30A1C304C65}" type="parTrans" cxnId="{745D1711-FE9F-4446-A8C7-1FE120340309}">
      <dgm:prSet/>
      <dgm:spPr/>
      <dgm:t>
        <a:bodyPr/>
        <a:lstStyle/>
        <a:p>
          <a:endParaRPr lang="en-IN"/>
        </a:p>
      </dgm:t>
    </dgm:pt>
    <dgm:pt modelId="{454B8976-1498-4124-9482-0C9CC3CAA9A4}" type="sibTrans" cxnId="{745D1711-FE9F-4446-A8C7-1FE120340309}">
      <dgm:prSet/>
      <dgm:spPr/>
      <dgm:t>
        <a:bodyPr/>
        <a:lstStyle/>
        <a:p>
          <a:endParaRPr lang="en-IN"/>
        </a:p>
      </dgm:t>
    </dgm:pt>
    <dgm:pt modelId="{BF552319-3094-4149-9ADB-72FD1F87A458}">
      <dgm:prSet custT="1"/>
      <dgm:spPr/>
      <dgm:t>
        <a:bodyPr/>
        <a:lstStyle/>
        <a:p>
          <a:r>
            <a:rPr lang="en-IN" sz="2400" b="1" dirty="0"/>
            <a:t>So every verb that needs an object (transitive verb) can form a personal passive.</a:t>
          </a:r>
        </a:p>
      </dgm:t>
    </dgm:pt>
    <dgm:pt modelId="{A729E5DF-D04B-44ED-B08F-405A64415B5A}" type="parTrans" cxnId="{B9AE3EF1-9F75-4710-8596-6980D95352A3}">
      <dgm:prSet/>
      <dgm:spPr/>
      <dgm:t>
        <a:bodyPr/>
        <a:lstStyle/>
        <a:p>
          <a:endParaRPr lang="en-IN"/>
        </a:p>
      </dgm:t>
    </dgm:pt>
    <dgm:pt modelId="{10E96E42-F949-4EA8-8177-8919547CCFC1}" type="sibTrans" cxnId="{B9AE3EF1-9F75-4710-8596-6980D95352A3}">
      <dgm:prSet/>
      <dgm:spPr/>
      <dgm:t>
        <a:bodyPr/>
        <a:lstStyle/>
        <a:p>
          <a:endParaRPr lang="en-IN"/>
        </a:p>
      </dgm:t>
    </dgm:pt>
    <dgm:pt modelId="{9F869846-E97E-48F4-B0E3-04406B8356D1}">
      <dgm:prSet custT="1"/>
      <dgm:spPr/>
      <dgm:t>
        <a:bodyPr/>
        <a:lstStyle/>
        <a:p>
          <a:r>
            <a:rPr lang="en-IN" sz="2400" b="1" dirty="0"/>
            <a:t>Example: They build houses. – Houses are built.</a:t>
          </a:r>
        </a:p>
      </dgm:t>
    </dgm:pt>
    <dgm:pt modelId="{6F2E78A7-B226-489E-AA8D-80ACB0F799C5}" type="parTrans" cxnId="{DBDF7C0B-7397-4174-9F19-8E574A5574F8}">
      <dgm:prSet/>
      <dgm:spPr/>
      <dgm:t>
        <a:bodyPr/>
        <a:lstStyle/>
        <a:p>
          <a:endParaRPr lang="en-IN"/>
        </a:p>
      </dgm:t>
    </dgm:pt>
    <dgm:pt modelId="{9B2336F1-F343-4D00-AF32-692ACE47C9EE}" type="sibTrans" cxnId="{DBDF7C0B-7397-4174-9F19-8E574A5574F8}">
      <dgm:prSet/>
      <dgm:spPr/>
      <dgm:t>
        <a:bodyPr/>
        <a:lstStyle/>
        <a:p>
          <a:endParaRPr lang="en-IN"/>
        </a:p>
      </dgm:t>
    </dgm:pt>
    <dgm:pt modelId="{5AB973D0-C892-4174-B39F-31E36BFB2C04}">
      <dgm:prSet custT="1"/>
      <dgm:spPr/>
      <dgm:t>
        <a:bodyPr/>
        <a:lstStyle/>
        <a:p>
          <a:r>
            <a:rPr lang="en-IN" sz="2400" b="1" dirty="0"/>
            <a:t>Verbs without an object (intransitive verb) normally cannot form a personal passive sentence (as there is no object that can become the subject of the passive sentence). </a:t>
          </a:r>
        </a:p>
      </dgm:t>
    </dgm:pt>
    <dgm:pt modelId="{E8ACE99E-8CEC-44DD-9DE3-EEDA680F171F}" type="parTrans" cxnId="{4FD1A17A-8530-4DE8-9452-F8709BC331C9}">
      <dgm:prSet/>
      <dgm:spPr/>
      <dgm:t>
        <a:bodyPr/>
        <a:lstStyle/>
        <a:p>
          <a:endParaRPr lang="en-IN"/>
        </a:p>
      </dgm:t>
    </dgm:pt>
    <dgm:pt modelId="{1DC11D65-3047-4494-9DFD-D6EA9A82A612}" type="sibTrans" cxnId="{4FD1A17A-8530-4DE8-9452-F8709BC331C9}">
      <dgm:prSet/>
      <dgm:spPr/>
      <dgm:t>
        <a:bodyPr/>
        <a:lstStyle/>
        <a:p>
          <a:endParaRPr lang="en-IN"/>
        </a:p>
      </dgm:t>
    </dgm:pt>
    <dgm:pt modelId="{97F53FBE-D488-4529-853C-3DF0D350C1DA}">
      <dgm:prSet custT="1"/>
      <dgm:spPr/>
      <dgm:t>
        <a:bodyPr/>
        <a:lstStyle/>
        <a:p>
          <a:r>
            <a:rPr lang="en-IN" sz="2400" b="1" dirty="0"/>
            <a:t>If you want to use an intransitive verb in passive voice, you need an impersonal construction – therefore this passive is called </a:t>
          </a:r>
          <a:r>
            <a:rPr lang="en-IN" sz="2400" b="1" i="1" dirty="0">
              <a:solidFill>
                <a:srgbClr val="C00000"/>
              </a:solidFill>
            </a:rPr>
            <a:t>Impersonal Passive</a:t>
          </a:r>
          <a:r>
            <a:rPr lang="en-IN" sz="2400" b="1" dirty="0">
              <a:solidFill>
                <a:srgbClr val="C00000"/>
              </a:solidFill>
            </a:rPr>
            <a:t>.</a:t>
          </a:r>
        </a:p>
      </dgm:t>
    </dgm:pt>
    <dgm:pt modelId="{BC726A9C-A2D6-4B15-95CD-24FC9E0531A9}" type="parTrans" cxnId="{45CD7AD2-72FF-465D-B91D-E2F0FF768039}">
      <dgm:prSet/>
      <dgm:spPr/>
      <dgm:t>
        <a:bodyPr/>
        <a:lstStyle/>
        <a:p>
          <a:endParaRPr lang="en-IN"/>
        </a:p>
      </dgm:t>
    </dgm:pt>
    <dgm:pt modelId="{99CE9B0C-437B-4F1D-BD8E-5F0BDF1044B5}" type="sibTrans" cxnId="{45CD7AD2-72FF-465D-B91D-E2F0FF768039}">
      <dgm:prSet/>
      <dgm:spPr/>
      <dgm:t>
        <a:bodyPr/>
        <a:lstStyle/>
        <a:p>
          <a:endParaRPr lang="en-IN"/>
        </a:p>
      </dgm:t>
    </dgm:pt>
    <dgm:pt modelId="{A6F693E6-61F7-43DA-95EC-A144208459FF}">
      <dgm:prSet custT="1"/>
      <dgm:spPr/>
      <dgm:t>
        <a:bodyPr/>
        <a:lstStyle/>
        <a:p>
          <a:r>
            <a:rPr lang="en-IN" sz="2400" b="1" dirty="0"/>
            <a:t>Example: he says – it is said</a:t>
          </a:r>
        </a:p>
      </dgm:t>
    </dgm:pt>
    <dgm:pt modelId="{7E7A36B4-2DF3-4162-B05A-70987E55C04B}" type="parTrans" cxnId="{4B07C051-66EF-407F-89C5-566174DE3AEC}">
      <dgm:prSet/>
      <dgm:spPr/>
      <dgm:t>
        <a:bodyPr/>
        <a:lstStyle/>
        <a:p>
          <a:endParaRPr lang="en-IN"/>
        </a:p>
      </dgm:t>
    </dgm:pt>
    <dgm:pt modelId="{D9DBCE4B-BBA3-4FB2-BB6F-9BCBABCE3280}" type="sibTrans" cxnId="{4B07C051-66EF-407F-89C5-566174DE3AEC}">
      <dgm:prSet/>
      <dgm:spPr/>
      <dgm:t>
        <a:bodyPr/>
        <a:lstStyle/>
        <a:p>
          <a:endParaRPr lang="en-IN"/>
        </a:p>
      </dgm:t>
    </dgm:pt>
    <dgm:pt modelId="{8FA9D3E8-BC91-457C-868A-0EC3F693E418}" type="pres">
      <dgm:prSet presAssocID="{38A8DBCC-6755-40FD-A187-1385ED1A4467}" presName="linear" presStyleCnt="0">
        <dgm:presLayoutVars>
          <dgm:dir/>
          <dgm:animLvl val="lvl"/>
          <dgm:resizeHandles val="exact"/>
        </dgm:presLayoutVars>
      </dgm:prSet>
      <dgm:spPr/>
    </dgm:pt>
    <dgm:pt modelId="{199AB5A8-D311-41AD-812A-60AA7C5231EB}" type="pres">
      <dgm:prSet presAssocID="{ECC7CC9E-EF0A-47DE-BE53-B528002C3C41}" presName="parentLin" presStyleCnt="0"/>
      <dgm:spPr/>
    </dgm:pt>
    <dgm:pt modelId="{DED49225-3670-43DA-87B4-50FB989B89A2}" type="pres">
      <dgm:prSet presAssocID="{ECC7CC9E-EF0A-47DE-BE53-B528002C3C41}" presName="parentLeftMargin" presStyleLbl="node1" presStyleIdx="0" presStyleCnt="7"/>
      <dgm:spPr/>
    </dgm:pt>
    <dgm:pt modelId="{22042DD1-D0C0-4FC4-85DC-56B298463E02}" type="pres">
      <dgm:prSet presAssocID="{ECC7CC9E-EF0A-47DE-BE53-B528002C3C41}" presName="parentText" presStyleLbl="node1" presStyleIdx="0" presStyleCnt="7" custScaleX="150037">
        <dgm:presLayoutVars>
          <dgm:chMax val="0"/>
          <dgm:bulletEnabled val="1"/>
        </dgm:presLayoutVars>
      </dgm:prSet>
      <dgm:spPr/>
    </dgm:pt>
    <dgm:pt modelId="{1B92695B-7762-4DE8-8A13-0D5A0B6D307F}" type="pres">
      <dgm:prSet presAssocID="{ECC7CC9E-EF0A-47DE-BE53-B528002C3C41}" presName="negativeSpace" presStyleCnt="0"/>
      <dgm:spPr/>
    </dgm:pt>
    <dgm:pt modelId="{282C6882-86B9-41DE-99B2-146DBA656A56}" type="pres">
      <dgm:prSet presAssocID="{ECC7CC9E-EF0A-47DE-BE53-B528002C3C41}" presName="childText" presStyleLbl="conFgAcc1" presStyleIdx="0" presStyleCnt="7">
        <dgm:presLayoutVars>
          <dgm:bulletEnabled val="1"/>
        </dgm:presLayoutVars>
      </dgm:prSet>
      <dgm:spPr/>
    </dgm:pt>
    <dgm:pt modelId="{249CB4D7-1636-48B1-A02E-BF2F309999E7}" type="pres">
      <dgm:prSet presAssocID="{59EB94DA-871E-4F28-AAE0-6B2C48D99021}" presName="spaceBetweenRectangles" presStyleCnt="0"/>
      <dgm:spPr/>
    </dgm:pt>
    <dgm:pt modelId="{77136B82-0590-4D26-9188-AC72D8281BC7}" type="pres">
      <dgm:prSet presAssocID="{B4D9FC9D-6DC2-4C24-BC6F-95F3DD034F69}" presName="parentLin" presStyleCnt="0"/>
      <dgm:spPr/>
    </dgm:pt>
    <dgm:pt modelId="{A280998B-546F-4F4B-BBE4-C6D25AF61EA7}" type="pres">
      <dgm:prSet presAssocID="{B4D9FC9D-6DC2-4C24-BC6F-95F3DD034F69}" presName="parentLeftMargin" presStyleLbl="node1" presStyleIdx="0" presStyleCnt="7"/>
      <dgm:spPr/>
    </dgm:pt>
    <dgm:pt modelId="{F93E759D-49DB-4C11-AE54-2EDBFB7DF959}" type="pres">
      <dgm:prSet presAssocID="{B4D9FC9D-6DC2-4C24-BC6F-95F3DD034F69}" presName="parentText" presStyleLbl="node1" presStyleIdx="1" presStyleCnt="7" custScaleX="150037">
        <dgm:presLayoutVars>
          <dgm:chMax val="0"/>
          <dgm:bulletEnabled val="1"/>
        </dgm:presLayoutVars>
      </dgm:prSet>
      <dgm:spPr/>
    </dgm:pt>
    <dgm:pt modelId="{F04C4E57-A670-4D6A-B959-707C491F6402}" type="pres">
      <dgm:prSet presAssocID="{B4D9FC9D-6DC2-4C24-BC6F-95F3DD034F69}" presName="negativeSpace" presStyleCnt="0"/>
      <dgm:spPr/>
    </dgm:pt>
    <dgm:pt modelId="{EE52FD08-E0AE-448F-AF43-9C5E1416F3A9}" type="pres">
      <dgm:prSet presAssocID="{B4D9FC9D-6DC2-4C24-BC6F-95F3DD034F69}" presName="childText" presStyleLbl="conFgAcc1" presStyleIdx="1" presStyleCnt="7">
        <dgm:presLayoutVars>
          <dgm:bulletEnabled val="1"/>
        </dgm:presLayoutVars>
      </dgm:prSet>
      <dgm:spPr/>
    </dgm:pt>
    <dgm:pt modelId="{854077A0-FB3A-4C18-90BE-DBC4C526570F}" type="pres">
      <dgm:prSet presAssocID="{454B8976-1498-4124-9482-0C9CC3CAA9A4}" presName="spaceBetweenRectangles" presStyleCnt="0"/>
      <dgm:spPr/>
    </dgm:pt>
    <dgm:pt modelId="{DCD2CFBC-37C9-432D-AA1B-4702D106599A}" type="pres">
      <dgm:prSet presAssocID="{BF552319-3094-4149-9ADB-72FD1F87A458}" presName="parentLin" presStyleCnt="0"/>
      <dgm:spPr/>
    </dgm:pt>
    <dgm:pt modelId="{F1E77AFA-84C0-4F9A-8E24-C9270F2D0277}" type="pres">
      <dgm:prSet presAssocID="{BF552319-3094-4149-9ADB-72FD1F87A458}" presName="parentLeftMargin" presStyleLbl="node1" presStyleIdx="1" presStyleCnt="7"/>
      <dgm:spPr/>
    </dgm:pt>
    <dgm:pt modelId="{DB51C123-286E-4455-A9AD-8B3B82F54A98}" type="pres">
      <dgm:prSet presAssocID="{BF552319-3094-4149-9ADB-72FD1F87A458}" presName="parentText" presStyleLbl="node1" presStyleIdx="2" presStyleCnt="7" custScaleX="150037">
        <dgm:presLayoutVars>
          <dgm:chMax val="0"/>
          <dgm:bulletEnabled val="1"/>
        </dgm:presLayoutVars>
      </dgm:prSet>
      <dgm:spPr/>
    </dgm:pt>
    <dgm:pt modelId="{98040AB0-0212-47B4-B4A6-7DCE6FD7E5CB}" type="pres">
      <dgm:prSet presAssocID="{BF552319-3094-4149-9ADB-72FD1F87A458}" presName="negativeSpace" presStyleCnt="0"/>
      <dgm:spPr/>
    </dgm:pt>
    <dgm:pt modelId="{B1B5713C-D2CD-4BA0-8F71-CD27D0D2F7BB}" type="pres">
      <dgm:prSet presAssocID="{BF552319-3094-4149-9ADB-72FD1F87A458}" presName="childText" presStyleLbl="conFgAcc1" presStyleIdx="2" presStyleCnt="7">
        <dgm:presLayoutVars>
          <dgm:bulletEnabled val="1"/>
        </dgm:presLayoutVars>
      </dgm:prSet>
      <dgm:spPr/>
    </dgm:pt>
    <dgm:pt modelId="{BCD8FC86-0DA7-4F8D-9350-F4E78DA4FB72}" type="pres">
      <dgm:prSet presAssocID="{10E96E42-F949-4EA8-8177-8919547CCFC1}" presName="spaceBetweenRectangles" presStyleCnt="0"/>
      <dgm:spPr/>
    </dgm:pt>
    <dgm:pt modelId="{354C83B4-397A-4BC9-8A5D-844A4F332236}" type="pres">
      <dgm:prSet presAssocID="{9F869846-E97E-48F4-B0E3-04406B8356D1}" presName="parentLin" presStyleCnt="0"/>
      <dgm:spPr/>
    </dgm:pt>
    <dgm:pt modelId="{F8DE3493-D86D-4EAC-A6A9-18379AE0F651}" type="pres">
      <dgm:prSet presAssocID="{9F869846-E97E-48F4-B0E3-04406B8356D1}" presName="parentLeftMargin" presStyleLbl="node1" presStyleIdx="2" presStyleCnt="7"/>
      <dgm:spPr/>
    </dgm:pt>
    <dgm:pt modelId="{78666508-735E-4E21-A002-93F9BCC5F54C}" type="pres">
      <dgm:prSet presAssocID="{9F869846-E97E-48F4-B0E3-04406B8356D1}" presName="parentText" presStyleLbl="node1" presStyleIdx="3" presStyleCnt="7" custScaleX="150037">
        <dgm:presLayoutVars>
          <dgm:chMax val="0"/>
          <dgm:bulletEnabled val="1"/>
        </dgm:presLayoutVars>
      </dgm:prSet>
      <dgm:spPr/>
    </dgm:pt>
    <dgm:pt modelId="{4DE62C7C-ADC1-4BF2-A196-F525DD44B7EF}" type="pres">
      <dgm:prSet presAssocID="{9F869846-E97E-48F4-B0E3-04406B8356D1}" presName="negativeSpace" presStyleCnt="0"/>
      <dgm:spPr/>
    </dgm:pt>
    <dgm:pt modelId="{0970AA9A-C13B-43BF-809C-35295CF16238}" type="pres">
      <dgm:prSet presAssocID="{9F869846-E97E-48F4-B0E3-04406B8356D1}" presName="childText" presStyleLbl="conFgAcc1" presStyleIdx="3" presStyleCnt="7">
        <dgm:presLayoutVars>
          <dgm:bulletEnabled val="1"/>
        </dgm:presLayoutVars>
      </dgm:prSet>
      <dgm:spPr/>
    </dgm:pt>
    <dgm:pt modelId="{BEB22827-0D6C-4D96-8619-5BF77AA9A159}" type="pres">
      <dgm:prSet presAssocID="{9B2336F1-F343-4D00-AF32-692ACE47C9EE}" presName="spaceBetweenRectangles" presStyleCnt="0"/>
      <dgm:spPr/>
    </dgm:pt>
    <dgm:pt modelId="{D077F6CA-B6DB-46B7-96F7-15F33B320EAB}" type="pres">
      <dgm:prSet presAssocID="{5AB973D0-C892-4174-B39F-31E36BFB2C04}" presName="parentLin" presStyleCnt="0"/>
      <dgm:spPr/>
    </dgm:pt>
    <dgm:pt modelId="{97F902BF-D86D-4886-AE3C-822360FE87A3}" type="pres">
      <dgm:prSet presAssocID="{5AB973D0-C892-4174-B39F-31E36BFB2C04}" presName="parentLeftMargin" presStyleLbl="node1" presStyleIdx="3" presStyleCnt="7"/>
      <dgm:spPr/>
    </dgm:pt>
    <dgm:pt modelId="{088337E7-3651-4C5D-879A-3F4C9CBD9922}" type="pres">
      <dgm:prSet presAssocID="{5AB973D0-C892-4174-B39F-31E36BFB2C04}" presName="parentText" presStyleLbl="node1" presStyleIdx="4" presStyleCnt="7" custScaleX="150037">
        <dgm:presLayoutVars>
          <dgm:chMax val="0"/>
          <dgm:bulletEnabled val="1"/>
        </dgm:presLayoutVars>
      </dgm:prSet>
      <dgm:spPr/>
    </dgm:pt>
    <dgm:pt modelId="{0C1E8ACB-470D-4321-A5AC-7C9DAE0871EF}" type="pres">
      <dgm:prSet presAssocID="{5AB973D0-C892-4174-B39F-31E36BFB2C04}" presName="negativeSpace" presStyleCnt="0"/>
      <dgm:spPr/>
    </dgm:pt>
    <dgm:pt modelId="{3BBF745F-FF15-4A24-A065-7B5F794DD557}" type="pres">
      <dgm:prSet presAssocID="{5AB973D0-C892-4174-B39F-31E36BFB2C04}" presName="childText" presStyleLbl="conFgAcc1" presStyleIdx="4" presStyleCnt="7">
        <dgm:presLayoutVars>
          <dgm:bulletEnabled val="1"/>
        </dgm:presLayoutVars>
      </dgm:prSet>
      <dgm:spPr/>
    </dgm:pt>
    <dgm:pt modelId="{CDE03A07-4F15-4A52-827D-B29A7E1A2C5F}" type="pres">
      <dgm:prSet presAssocID="{1DC11D65-3047-4494-9DFD-D6EA9A82A612}" presName="spaceBetweenRectangles" presStyleCnt="0"/>
      <dgm:spPr/>
    </dgm:pt>
    <dgm:pt modelId="{77D03833-C802-42AA-B020-113DD44ED0CF}" type="pres">
      <dgm:prSet presAssocID="{97F53FBE-D488-4529-853C-3DF0D350C1DA}" presName="parentLin" presStyleCnt="0"/>
      <dgm:spPr/>
    </dgm:pt>
    <dgm:pt modelId="{4827AE91-7099-460F-97D2-6D8A3A4AC951}" type="pres">
      <dgm:prSet presAssocID="{97F53FBE-D488-4529-853C-3DF0D350C1DA}" presName="parentLeftMargin" presStyleLbl="node1" presStyleIdx="4" presStyleCnt="7"/>
      <dgm:spPr/>
    </dgm:pt>
    <dgm:pt modelId="{FF284186-0153-4335-9F74-90E911F4156D}" type="pres">
      <dgm:prSet presAssocID="{97F53FBE-D488-4529-853C-3DF0D350C1DA}" presName="parentText" presStyleLbl="node1" presStyleIdx="5" presStyleCnt="7" custScaleX="150037">
        <dgm:presLayoutVars>
          <dgm:chMax val="0"/>
          <dgm:bulletEnabled val="1"/>
        </dgm:presLayoutVars>
      </dgm:prSet>
      <dgm:spPr/>
    </dgm:pt>
    <dgm:pt modelId="{6CC74C6F-EE48-44B5-B3F1-0A301A909251}" type="pres">
      <dgm:prSet presAssocID="{97F53FBE-D488-4529-853C-3DF0D350C1DA}" presName="negativeSpace" presStyleCnt="0"/>
      <dgm:spPr/>
    </dgm:pt>
    <dgm:pt modelId="{D865F0EC-F5D5-4E42-ADD8-00AFCE66FFBD}" type="pres">
      <dgm:prSet presAssocID="{97F53FBE-D488-4529-853C-3DF0D350C1DA}" presName="childText" presStyleLbl="conFgAcc1" presStyleIdx="5" presStyleCnt="7">
        <dgm:presLayoutVars>
          <dgm:bulletEnabled val="1"/>
        </dgm:presLayoutVars>
      </dgm:prSet>
      <dgm:spPr/>
    </dgm:pt>
    <dgm:pt modelId="{8EB75FA7-9391-45E7-A897-6177B2BF1221}" type="pres">
      <dgm:prSet presAssocID="{99CE9B0C-437B-4F1D-BD8E-5F0BDF1044B5}" presName="spaceBetweenRectangles" presStyleCnt="0"/>
      <dgm:spPr/>
    </dgm:pt>
    <dgm:pt modelId="{F9DD8EEF-2D23-433D-8A16-3A54A750417E}" type="pres">
      <dgm:prSet presAssocID="{A6F693E6-61F7-43DA-95EC-A144208459FF}" presName="parentLin" presStyleCnt="0"/>
      <dgm:spPr/>
    </dgm:pt>
    <dgm:pt modelId="{022D3132-A944-406A-B4D6-66A43E3543EB}" type="pres">
      <dgm:prSet presAssocID="{A6F693E6-61F7-43DA-95EC-A144208459FF}" presName="parentLeftMargin" presStyleLbl="node1" presStyleIdx="5" presStyleCnt="7"/>
      <dgm:spPr/>
    </dgm:pt>
    <dgm:pt modelId="{662403BF-2CBD-4DF7-96FE-83B162C9B7D0}" type="pres">
      <dgm:prSet presAssocID="{A6F693E6-61F7-43DA-95EC-A144208459FF}" presName="parentText" presStyleLbl="node1" presStyleIdx="6" presStyleCnt="7" custScaleX="150037">
        <dgm:presLayoutVars>
          <dgm:chMax val="0"/>
          <dgm:bulletEnabled val="1"/>
        </dgm:presLayoutVars>
      </dgm:prSet>
      <dgm:spPr/>
    </dgm:pt>
    <dgm:pt modelId="{F2332230-77B7-4AD1-B87D-97A16F2290C0}" type="pres">
      <dgm:prSet presAssocID="{A6F693E6-61F7-43DA-95EC-A144208459FF}" presName="negativeSpace" presStyleCnt="0"/>
      <dgm:spPr/>
    </dgm:pt>
    <dgm:pt modelId="{69C36AB7-96B3-4199-8C36-7AE12C50028E}" type="pres">
      <dgm:prSet presAssocID="{A6F693E6-61F7-43DA-95EC-A144208459FF}" presName="childText" presStyleLbl="conFgAcc1" presStyleIdx="6" presStyleCnt="7">
        <dgm:presLayoutVars>
          <dgm:bulletEnabled val="1"/>
        </dgm:presLayoutVars>
      </dgm:prSet>
      <dgm:spPr/>
    </dgm:pt>
  </dgm:ptLst>
  <dgm:cxnLst>
    <dgm:cxn modelId="{DBDF7C0B-7397-4174-9F19-8E574A5574F8}" srcId="{38A8DBCC-6755-40FD-A187-1385ED1A4467}" destId="{9F869846-E97E-48F4-B0E3-04406B8356D1}" srcOrd="3" destOrd="0" parTransId="{6F2E78A7-B226-489E-AA8D-80ACB0F799C5}" sibTransId="{9B2336F1-F343-4D00-AF32-692ACE47C9EE}"/>
    <dgm:cxn modelId="{745D1711-FE9F-4446-A8C7-1FE120340309}" srcId="{38A8DBCC-6755-40FD-A187-1385ED1A4467}" destId="{B4D9FC9D-6DC2-4C24-BC6F-95F3DD034F69}" srcOrd="1" destOrd="0" parTransId="{C7654447-19A5-4E01-9090-A30A1C304C65}" sibTransId="{454B8976-1498-4124-9482-0C9CC3CAA9A4}"/>
    <dgm:cxn modelId="{493A8F34-0291-42DC-9534-5A3B3BBFB544}" type="presOf" srcId="{A6F693E6-61F7-43DA-95EC-A144208459FF}" destId="{022D3132-A944-406A-B4D6-66A43E3543EB}" srcOrd="0" destOrd="0" presId="urn:microsoft.com/office/officeart/2005/8/layout/list1"/>
    <dgm:cxn modelId="{57259F36-EBED-4CD8-99D3-F59230D975B7}" type="presOf" srcId="{97F53FBE-D488-4529-853C-3DF0D350C1DA}" destId="{4827AE91-7099-460F-97D2-6D8A3A4AC951}" srcOrd="0" destOrd="0" presId="urn:microsoft.com/office/officeart/2005/8/layout/list1"/>
    <dgm:cxn modelId="{59971238-5B93-42FF-8B4D-5A66A0C23EFE}" type="presOf" srcId="{5AB973D0-C892-4174-B39F-31E36BFB2C04}" destId="{088337E7-3651-4C5D-879A-3F4C9CBD9922}" srcOrd="1" destOrd="0" presId="urn:microsoft.com/office/officeart/2005/8/layout/list1"/>
    <dgm:cxn modelId="{CDF19938-15B6-4B0B-9022-299AC2C81EF1}" type="presOf" srcId="{97F53FBE-D488-4529-853C-3DF0D350C1DA}" destId="{FF284186-0153-4335-9F74-90E911F4156D}" srcOrd="1" destOrd="0" presId="urn:microsoft.com/office/officeart/2005/8/layout/list1"/>
    <dgm:cxn modelId="{46D8903B-C52F-4F7D-9ED0-1F716D8157DB}" srcId="{38A8DBCC-6755-40FD-A187-1385ED1A4467}" destId="{ECC7CC9E-EF0A-47DE-BE53-B528002C3C41}" srcOrd="0" destOrd="0" parTransId="{4F0D1FCB-B574-4019-97DA-CDA903F71F9F}" sibTransId="{59EB94DA-871E-4F28-AAE0-6B2C48D99021}"/>
    <dgm:cxn modelId="{31D9A465-658A-4496-B4E3-404A512666B6}" type="presOf" srcId="{9F869846-E97E-48F4-B0E3-04406B8356D1}" destId="{F8DE3493-D86D-4EAC-A6A9-18379AE0F651}" srcOrd="0" destOrd="0" presId="urn:microsoft.com/office/officeart/2005/8/layout/list1"/>
    <dgm:cxn modelId="{77DFD86D-9378-49AD-AF00-98862A07D450}" type="presOf" srcId="{ECC7CC9E-EF0A-47DE-BE53-B528002C3C41}" destId="{DED49225-3670-43DA-87B4-50FB989B89A2}" srcOrd="0" destOrd="0" presId="urn:microsoft.com/office/officeart/2005/8/layout/list1"/>
    <dgm:cxn modelId="{8661B371-CD38-40D9-AB63-E50F384C77A3}" type="presOf" srcId="{B4D9FC9D-6DC2-4C24-BC6F-95F3DD034F69}" destId="{F93E759D-49DB-4C11-AE54-2EDBFB7DF959}" srcOrd="1" destOrd="0" presId="urn:microsoft.com/office/officeart/2005/8/layout/list1"/>
    <dgm:cxn modelId="{4B07C051-66EF-407F-89C5-566174DE3AEC}" srcId="{38A8DBCC-6755-40FD-A187-1385ED1A4467}" destId="{A6F693E6-61F7-43DA-95EC-A144208459FF}" srcOrd="6" destOrd="0" parTransId="{7E7A36B4-2DF3-4162-B05A-70987E55C04B}" sibTransId="{D9DBCE4B-BBA3-4FB2-BB6F-9BCBABCE3280}"/>
    <dgm:cxn modelId="{4FD1A17A-8530-4DE8-9452-F8709BC331C9}" srcId="{38A8DBCC-6755-40FD-A187-1385ED1A4467}" destId="{5AB973D0-C892-4174-B39F-31E36BFB2C04}" srcOrd="4" destOrd="0" parTransId="{E8ACE99E-8CEC-44DD-9DE3-EEDA680F171F}" sibTransId="{1DC11D65-3047-4494-9DFD-D6EA9A82A612}"/>
    <dgm:cxn modelId="{6DA46993-43AD-4F2C-B8C6-F4F6E0747A51}" type="presOf" srcId="{BF552319-3094-4149-9ADB-72FD1F87A458}" destId="{DB51C123-286E-4455-A9AD-8B3B82F54A98}" srcOrd="1" destOrd="0" presId="urn:microsoft.com/office/officeart/2005/8/layout/list1"/>
    <dgm:cxn modelId="{E14F8593-EFCB-468F-A27A-D9ADD87A66C5}" type="presOf" srcId="{B4D9FC9D-6DC2-4C24-BC6F-95F3DD034F69}" destId="{A280998B-546F-4F4B-BBE4-C6D25AF61EA7}" srcOrd="0" destOrd="0" presId="urn:microsoft.com/office/officeart/2005/8/layout/list1"/>
    <dgm:cxn modelId="{FAF01094-32D8-421F-8E2D-D1744A4D1234}" type="presOf" srcId="{38A8DBCC-6755-40FD-A187-1385ED1A4467}" destId="{8FA9D3E8-BC91-457C-868A-0EC3F693E418}" srcOrd="0" destOrd="0" presId="urn:microsoft.com/office/officeart/2005/8/layout/list1"/>
    <dgm:cxn modelId="{B63982A8-6D1A-4354-8E26-BC520919C08C}" type="presOf" srcId="{5AB973D0-C892-4174-B39F-31E36BFB2C04}" destId="{97F902BF-D86D-4886-AE3C-822360FE87A3}" srcOrd="0" destOrd="0" presId="urn:microsoft.com/office/officeart/2005/8/layout/list1"/>
    <dgm:cxn modelId="{D6CC0AC4-1B38-4BDB-87E1-31AB20852948}" type="presOf" srcId="{BF552319-3094-4149-9ADB-72FD1F87A458}" destId="{F1E77AFA-84C0-4F9A-8E24-C9270F2D0277}" srcOrd="0" destOrd="0" presId="urn:microsoft.com/office/officeart/2005/8/layout/list1"/>
    <dgm:cxn modelId="{779F17C8-F99B-4187-B581-975C07E87401}" type="presOf" srcId="{9F869846-E97E-48F4-B0E3-04406B8356D1}" destId="{78666508-735E-4E21-A002-93F9BCC5F54C}" srcOrd="1" destOrd="0" presId="urn:microsoft.com/office/officeart/2005/8/layout/list1"/>
    <dgm:cxn modelId="{45CD7AD2-72FF-465D-B91D-E2F0FF768039}" srcId="{38A8DBCC-6755-40FD-A187-1385ED1A4467}" destId="{97F53FBE-D488-4529-853C-3DF0D350C1DA}" srcOrd="5" destOrd="0" parTransId="{BC726A9C-A2D6-4B15-95CD-24FC9E0531A9}" sibTransId="{99CE9B0C-437B-4F1D-BD8E-5F0BDF1044B5}"/>
    <dgm:cxn modelId="{D82854EC-12BA-4D38-AD70-A57FFC41AD72}" type="presOf" srcId="{ECC7CC9E-EF0A-47DE-BE53-B528002C3C41}" destId="{22042DD1-D0C0-4FC4-85DC-56B298463E02}" srcOrd="1" destOrd="0" presId="urn:microsoft.com/office/officeart/2005/8/layout/list1"/>
    <dgm:cxn modelId="{BE4E85EF-E916-4ABD-B611-FE94A71F3AC5}" type="presOf" srcId="{A6F693E6-61F7-43DA-95EC-A144208459FF}" destId="{662403BF-2CBD-4DF7-96FE-83B162C9B7D0}" srcOrd="1" destOrd="0" presId="urn:microsoft.com/office/officeart/2005/8/layout/list1"/>
    <dgm:cxn modelId="{B9AE3EF1-9F75-4710-8596-6980D95352A3}" srcId="{38A8DBCC-6755-40FD-A187-1385ED1A4467}" destId="{BF552319-3094-4149-9ADB-72FD1F87A458}" srcOrd="2" destOrd="0" parTransId="{A729E5DF-D04B-44ED-B08F-405A64415B5A}" sibTransId="{10E96E42-F949-4EA8-8177-8919547CCFC1}"/>
    <dgm:cxn modelId="{C70630EE-F1B4-4FBF-BE0B-700A5C2DDB59}" type="presParOf" srcId="{8FA9D3E8-BC91-457C-868A-0EC3F693E418}" destId="{199AB5A8-D311-41AD-812A-60AA7C5231EB}" srcOrd="0" destOrd="0" presId="urn:microsoft.com/office/officeart/2005/8/layout/list1"/>
    <dgm:cxn modelId="{DBB2B3A5-23AF-403C-8D71-F59372E61085}" type="presParOf" srcId="{199AB5A8-D311-41AD-812A-60AA7C5231EB}" destId="{DED49225-3670-43DA-87B4-50FB989B89A2}" srcOrd="0" destOrd="0" presId="urn:microsoft.com/office/officeart/2005/8/layout/list1"/>
    <dgm:cxn modelId="{EFB4CFDC-507C-4D44-977C-4EB509A401ED}" type="presParOf" srcId="{199AB5A8-D311-41AD-812A-60AA7C5231EB}" destId="{22042DD1-D0C0-4FC4-85DC-56B298463E02}" srcOrd="1" destOrd="0" presId="urn:microsoft.com/office/officeart/2005/8/layout/list1"/>
    <dgm:cxn modelId="{C62C6505-CAE2-4332-9F0E-2F33EF7BD380}" type="presParOf" srcId="{8FA9D3E8-BC91-457C-868A-0EC3F693E418}" destId="{1B92695B-7762-4DE8-8A13-0D5A0B6D307F}" srcOrd="1" destOrd="0" presId="urn:microsoft.com/office/officeart/2005/8/layout/list1"/>
    <dgm:cxn modelId="{2DF3D696-318C-43B2-8CD5-ECA96ED90FAA}" type="presParOf" srcId="{8FA9D3E8-BC91-457C-868A-0EC3F693E418}" destId="{282C6882-86B9-41DE-99B2-146DBA656A56}" srcOrd="2" destOrd="0" presId="urn:microsoft.com/office/officeart/2005/8/layout/list1"/>
    <dgm:cxn modelId="{4FE3AE93-34F8-448F-9A78-1756C11158A5}" type="presParOf" srcId="{8FA9D3E8-BC91-457C-868A-0EC3F693E418}" destId="{249CB4D7-1636-48B1-A02E-BF2F309999E7}" srcOrd="3" destOrd="0" presId="urn:microsoft.com/office/officeart/2005/8/layout/list1"/>
    <dgm:cxn modelId="{1EF1CEA1-DC97-4FD4-8A67-4760D7CABF0E}" type="presParOf" srcId="{8FA9D3E8-BC91-457C-868A-0EC3F693E418}" destId="{77136B82-0590-4D26-9188-AC72D8281BC7}" srcOrd="4" destOrd="0" presId="urn:microsoft.com/office/officeart/2005/8/layout/list1"/>
    <dgm:cxn modelId="{763ECA29-27EE-4A66-AFC1-132BC29BC7A6}" type="presParOf" srcId="{77136B82-0590-4D26-9188-AC72D8281BC7}" destId="{A280998B-546F-4F4B-BBE4-C6D25AF61EA7}" srcOrd="0" destOrd="0" presId="urn:microsoft.com/office/officeart/2005/8/layout/list1"/>
    <dgm:cxn modelId="{47ECB2E8-DFE3-4522-88EB-F6825878CED8}" type="presParOf" srcId="{77136B82-0590-4D26-9188-AC72D8281BC7}" destId="{F93E759D-49DB-4C11-AE54-2EDBFB7DF959}" srcOrd="1" destOrd="0" presId="urn:microsoft.com/office/officeart/2005/8/layout/list1"/>
    <dgm:cxn modelId="{EA1A491A-0100-4209-8D5A-FF890DE729C5}" type="presParOf" srcId="{8FA9D3E8-BC91-457C-868A-0EC3F693E418}" destId="{F04C4E57-A670-4D6A-B959-707C491F6402}" srcOrd="5" destOrd="0" presId="urn:microsoft.com/office/officeart/2005/8/layout/list1"/>
    <dgm:cxn modelId="{7757B0E4-BDC5-4932-9521-7FCC60E85037}" type="presParOf" srcId="{8FA9D3E8-BC91-457C-868A-0EC3F693E418}" destId="{EE52FD08-E0AE-448F-AF43-9C5E1416F3A9}" srcOrd="6" destOrd="0" presId="urn:microsoft.com/office/officeart/2005/8/layout/list1"/>
    <dgm:cxn modelId="{BB22B738-756F-4309-B425-173CBBD7B901}" type="presParOf" srcId="{8FA9D3E8-BC91-457C-868A-0EC3F693E418}" destId="{854077A0-FB3A-4C18-90BE-DBC4C526570F}" srcOrd="7" destOrd="0" presId="urn:microsoft.com/office/officeart/2005/8/layout/list1"/>
    <dgm:cxn modelId="{676BCAFF-2989-454C-80CD-E0EB457416B3}" type="presParOf" srcId="{8FA9D3E8-BC91-457C-868A-0EC3F693E418}" destId="{DCD2CFBC-37C9-432D-AA1B-4702D106599A}" srcOrd="8" destOrd="0" presId="urn:microsoft.com/office/officeart/2005/8/layout/list1"/>
    <dgm:cxn modelId="{05543691-CE2A-4568-BCB2-79494BDCE02C}" type="presParOf" srcId="{DCD2CFBC-37C9-432D-AA1B-4702D106599A}" destId="{F1E77AFA-84C0-4F9A-8E24-C9270F2D0277}" srcOrd="0" destOrd="0" presId="urn:microsoft.com/office/officeart/2005/8/layout/list1"/>
    <dgm:cxn modelId="{1FDE2A52-1671-49F3-88E5-DA662F4C6D63}" type="presParOf" srcId="{DCD2CFBC-37C9-432D-AA1B-4702D106599A}" destId="{DB51C123-286E-4455-A9AD-8B3B82F54A98}" srcOrd="1" destOrd="0" presId="urn:microsoft.com/office/officeart/2005/8/layout/list1"/>
    <dgm:cxn modelId="{6CCA1512-3E7D-4BED-BEA3-C81A32B5263F}" type="presParOf" srcId="{8FA9D3E8-BC91-457C-868A-0EC3F693E418}" destId="{98040AB0-0212-47B4-B4A6-7DCE6FD7E5CB}" srcOrd="9" destOrd="0" presId="urn:microsoft.com/office/officeart/2005/8/layout/list1"/>
    <dgm:cxn modelId="{931D5566-F841-4811-8448-DBBCE68A11F0}" type="presParOf" srcId="{8FA9D3E8-BC91-457C-868A-0EC3F693E418}" destId="{B1B5713C-D2CD-4BA0-8F71-CD27D0D2F7BB}" srcOrd="10" destOrd="0" presId="urn:microsoft.com/office/officeart/2005/8/layout/list1"/>
    <dgm:cxn modelId="{2E03DD96-898D-49F7-BAB7-91752A67D408}" type="presParOf" srcId="{8FA9D3E8-BC91-457C-868A-0EC3F693E418}" destId="{BCD8FC86-0DA7-4F8D-9350-F4E78DA4FB72}" srcOrd="11" destOrd="0" presId="urn:microsoft.com/office/officeart/2005/8/layout/list1"/>
    <dgm:cxn modelId="{635FAAE9-35C5-4DBE-866B-9BE339B9D4C0}" type="presParOf" srcId="{8FA9D3E8-BC91-457C-868A-0EC3F693E418}" destId="{354C83B4-397A-4BC9-8A5D-844A4F332236}" srcOrd="12" destOrd="0" presId="urn:microsoft.com/office/officeart/2005/8/layout/list1"/>
    <dgm:cxn modelId="{066B90A5-EF54-4F46-A15C-4280CF5F0D61}" type="presParOf" srcId="{354C83B4-397A-4BC9-8A5D-844A4F332236}" destId="{F8DE3493-D86D-4EAC-A6A9-18379AE0F651}" srcOrd="0" destOrd="0" presId="urn:microsoft.com/office/officeart/2005/8/layout/list1"/>
    <dgm:cxn modelId="{11B40E91-1B80-4793-B9F6-3A8D9220AC83}" type="presParOf" srcId="{354C83B4-397A-4BC9-8A5D-844A4F332236}" destId="{78666508-735E-4E21-A002-93F9BCC5F54C}" srcOrd="1" destOrd="0" presId="urn:microsoft.com/office/officeart/2005/8/layout/list1"/>
    <dgm:cxn modelId="{B33339ED-7EC1-458A-833C-8216828AB069}" type="presParOf" srcId="{8FA9D3E8-BC91-457C-868A-0EC3F693E418}" destId="{4DE62C7C-ADC1-4BF2-A196-F525DD44B7EF}" srcOrd="13" destOrd="0" presId="urn:microsoft.com/office/officeart/2005/8/layout/list1"/>
    <dgm:cxn modelId="{7F174A54-3B62-4A82-8559-AC92A069ADD5}" type="presParOf" srcId="{8FA9D3E8-BC91-457C-868A-0EC3F693E418}" destId="{0970AA9A-C13B-43BF-809C-35295CF16238}" srcOrd="14" destOrd="0" presId="urn:microsoft.com/office/officeart/2005/8/layout/list1"/>
    <dgm:cxn modelId="{F3439601-137B-4B5A-A4E3-5903E138DF1D}" type="presParOf" srcId="{8FA9D3E8-BC91-457C-868A-0EC3F693E418}" destId="{BEB22827-0D6C-4D96-8619-5BF77AA9A159}" srcOrd="15" destOrd="0" presId="urn:microsoft.com/office/officeart/2005/8/layout/list1"/>
    <dgm:cxn modelId="{D383BD03-DA67-461E-B08A-A35E583692DD}" type="presParOf" srcId="{8FA9D3E8-BC91-457C-868A-0EC3F693E418}" destId="{D077F6CA-B6DB-46B7-96F7-15F33B320EAB}" srcOrd="16" destOrd="0" presId="urn:microsoft.com/office/officeart/2005/8/layout/list1"/>
    <dgm:cxn modelId="{A9FE4D10-94FA-4D82-9A63-E03F13F0CA5E}" type="presParOf" srcId="{D077F6CA-B6DB-46B7-96F7-15F33B320EAB}" destId="{97F902BF-D86D-4886-AE3C-822360FE87A3}" srcOrd="0" destOrd="0" presId="urn:microsoft.com/office/officeart/2005/8/layout/list1"/>
    <dgm:cxn modelId="{D5E1ABF6-F5E0-423E-A53E-1DF9B26FA79A}" type="presParOf" srcId="{D077F6CA-B6DB-46B7-96F7-15F33B320EAB}" destId="{088337E7-3651-4C5D-879A-3F4C9CBD9922}" srcOrd="1" destOrd="0" presId="urn:microsoft.com/office/officeart/2005/8/layout/list1"/>
    <dgm:cxn modelId="{D4637D53-6798-47DB-9483-1737D3C1F6E1}" type="presParOf" srcId="{8FA9D3E8-BC91-457C-868A-0EC3F693E418}" destId="{0C1E8ACB-470D-4321-A5AC-7C9DAE0871EF}" srcOrd="17" destOrd="0" presId="urn:microsoft.com/office/officeart/2005/8/layout/list1"/>
    <dgm:cxn modelId="{B5E0F159-4595-4DC6-8832-6939ADD8D223}" type="presParOf" srcId="{8FA9D3E8-BC91-457C-868A-0EC3F693E418}" destId="{3BBF745F-FF15-4A24-A065-7B5F794DD557}" srcOrd="18" destOrd="0" presId="urn:microsoft.com/office/officeart/2005/8/layout/list1"/>
    <dgm:cxn modelId="{0FDB8141-1D11-4063-A4D3-3D449F51C349}" type="presParOf" srcId="{8FA9D3E8-BC91-457C-868A-0EC3F693E418}" destId="{CDE03A07-4F15-4A52-827D-B29A7E1A2C5F}" srcOrd="19" destOrd="0" presId="urn:microsoft.com/office/officeart/2005/8/layout/list1"/>
    <dgm:cxn modelId="{47DF370B-A017-4AFE-AB15-CE645500E5FF}" type="presParOf" srcId="{8FA9D3E8-BC91-457C-868A-0EC3F693E418}" destId="{77D03833-C802-42AA-B020-113DD44ED0CF}" srcOrd="20" destOrd="0" presId="urn:microsoft.com/office/officeart/2005/8/layout/list1"/>
    <dgm:cxn modelId="{C9FBE09D-4EEE-4D0D-AF7D-696A3034B2E3}" type="presParOf" srcId="{77D03833-C802-42AA-B020-113DD44ED0CF}" destId="{4827AE91-7099-460F-97D2-6D8A3A4AC951}" srcOrd="0" destOrd="0" presId="urn:microsoft.com/office/officeart/2005/8/layout/list1"/>
    <dgm:cxn modelId="{0EA67C4A-45C7-42D4-A9F9-D18683B711AA}" type="presParOf" srcId="{77D03833-C802-42AA-B020-113DD44ED0CF}" destId="{FF284186-0153-4335-9F74-90E911F4156D}" srcOrd="1" destOrd="0" presId="urn:microsoft.com/office/officeart/2005/8/layout/list1"/>
    <dgm:cxn modelId="{ED544A9B-0CF0-4F40-B300-0A5AEC708058}" type="presParOf" srcId="{8FA9D3E8-BC91-457C-868A-0EC3F693E418}" destId="{6CC74C6F-EE48-44B5-B3F1-0A301A909251}" srcOrd="21" destOrd="0" presId="urn:microsoft.com/office/officeart/2005/8/layout/list1"/>
    <dgm:cxn modelId="{6A9390BA-6FBB-4BD0-AA36-4EC2177CC807}" type="presParOf" srcId="{8FA9D3E8-BC91-457C-868A-0EC3F693E418}" destId="{D865F0EC-F5D5-4E42-ADD8-00AFCE66FFBD}" srcOrd="22" destOrd="0" presId="urn:microsoft.com/office/officeart/2005/8/layout/list1"/>
    <dgm:cxn modelId="{51B50709-8D0C-467C-8026-01AC78CAD493}" type="presParOf" srcId="{8FA9D3E8-BC91-457C-868A-0EC3F693E418}" destId="{8EB75FA7-9391-45E7-A897-6177B2BF1221}" srcOrd="23" destOrd="0" presId="urn:microsoft.com/office/officeart/2005/8/layout/list1"/>
    <dgm:cxn modelId="{39539286-768F-4607-8DF9-37A1B56220C9}" type="presParOf" srcId="{8FA9D3E8-BC91-457C-868A-0EC3F693E418}" destId="{F9DD8EEF-2D23-433D-8A16-3A54A750417E}" srcOrd="24" destOrd="0" presId="urn:microsoft.com/office/officeart/2005/8/layout/list1"/>
    <dgm:cxn modelId="{8964927F-92FD-4923-9285-7A0CCC020C80}" type="presParOf" srcId="{F9DD8EEF-2D23-433D-8A16-3A54A750417E}" destId="{022D3132-A944-406A-B4D6-66A43E3543EB}" srcOrd="0" destOrd="0" presId="urn:microsoft.com/office/officeart/2005/8/layout/list1"/>
    <dgm:cxn modelId="{8FB1C052-AC6A-4D1B-B030-EACA74775C99}" type="presParOf" srcId="{F9DD8EEF-2D23-433D-8A16-3A54A750417E}" destId="{662403BF-2CBD-4DF7-96FE-83B162C9B7D0}" srcOrd="1" destOrd="0" presId="urn:microsoft.com/office/officeart/2005/8/layout/list1"/>
    <dgm:cxn modelId="{C0F5EBA5-40E8-48B4-91EA-875F00EDD710}" type="presParOf" srcId="{8FA9D3E8-BC91-457C-868A-0EC3F693E418}" destId="{F2332230-77B7-4AD1-B87D-97A16F2290C0}" srcOrd="25" destOrd="0" presId="urn:microsoft.com/office/officeart/2005/8/layout/list1"/>
    <dgm:cxn modelId="{87AAA09A-6F48-48C5-9A70-FE6EE5E96931}" type="presParOf" srcId="{8FA9D3E8-BC91-457C-868A-0EC3F693E418}" destId="{69C36AB7-96B3-4199-8C36-7AE12C50028E}"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0DFD77C-5400-4127-B616-950005A60BC4}"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A89CD978-7378-4B0B-854B-85385910CDBF}">
      <dgm:prSet phldrT="[Text]" custT="1"/>
      <dgm:spPr/>
      <dgm:t>
        <a:bodyPr/>
        <a:lstStyle/>
        <a:p>
          <a:r>
            <a:rPr lang="en-IN" sz="3200" dirty="0"/>
            <a:t>They say (that) he cheats.</a:t>
          </a:r>
        </a:p>
      </dgm:t>
    </dgm:pt>
    <dgm:pt modelId="{671F5DCB-ACF9-4A64-8A42-CE2A5BB40ED0}" type="parTrans" cxnId="{6C395087-C615-4464-A658-3DA666BB82EA}">
      <dgm:prSet/>
      <dgm:spPr/>
      <dgm:t>
        <a:bodyPr/>
        <a:lstStyle/>
        <a:p>
          <a:endParaRPr lang="en-IN"/>
        </a:p>
      </dgm:t>
    </dgm:pt>
    <dgm:pt modelId="{3415A356-8A8D-4A93-ADD1-B9BE1F7A65AD}" type="sibTrans" cxnId="{6C395087-C615-4464-A658-3DA666BB82EA}">
      <dgm:prSet/>
      <dgm:spPr/>
      <dgm:t>
        <a:bodyPr/>
        <a:lstStyle/>
        <a:p>
          <a:endParaRPr lang="en-IN"/>
        </a:p>
      </dgm:t>
    </dgm:pt>
    <dgm:pt modelId="{9F9E911D-85DE-44AC-822D-37B2868EC8D1}">
      <dgm:prSet custT="1"/>
      <dgm:spPr/>
      <dgm:t>
        <a:bodyPr/>
        <a:lstStyle/>
        <a:p>
          <a:r>
            <a:rPr lang="en-IN" sz="3200" dirty="0"/>
            <a:t>It is possible to convert this to a passive by </a:t>
          </a:r>
          <a:r>
            <a:rPr lang="en-IN" sz="3200" b="1" dirty="0"/>
            <a:t>promoting the content clause to subject</a:t>
          </a:r>
          <a:endParaRPr lang="en-IN" sz="3200" dirty="0"/>
        </a:p>
      </dgm:t>
    </dgm:pt>
    <dgm:pt modelId="{DE017630-8297-4956-888F-1F171FF3F36F}" type="parTrans" cxnId="{DF2C8E87-F587-4711-BD89-63A69056B9AB}">
      <dgm:prSet/>
      <dgm:spPr/>
      <dgm:t>
        <a:bodyPr/>
        <a:lstStyle/>
        <a:p>
          <a:endParaRPr lang="en-IN"/>
        </a:p>
      </dgm:t>
    </dgm:pt>
    <dgm:pt modelId="{CE455F9E-3F67-4C96-A789-A5B0FE2B1557}" type="sibTrans" cxnId="{DF2C8E87-F587-4711-BD89-63A69056B9AB}">
      <dgm:prSet/>
      <dgm:spPr/>
      <dgm:t>
        <a:bodyPr/>
        <a:lstStyle/>
        <a:p>
          <a:endParaRPr lang="en-IN"/>
        </a:p>
      </dgm:t>
    </dgm:pt>
    <dgm:pt modelId="{E7AACF1E-6D76-46FE-838E-1045C29F7307}">
      <dgm:prSet custT="1"/>
      <dgm:spPr/>
      <dgm:t>
        <a:bodyPr/>
        <a:lstStyle/>
        <a:p>
          <a:r>
            <a:rPr lang="en-IN" sz="3200" b="1" dirty="0"/>
            <a:t>It is said </a:t>
          </a:r>
          <a:r>
            <a:rPr lang="en-IN" sz="3200" dirty="0"/>
            <a:t>that he cheats.</a:t>
          </a:r>
        </a:p>
      </dgm:t>
    </dgm:pt>
    <dgm:pt modelId="{DDB3176F-FB54-494C-B17D-62FFEF9896B8}" type="parTrans" cxnId="{38DFDBFD-CE4E-489E-B599-155F88EE9238}">
      <dgm:prSet/>
      <dgm:spPr/>
      <dgm:t>
        <a:bodyPr/>
        <a:lstStyle/>
        <a:p>
          <a:endParaRPr lang="en-IN"/>
        </a:p>
      </dgm:t>
    </dgm:pt>
    <dgm:pt modelId="{61361868-69B2-455C-AFF9-98AEB0B6507F}" type="sibTrans" cxnId="{38DFDBFD-CE4E-489E-B599-155F88EE9238}">
      <dgm:prSet/>
      <dgm:spPr/>
      <dgm:t>
        <a:bodyPr/>
        <a:lstStyle/>
        <a:p>
          <a:endParaRPr lang="en-IN"/>
        </a:p>
      </dgm:t>
    </dgm:pt>
    <dgm:pt modelId="{81D808F7-94E7-4585-9504-5DEBA9146A79}" type="pres">
      <dgm:prSet presAssocID="{00DFD77C-5400-4127-B616-950005A60BC4}" presName="linear" presStyleCnt="0">
        <dgm:presLayoutVars>
          <dgm:dir/>
          <dgm:animLvl val="lvl"/>
          <dgm:resizeHandles val="exact"/>
        </dgm:presLayoutVars>
      </dgm:prSet>
      <dgm:spPr/>
    </dgm:pt>
    <dgm:pt modelId="{655A0469-CC58-4936-B1AE-B605E0D093FE}" type="pres">
      <dgm:prSet presAssocID="{A89CD978-7378-4B0B-854B-85385910CDBF}" presName="parentLin" presStyleCnt="0"/>
      <dgm:spPr/>
    </dgm:pt>
    <dgm:pt modelId="{E9AFD31B-0E52-4D26-91D6-D6DD3FF9D08A}" type="pres">
      <dgm:prSet presAssocID="{A89CD978-7378-4B0B-854B-85385910CDBF}" presName="parentLeftMargin" presStyleLbl="node1" presStyleIdx="0" presStyleCnt="3"/>
      <dgm:spPr/>
    </dgm:pt>
    <dgm:pt modelId="{88A3D3CC-4485-4096-BD26-505B20EF005E}" type="pres">
      <dgm:prSet presAssocID="{A89CD978-7378-4B0B-854B-85385910CDBF}" presName="parentText" presStyleLbl="node1" presStyleIdx="0" presStyleCnt="3" custScaleX="142857" custScaleY="130849">
        <dgm:presLayoutVars>
          <dgm:chMax val="0"/>
          <dgm:bulletEnabled val="1"/>
        </dgm:presLayoutVars>
      </dgm:prSet>
      <dgm:spPr/>
    </dgm:pt>
    <dgm:pt modelId="{E39B7FC0-91CC-485A-8444-38C8FAF79599}" type="pres">
      <dgm:prSet presAssocID="{A89CD978-7378-4B0B-854B-85385910CDBF}" presName="negativeSpace" presStyleCnt="0"/>
      <dgm:spPr/>
    </dgm:pt>
    <dgm:pt modelId="{4962C79C-1705-495E-AE3D-929E04F95EF5}" type="pres">
      <dgm:prSet presAssocID="{A89CD978-7378-4B0B-854B-85385910CDBF}" presName="childText" presStyleLbl="conFgAcc1" presStyleIdx="0" presStyleCnt="3">
        <dgm:presLayoutVars>
          <dgm:bulletEnabled val="1"/>
        </dgm:presLayoutVars>
      </dgm:prSet>
      <dgm:spPr/>
    </dgm:pt>
    <dgm:pt modelId="{7A48904E-77AB-49DC-A49A-A6F64C5BFE96}" type="pres">
      <dgm:prSet presAssocID="{3415A356-8A8D-4A93-ADD1-B9BE1F7A65AD}" presName="spaceBetweenRectangles" presStyleCnt="0"/>
      <dgm:spPr/>
    </dgm:pt>
    <dgm:pt modelId="{3A5D39BE-38B2-4E15-B431-877C07A02C79}" type="pres">
      <dgm:prSet presAssocID="{9F9E911D-85DE-44AC-822D-37B2868EC8D1}" presName="parentLin" presStyleCnt="0"/>
      <dgm:spPr/>
    </dgm:pt>
    <dgm:pt modelId="{6A494763-EA6E-470B-8F83-427362E11CFF}" type="pres">
      <dgm:prSet presAssocID="{9F9E911D-85DE-44AC-822D-37B2868EC8D1}" presName="parentLeftMargin" presStyleLbl="node1" presStyleIdx="0" presStyleCnt="3"/>
      <dgm:spPr/>
    </dgm:pt>
    <dgm:pt modelId="{8662D701-25F7-4C5C-80BB-989BCD1AF1BF}" type="pres">
      <dgm:prSet presAssocID="{9F9E911D-85DE-44AC-822D-37B2868EC8D1}" presName="parentText" presStyleLbl="node1" presStyleIdx="1" presStyleCnt="3" custScaleX="142857" custScaleY="130849">
        <dgm:presLayoutVars>
          <dgm:chMax val="0"/>
          <dgm:bulletEnabled val="1"/>
        </dgm:presLayoutVars>
      </dgm:prSet>
      <dgm:spPr/>
    </dgm:pt>
    <dgm:pt modelId="{BAD9C59A-CF53-4F82-8095-18269FA7EB2F}" type="pres">
      <dgm:prSet presAssocID="{9F9E911D-85DE-44AC-822D-37B2868EC8D1}" presName="negativeSpace" presStyleCnt="0"/>
      <dgm:spPr/>
    </dgm:pt>
    <dgm:pt modelId="{1E123A3D-055A-4BFB-A6FF-6B6F484E23F7}" type="pres">
      <dgm:prSet presAssocID="{9F9E911D-85DE-44AC-822D-37B2868EC8D1}" presName="childText" presStyleLbl="conFgAcc1" presStyleIdx="1" presStyleCnt="3">
        <dgm:presLayoutVars>
          <dgm:bulletEnabled val="1"/>
        </dgm:presLayoutVars>
      </dgm:prSet>
      <dgm:spPr/>
    </dgm:pt>
    <dgm:pt modelId="{A40563CB-A903-4852-9748-17481F471B33}" type="pres">
      <dgm:prSet presAssocID="{CE455F9E-3F67-4C96-A789-A5B0FE2B1557}" presName="spaceBetweenRectangles" presStyleCnt="0"/>
      <dgm:spPr/>
    </dgm:pt>
    <dgm:pt modelId="{3E62B340-0C4E-49ED-98B3-EF04819858B7}" type="pres">
      <dgm:prSet presAssocID="{E7AACF1E-6D76-46FE-838E-1045C29F7307}" presName="parentLin" presStyleCnt="0"/>
      <dgm:spPr/>
    </dgm:pt>
    <dgm:pt modelId="{309FE6CE-35CF-4224-97D3-1353F877178B}" type="pres">
      <dgm:prSet presAssocID="{E7AACF1E-6D76-46FE-838E-1045C29F7307}" presName="parentLeftMargin" presStyleLbl="node1" presStyleIdx="1" presStyleCnt="3"/>
      <dgm:spPr/>
    </dgm:pt>
    <dgm:pt modelId="{0A739092-6506-465B-8E52-91D7B135D874}" type="pres">
      <dgm:prSet presAssocID="{E7AACF1E-6D76-46FE-838E-1045C29F7307}" presName="parentText" presStyleLbl="node1" presStyleIdx="2" presStyleCnt="3" custScaleX="142857" custScaleY="130849">
        <dgm:presLayoutVars>
          <dgm:chMax val="0"/>
          <dgm:bulletEnabled val="1"/>
        </dgm:presLayoutVars>
      </dgm:prSet>
      <dgm:spPr/>
    </dgm:pt>
    <dgm:pt modelId="{8E2BDF30-B643-4064-8FFE-713D46D7BFBE}" type="pres">
      <dgm:prSet presAssocID="{E7AACF1E-6D76-46FE-838E-1045C29F7307}" presName="negativeSpace" presStyleCnt="0"/>
      <dgm:spPr/>
    </dgm:pt>
    <dgm:pt modelId="{3D32EDD1-457D-4CD4-9B8B-D852ADC87684}" type="pres">
      <dgm:prSet presAssocID="{E7AACF1E-6D76-46FE-838E-1045C29F7307}" presName="childText" presStyleLbl="conFgAcc1" presStyleIdx="2" presStyleCnt="3">
        <dgm:presLayoutVars>
          <dgm:bulletEnabled val="1"/>
        </dgm:presLayoutVars>
      </dgm:prSet>
      <dgm:spPr/>
    </dgm:pt>
  </dgm:ptLst>
  <dgm:cxnLst>
    <dgm:cxn modelId="{48E1AB73-CF43-4E89-AC5F-A13B2A3E4D13}" type="presOf" srcId="{00DFD77C-5400-4127-B616-950005A60BC4}" destId="{81D808F7-94E7-4585-9504-5DEBA9146A79}" srcOrd="0" destOrd="0" presId="urn:microsoft.com/office/officeart/2005/8/layout/list1"/>
    <dgm:cxn modelId="{569DD975-0C8D-4C0C-920D-A963AA0D82C6}" type="presOf" srcId="{A89CD978-7378-4B0B-854B-85385910CDBF}" destId="{E9AFD31B-0E52-4D26-91D6-D6DD3FF9D08A}" srcOrd="0" destOrd="0" presId="urn:microsoft.com/office/officeart/2005/8/layout/list1"/>
    <dgm:cxn modelId="{211BCC7E-AA12-42F4-B6CD-1073BE489739}" type="presOf" srcId="{E7AACF1E-6D76-46FE-838E-1045C29F7307}" destId="{309FE6CE-35CF-4224-97D3-1353F877178B}" srcOrd="0" destOrd="0" presId="urn:microsoft.com/office/officeart/2005/8/layout/list1"/>
    <dgm:cxn modelId="{6C395087-C615-4464-A658-3DA666BB82EA}" srcId="{00DFD77C-5400-4127-B616-950005A60BC4}" destId="{A89CD978-7378-4B0B-854B-85385910CDBF}" srcOrd="0" destOrd="0" parTransId="{671F5DCB-ACF9-4A64-8A42-CE2A5BB40ED0}" sibTransId="{3415A356-8A8D-4A93-ADD1-B9BE1F7A65AD}"/>
    <dgm:cxn modelId="{DF2C8E87-F587-4711-BD89-63A69056B9AB}" srcId="{00DFD77C-5400-4127-B616-950005A60BC4}" destId="{9F9E911D-85DE-44AC-822D-37B2868EC8D1}" srcOrd="1" destOrd="0" parTransId="{DE017630-8297-4956-888F-1F171FF3F36F}" sibTransId="{CE455F9E-3F67-4C96-A789-A5B0FE2B1557}"/>
    <dgm:cxn modelId="{F82A6CBA-CD4C-49F4-8105-7DF47FD77994}" type="presOf" srcId="{9F9E911D-85DE-44AC-822D-37B2868EC8D1}" destId="{8662D701-25F7-4C5C-80BB-989BCD1AF1BF}" srcOrd="1" destOrd="0" presId="urn:microsoft.com/office/officeart/2005/8/layout/list1"/>
    <dgm:cxn modelId="{CFAA16BE-EF8F-425D-94B9-F4167A2B5285}" type="presOf" srcId="{A89CD978-7378-4B0B-854B-85385910CDBF}" destId="{88A3D3CC-4485-4096-BD26-505B20EF005E}" srcOrd="1" destOrd="0" presId="urn:microsoft.com/office/officeart/2005/8/layout/list1"/>
    <dgm:cxn modelId="{271EACC9-F132-41AD-90F7-0E6B210BBC08}" type="presOf" srcId="{E7AACF1E-6D76-46FE-838E-1045C29F7307}" destId="{0A739092-6506-465B-8E52-91D7B135D874}" srcOrd="1" destOrd="0" presId="urn:microsoft.com/office/officeart/2005/8/layout/list1"/>
    <dgm:cxn modelId="{38DFDBFD-CE4E-489E-B599-155F88EE9238}" srcId="{00DFD77C-5400-4127-B616-950005A60BC4}" destId="{E7AACF1E-6D76-46FE-838E-1045C29F7307}" srcOrd="2" destOrd="0" parTransId="{DDB3176F-FB54-494C-B17D-62FFEF9896B8}" sibTransId="{61361868-69B2-455C-AFF9-98AEB0B6507F}"/>
    <dgm:cxn modelId="{FC5379FF-EFD8-4413-B1F1-8EB2FE474423}" type="presOf" srcId="{9F9E911D-85DE-44AC-822D-37B2868EC8D1}" destId="{6A494763-EA6E-470B-8F83-427362E11CFF}" srcOrd="0" destOrd="0" presId="urn:microsoft.com/office/officeart/2005/8/layout/list1"/>
    <dgm:cxn modelId="{8D0EC6A7-FF5C-44A9-9265-F658E08C63B3}" type="presParOf" srcId="{81D808F7-94E7-4585-9504-5DEBA9146A79}" destId="{655A0469-CC58-4936-B1AE-B605E0D093FE}" srcOrd="0" destOrd="0" presId="urn:microsoft.com/office/officeart/2005/8/layout/list1"/>
    <dgm:cxn modelId="{4010CD3C-8C0C-42DF-BE2A-EE31E00DED96}" type="presParOf" srcId="{655A0469-CC58-4936-B1AE-B605E0D093FE}" destId="{E9AFD31B-0E52-4D26-91D6-D6DD3FF9D08A}" srcOrd="0" destOrd="0" presId="urn:microsoft.com/office/officeart/2005/8/layout/list1"/>
    <dgm:cxn modelId="{E3F62922-36A6-472D-AF5B-0E1C9E98D56E}" type="presParOf" srcId="{655A0469-CC58-4936-B1AE-B605E0D093FE}" destId="{88A3D3CC-4485-4096-BD26-505B20EF005E}" srcOrd="1" destOrd="0" presId="urn:microsoft.com/office/officeart/2005/8/layout/list1"/>
    <dgm:cxn modelId="{3E8C9AA4-56BE-4089-B32E-A87B29769EAB}" type="presParOf" srcId="{81D808F7-94E7-4585-9504-5DEBA9146A79}" destId="{E39B7FC0-91CC-485A-8444-38C8FAF79599}" srcOrd="1" destOrd="0" presId="urn:microsoft.com/office/officeart/2005/8/layout/list1"/>
    <dgm:cxn modelId="{4EB6D8F3-C489-4362-A833-47268F89CC69}" type="presParOf" srcId="{81D808F7-94E7-4585-9504-5DEBA9146A79}" destId="{4962C79C-1705-495E-AE3D-929E04F95EF5}" srcOrd="2" destOrd="0" presId="urn:microsoft.com/office/officeart/2005/8/layout/list1"/>
    <dgm:cxn modelId="{C922A2B4-F66D-4755-994B-DF2FDDC21A6D}" type="presParOf" srcId="{81D808F7-94E7-4585-9504-5DEBA9146A79}" destId="{7A48904E-77AB-49DC-A49A-A6F64C5BFE96}" srcOrd="3" destOrd="0" presId="urn:microsoft.com/office/officeart/2005/8/layout/list1"/>
    <dgm:cxn modelId="{E8405B5B-D96C-4EEC-BF4E-B50AF2B76171}" type="presParOf" srcId="{81D808F7-94E7-4585-9504-5DEBA9146A79}" destId="{3A5D39BE-38B2-4E15-B431-877C07A02C79}" srcOrd="4" destOrd="0" presId="urn:microsoft.com/office/officeart/2005/8/layout/list1"/>
    <dgm:cxn modelId="{78687B98-D4CF-45CF-8253-D35E0B452FD5}" type="presParOf" srcId="{3A5D39BE-38B2-4E15-B431-877C07A02C79}" destId="{6A494763-EA6E-470B-8F83-427362E11CFF}" srcOrd="0" destOrd="0" presId="urn:microsoft.com/office/officeart/2005/8/layout/list1"/>
    <dgm:cxn modelId="{234B61E5-D2FC-4F00-A429-D0DF1CEDBE66}" type="presParOf" srcId="{3A5D39BE-38B2-4E15-B431-877C07A02C79}" destId="{8662D701-25F7-4C5C-80BB-989BCD1AF1BF}" srcOrd="1" destOrd="0" presId="urn:microsoft.com/office/officeart/2005/8/layout/list1"/>
    <dgm:cxn modelId="{B240FA65-79D0-4835-885E-7A47705994CD}" type="presParOf" srcId="{81D808F7-94E7-4585-9504-5DEBA9146A79}" destId="{BAD9C59A-CF53-4F82-8095-18269FA7EB2F}" srcOrd="5" destOrd="0" presId="urn:microsoft.com/office/officeart/2005/8/layout/list1"/>
    <dgm:cxn modelId="{E140F75D-4B50-47BD-9037-2CB23804938C}" type="presParOf" srcId="{81D808F7-94E7-4585-9504-5DEBA9146A79}" destId="{1E123A3D-055A-4BFB-A6FF-6B6F484E23F7}" srcOrd="6" destOrd="0" presId="urn:microsoft.com/office/officeart/2005/8/layout/list1"/>
    <dgm:cxn modelId="{3A7237EB-2D69-4EA4-A648-E9F2B3A4DD7E}" type="presParOf" srcId="{81D808F7-94E7-4585-9504-5DEBA9146A79}" destId="{A40563CB-A903-4852-9748-17481F471B33}" srcOrd="7" destOrd="0" presId="urn:microsoft.com/office/officeart/2005/8/layout/list1"/>
    <dgm:cxn modelId="{E1048523-038F-4286-BD00-7A543722DAAF}" type="presParOf" srcId="{81D808F7-94E7-4585-9504-5DEBA9146A79}" destId="{3E62B340-0C4E-49ED-98B3-EF04819858B7}" srcOrd="8" destOrd="0" presId="urn:microsoft.com/office/officeart/2005/8/layout/list1"/>
    <dgm:cxn modelId="{D0277D79-D35F-4218-B9E0-51024B39A5EC}" type="presParOf" srcId="{3E62B340-0C4E-49ED-98B3-EF04819858B7}" destId="{309FE6CE-35CF-4224-97D3-1353F877178B}" srcOrd="0" destOrd="0" presId="urn:microsoft.com/office/officeart/2005/8/layout/list1"/>
    <dgm:cxn modelId="{05E3E7A3-5F23-4C4F-AFDE-9232CD17CC7D}" type="presParOf" srcId="{3E62B340-0C4E-49ED-98B3-EF04819858B7}" destId="{0A739092-6506-465B-8E52-91D7B135D874}" srcOrd="1" destOrd="0" presId="urn:microsoft.com/office/officeart/2005/8/layout/list1"/>
    <dgm:cxn modelId="{6722AFA1-06B4-4F9E-B550-AA4344623AC0}" type="presParOf" srcId="{81D808F7-94E7-4585-9504-5DEBA9146A79}" destId="{8E2BDF30-B643-4064-8FFE-713D46D7BFBE}" srcOrd="9" destOrd="0" presId="urn:microsoft.com/office/officeart/2005/8/layout/list1"/>
    <dgm:cxn modelId="{18FC7F0B-3188-4088-87AE-D65036FA2A61}" type="presParOf" srcId="{81D808F7-94E7-4585-9504-5DEBA9146A79}" destId="{3D32EDD1-457D-4CD4-9B8B-D852ADC87684}"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CF64D93-31E9-4FBA-B8B2-58DFAD962118}"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9729EB82-345B-472C-98E1-1EFAF3C0F8EE}">
      <dgm:prSet phldrT="[Text]" custT="1"/>
      <dgm:spPr/>
      <dgm:t>
        <a:bodyPr/>
        <a:lstStyle/>
        <a:p>
          <a:pPr>
            <a:buClrTx/>
            <a:buSzTx/>
            <a:buFontTx/>
            <a:buNone/>
          </a:pPr>
          <a:r>
            <a:rPr kumimoji="0" lang="en-US" sz="2800" b="1" i="1" u="sng" strike="noStrike" cap="none" normalizeH="0" baseline="0" dirty="0">
              <a:ln/>
              <a:effectLst/>
              <a:latin typeface="Arial" panose="020B0604020202020204" pitchFamily="34" charset="0"/>
            </a:rPr>
            <a:t>Impersonal Passive</a:t>
          </a:r>
          <a:r>
            <a:rPr kumimoji="0" lang="en-US" sz="2800" b="1" i="0" u="sng" strike="noStrike" cap="none" normalizeH="0" baseline="0" dirty="0">
              <a:ln/>
              <a:effectLst/>
              <a:latin typeface="Arial" panose="020B0604020202020204" pitchFamily="34" charset="0"/>
            </a:rPr>
            <a:t> </a:t>
          </a:r>
          <a:r>
            <a:rPr kumimoji="0" lang="en-US" sz="2800" b="1" i="0" u="none" strike="noStrike" cap="none" normalizeH="0" baseline="0" dirty="0">
              <a:ln/>
              <a:effectLst/>
              <a:latin typeface="Arial" panose="020B0604020202020204" pitchFamily="34" charset="0"/>
            </a:rPr>
            <a:t>is not as common in English as in </a:t>
          </a:r>
          <a:r>
            <a:rPr kumimoji="0" lang="en-US" sz="2800" b="1" i="0" u="none" strike="noStrike" cap="none" normalizeH="0" baseline="0">
              <a:ln/>
              <a:effectLst/>
              <a:latin typeface="Arial" panose="020B0604020202020204" pitchFamily="34" charset="0"/>
            </a:rPr>
            <a:t>some other languages (e.g. German, Latin).</a:t>
          </a:r>
          <a:endParaRPr lang="en-IN" sz="2800" b="1" dirty="0"/>
        </a:p>
      </dgm:t>
    </dgm:pt>
    <dgm:pt modelId="{51923AB0-9DA8-4F2D-B31A-FE36D6D3FBD5}" type="parTrans" cxnId="{61C91DF9-C67D-40C3-9A98-DEE8AE9107EE}">
      <dgm:prSet/>
      <dgm:spPr/>
      <dgm:t>
        <a:bodyPr/>
        <a:lstStyle/>
        <a:p>
          <a:endParaRPr lang="en-IN"/>
        </a:p>
      </dgm:t>
    </dgm:pt>
    <dgm:pt modelId="{F3651DE5-2D38-4605-8C6E-F3127160BFD4}" type="sibTrans" cxnId="{61C91DF9-C67D-40C3-9A98-DEE8AE9107EE}">
      <dgm:prSet/>
      <dgm:spPr/>
      <dgm:t>
        <a:bodyPr/>
        <a:lstStyle/>
        <a:p>
          <a:endParaRPr lang="en-IN"/>
        </a:p>
      </dgm:t>
    </dgm:pt>
    <dgm:pt modelId="{3DACBDAF-65CC-4660-8B3F-464D3D7C44D1}">
      <dgm:prSet custT="1"/>
      <dgm:spPr/>
      <dgm:t>
        <a:bodyPr/>
        <a:lstStyle/>
        <a:p>
          <a:r>
            <a:rPr kumimoji="0" lang="en-US" sz="2800" b="1" i="0" u="none" strike="noStrike" cap="none" normalizeH="0" baseline="0">
              <a:ln/>
              <a:effectLst/>
              <a:latin typeface="Arial" panose="020B0604020202020204" pitchFamily="34" charset="0"/>
            </a:rPr>
            <a:t>In English, </a:t>
          </a:r>
          <a:r>
            <a:rPr kumimoji="0" lang="en-US" sz="2800" b="1" i="1" u="none" strike="noStrike" cap="none" normalizeH="0" baseline="0">
              <a:ln/>
              <a:effectLst/>
              <a:latin typeface="Arial" panose="020B0604020202020204" pitchFamily="34" charset="0"/>
            </a:rPr>
            <a:t>Impersonal Passive</a:t>
          </a:r>
          <a:r>
            <a:rPr kumimoji="0" lang="en-US" sz="2800" b="1" i="0" u="none" strike="noStrike" cap="none" normalizeH="0" baseline="0">
              <a:ln/>
              <a:effectLst/>
              <a:latin typeface="Arial" panose="020B0604020202020204" pitchFamily="34" charset="0"/>
            </a:rPr>
            <a:t> is only possible with verbs of perception (e. g. say, think, know).</a:t>
          </a:r>
          <a:endParaRPr kumimoji="0" lang="en-US" sz="2800" b="1" i="0" u="none" strike="noStrike" cap="none" normalizeH="0" baseline="0" dirty="0">
            <a:ln/>
            <a:effectLst/>
            <a:latin typeface="Arial" panose="020B0604020202020204" pitchFamily="34" charset="0"/>
          </a:endParaRPr>
        </a:p>
      </dgm:t>
    </dgm:pt>
    <dgm:pt modelId="{233E8675-9323-4B70-88B9-B92D7A5D94BA}" type="parTrans" cxnId="{20F0262E-6BC6-40AE-A3A9-9160628A375D}">
      <dgm:prSet/>
      <dgm:spPr/>
      <dgm:t>
        <a:bodyPr/>
        <a:lstStyle/>
        <a:p>
          <a:endParaRPr lang="en-IN"/>
        </a:p>
      </dgm:t>
    </dgm:pt>
    <dgm:pt modelId="{67A11E28-CC28-4F55-8204-B5B0E59503CC}" type="sibTrans" cxnId="{20F0262E-6BC6-40AE-A3A9-9160628A375D}">
      <dgm:prSet/>
      <dgm:spPr/>
      <dgm:t>
        <a:bodyPr/>
        <a:lstStyle/>
        <a:p>
          <a:endParaRPr lang="en-IN"/>
        </a:p>
      </dgm:t>
    </dgm:pt>
    <dgm:pt modelId="{D38D4620-2E04-4E30-B535-A1E973B8C3B8}">
      <dgm:prSet custT="1"/>
      <dgm:spPr/>
      <dgm:t>
        <a:bodyPr/>
        <a:lstStyle/>
        <a:p>
          <a:r>
            <a:rPr kumimoji="0" lang="en-US" sz="2800" b="1" i="0" u="none" strike="noStrike" cap="none" normalizeH="0" baseline="0" dirty="0">
              <a:ln/>
              <a:effectLst/>
              <a:latin typeface="Arial" panose="020B0604020202020204" pitchFamily="34" charset="0"/>
            </a:rPr>
            <a:t>Example: They say that women live longer than men. </a:t>
          </a:r>
        </a:p>
      </dgm:t>
    </dgm:pt>
    <dgm:pt modelId="{8787F7D7-64B5-4708-A65C-ADEDA1D10C75}" type="parTrans" cxnId="{DD956F68-562C-43AC-AEC2-F3FF808E768B}">
      <dgm:prSet/>
      <dgm:spPr/>
      <dgm:t>
        <a:bodyPr/>
        <a:lstStyle/>
        <a:p>
          <a:endParaRPr lang="en-IN"/>
        </a:p>
      </dgm:t>
    </dgm:pt>
    <dgm:pt modelId="{150D58E6-0BFF-447F-A4DD-30CFBE0AABAD}" type="sibTrans" cxnId="{DD956F68-562C-43AC-AEC2-F3FF808E768B}">
      <dgm:prSet/>
      <dgm:spPr/>
      <dgm:t>
        <a:bodyPr/>
        <a:lstStyle/>
        <a:p>
          <a:endParaRPr lang="en-IN"/>
        </a:p>
      </dgm:t>
    </dgm:pt>
    <dgm:pt modelId="{38F7ABD5-9FFD-4105-B14A-DE3F8F7B7F3C}">
      <dgm:prSet custT="1"/>
      <dgm:spPr/>
      <dgm:t>
        <a:bodyPr/>
        <a:lstStyle/>
        <a:p>
          <a:r>
            <a:rPr kumimoji="0" lang="en-US" sz="2800" b="1" i="0" u="none" strike="noStrike" cap="none" normalizeH="0" baseline="0" dirty="0">
              <a:ln/>
              <a:effectLst/>
              <a:latin typeface="Arial" panose="020B0604020202020204" pitchFamily="34" charset="0"/>
            </a:rPr>
            <a:t>– It is said that women live longer than men.</a:t>
          </a:r>
        </a:p>
      </dgm:t>
    </dgm:pt>
    <dgm:pt modelId="{F112D725-25AF-4D21-AD6C-192147D641A7}" type="parTrans" cxnId="{310D58B3-D707-460D-A2A9-A87FF2EB3773}">
      <dgm:prSet/>
      <dgm:spPr/>
      <dgm:t>
        <a:bodyPr/>
        <a:lstStyle/>
        <a:p>
          <a:endParaRPr lang="en-IN"/>
        </a:p>
      </dgm:t>
    </dgm:pt>
    <dgm:pt modelId="{5A46251F-4AD4-4279-9667-0D284E0DEFF3}" type="sibTrans" cxnId="{310D58B3-D707-460D-A2A9-A87FF2EB3773}">
      <dgm:prSet/>
      <dgm:spPr/>
      <dgm:t>
        <a:bodyPr/>
        <a:lstStyle/>
        <a:p>
          <a:endParaRPr lang="en-IN"/>
        </a:p>
      </dgm:t>
    </dgm:pt>
    <dgm:pt modelId="{5779C353-36CC-46D6-A8F5-9EBFCAFCBA3B}" type="pres">
      <dgm:prSet presAssocID="{CCF64D93-31E9-4FBA-B8B2-58DFAD962118}" presName="linear" presStyleCnt="0">
        <dgm:presLayoutVars>
          <dgm:dir/>
          <dgm:animLvl val="lvl"/>
          <dgm:resizeHandles val="exact"/>
        </dgm:presLayoutVars>
      </dgm:prSet>
      <dgm:spPr/>
    </dgm:pt>
    <dgm:pt modelId="{B5EF130B-0F4F-41AA-9F74-CB3766C464A7}" type="pres">
      <dgm:prSet presAssocID="{9729EB82-345B-472C-98E1-1EFAF3C0F8EE}" presName="parentLin" presStyleCnt="0"/>
      <dgm:spPr/>
    </dgm:pt>
    <dgm:pt modelId="{DEE8D119-B669-4E88-A46D-60BAFC3FD14A}" type="pres">
      <dgm:prSet presAssocID="{9729EB82-345B-472C-98E1-1EFAF3C0F8EE}" presName="parentLeftMargin" presStyleLbl="node1" presStyleIdx="0" presStyleCnt="4"/>
      <dgm:spPr/>
    </dgm:pt>
    <dgm:pt modelId="{5C407E24-AC8E-448F-A63F-66DEB03267FA}" type="pres">
      <dgm:prSet presAssocID="{9729EB82-345B-472C-98E1-1EFAF3C0F8EE}" presName="parentText" presStyleLbl="node1" presStyleIdx="0" presStyleCnt="4" custScaleX="142857">
        <dgm:presLayoutVars>
          <dgm:chMax val="0"/>
          <dgm:bulletEnabled val="1"/>
        </dgm:presLayoutVars>
      </dgm:prSet>
      <dgm:spPr/>
    </dgm:pt>
    <dgm:pt modelId="{C4046A9D-DFFA-420E-A3F7-8666D4101DF8}" type="pres">
      <dgm:prSet presAssocID="{9729EB82-345B-472C-98E1-1EFAF3C0F8EE}" presName="negativeSpace" presStyleCnt="0"/>
      <dgm:spPr/>
    </dgm:pt>
    <dgm:pt modelId="{5E7C4FFF-2C19-4B57-B331-D474D0343DC9}" type="pres">
      <dgm:prSet presAssocID="{9729EB82-345B-472C-98E1-1EFAF3C0F8EE}" presName="childText" presStyleLbl="conFgAcc1" presStyleIdx="0" presStyleCnt="4">
        <dgm:presLayoutVars>
          <dgm:bulletEnabled val="1"/>
        </dgm:presLayoutVars>
      </dgm:prSet>
      <dgm:spPr/>
    </dgm:pt>
    <dgm:pt modelId="{068644FC-70B3-4990-BB7B-7E6406E59A06}" type="pres">
      <dgm:prSet presAssocID="{F3651DE5-2D38-4605-8C6E-F3127160BFD4}" presName="spaceBetweenRectangles" presStyleCnt="0"/>
      <dgm:spPr/>
    </dgm:pt>
    <dgm:pt modelId="{D0DCD0A2-7FEC-4082-A2E2-C6D80E877736}" type="pres">
      <dgm:prSet presAssocID="{3DACBDAF-65CC-4660-8B3F-464D3D7C44D1}" presName="parentLin" presStyleCnt="0"/>
      <dgm:spPr/>
    </dgm:pt>
    <dgm:pt modelId="{231C22A9-1987-4D51-ADDD-449D5C805B15}" type="pres">
      <dgm:prSet presAssocID="{3DACBDAF-65CC-4660-8B3F-464D3D7C44D1}" presName="parentLeftMargin" presStyleLbl="node1" presStyleIdx="0" presStyleCnt="4"/>
      <dgm:spPr/>
    </dgm:pt>
    <dgm:pt modelId="{8BC9E723-FFEA-4B00-B5A8-C43EA74BAF09}" type="pres">
      <dgm:prSet presAssocID="{3DACBDAF-65CC-4660-8B3F-464D3D7C44D1}" presName="parentText" presStyleLbl="node1" presStyleIdx="1" presStyleCnt="4" custScaleX="142857">
        <dgm:presLayoutVars>
          <dgm:chMax val="0"/>
          <dgm:bulletEnabled val="1"/>
        </dgm:presLayoutVars>
      </dgm:prSet>
      <dgm:spPr/>
    </dgm:pt>
    <dgm:pt modelId="{4AE09774-B272-4E0D-B834-D16A636AE8FF}" type="pres">
      <dgm:prSet presAssocID="{3DACBDAF-65CC-4660-8B3F-464D3D7C44D1}" presName="negativeSpace" presStyleCnt="0"/>
      <dgm:spPr/>
    </dgm:pt>
    <dgm:pt modelId="{4563789C-AF0F-44D6-8CB8-490D6198697D}" type="pres">
      <dgm:prSet presAssocID="{3DACBDAF-65CC-4660-8B3F-464D3D7C44D1}" presName="childText" presStyleLbl="conFgAcc1" presStyleIdx="1" presStyleCnt="4">
        <dgm:presLayoutVars>
          <dgm:bulletEnabled val="1"/>
        </dgm:presLayoutVars>
      </dgm:prSet>
      <dgm:spPr/>
    </dgm:pt>
    <dgm:pt modelId="{509841CE-3114-4EC3-965E-7F8EE6EFF393}" type="pres">
      <dgm:prSet presAssocID="{67A11E28-CC28-4F55-8204-B5B0E59503CC}" presName="spaceBetweenRectangles" presStyleCnt="0"/>
      <dgm:spPr/>
    </dgm:pt>
    <dgm:pt modelId="{C9F5B27F-01AE-4947-B872-C8910092BBE2}" type="pres">
      <dgm:prSet presAssocID="{D38D4620-2E04-4E30-B535-A1E973B8C3B8}" presName="parentLin" presStyleCnt="0"/>
      <dgm:spPr/>
    </dgm:pt>
    <dgm:pt modelId="{904DA76D-57B4-4504-A463-9104D42F737C}" type="pres">
      <dgm:prSet presAssocID="{D38D4620-2E04-4E30-B535-A1E973B8C3B8}" presName="parentLeftMargin" presStyleLbl="node1" presStyleIdx="1" presStyleCnt="4"/>
      <dgm:spPr/>
    </dgm:pt>
    <dgm:pt modelId="{740C512F-EB6A-4C01-823A-F5CFBE1504B3}" type="pres">
      <dgm:prSet presAssocID="{D38D4620-2E04-4E30-B535-A1E973B8C3B8}" presName="parentText" presStyleLbl="node1" presStyleIdx="2" presStyleCnt="4" custScaleX="142857">
        <dgm:presLayoutVars>
          <dgm:chMax val="0"/>
          <dgm:bulletEnabled val="1"/>
        </dgm:presLayoutVars>
      </dgm:prSet>
      <dgm:spPr/>
    </dgm:pt>
    <dgm:pt modelId="{4990DCED-9499-4E9C-AFB9-1C260A861301}" type="pres">
      <dgm:prSet presAssocID="{D38D4620-2E04-4E30-B535-A1E973B8C3B8}" presName="negativeSpace" presStyleCnt="0"/>
      <dgm:spPr/>
    </dgm:pt>
    <dgm:pt modelId="{35E97547-4F70-4864-A631-D114796A47FD}" type="pres">
      <dgm:prSet presAssocID="{D38D4620-2E04-4E30-B535-A1E973B8C3B8}" presName="childText" presStyleLbl="conFgAcc1" presStyleIdx="2" presStyleCnt="4">
        <dgm:presLayoutVars>
          <dgm:bulletEnabled val="1"/>
        </dgm:presLayoutVars>
      </dgm:prSet>
      <dgm:spPr/>
    </dgm:pt>
    <dgm:pt modelId="{4179A99B-4594-4A2F-8FD0-5ECA803306FC}" type="pres">
      <dgm:prSet presAssocID="{150D58E6-0BFF-447F-A4DD-30CFBE0AABAD}" presName="spaceBetweenRectangles" presStyleCnt="0"/>
      <dgm:spPr/>
    </dgm:pt>
    <dgm:pt modelId="{3B80C33D-F223-4238-97F0-DC2B1C175C95}" type="pres">
      <dgm:prSet presAssocID="{38F7ABD5-9FFD-4105-B14A-DE3F8F7B7F3C}" presName="parentLin" presStyleCnt="0"/>
      <dgm:spPr/>
    </dgm:pt>
    <dgm:pt modelId="{9CE133DF-0EF4-4CE9-A95B-D116BC456809}" type="pres">
      <dgm:prSet presAssocID="{38F7ABD5-9FFD-4105-B14A-DE3F8F7B7F3C}" presName="parentLeftMargin" presStyleLbl="node1" presStyleIdx="2" presStyleCnt="4"/>
      <dgm:spPr/>
    </dgm:pt>
    <dgm:pt modelId="{500DA001-C094-421E-BADE-CD3204C8BE15}" type="pres">
      <dgm:prSet presAssocID="{38F7ABD5-9FFD-4105-B14A-DE3F8F7B7F3C}" presName="parentText" presStyleLbl="node1" presStyleIdx="3" presStyleCnt="4" custScaleX="142857">
        <dgm:presLayoutVars>
          <dgm:chMax val="0"/>
          <dgm:bulletEnabled val="1"/>
        </dgm:presLayoutVars>
      </dgm:prSet>
      <dgm:spPr/>
    </dgm:pt>
    <dgm:pt modelId="{D03739AB-A3CD-44E3-AE87-FE8A168AD2A4}" type="pres">
      <dgm:prSet presAssocID="{38F7ABD5-9FFD-4105-B14A-DE3F8F7B7F3C}" presName="negativeSpace" presStyleCnt="0"/>
      <dgm:spPr/>
    </dgm:pt>
    <dgm:pt modelId="{91B7D89B-4406-446E-AC1F-C399EFF73180}" type="pres">
      <dgm:prSet presAssocID="{38F7ABD5-9FFD-4105-B14A-DE3F8F7B7F3C}" presName="childText" presStyleLbl="conFgAcc1" presStyleIdx="3" presStyleCnt="4">
        <dgm:presLayoutVars>
          <dgm:bulletEnabled val="1"/>
        </dgm:presLayoutVars>
      </dgm:prSet>
      <dgm:spPr/>
    </dgm:pt>
  </dgm:ptLst>
  <dgm:cxnLst>
    <dgm:cxn modelId="{0CBEA206-6C24-425F-97AF-0FF86126D624}" type="presOf" srcId="{9729EB82-345B-472C-98E1-1EFAF3C0F8EE}" destId="{5C407E24-AC8E-448F-A63F-66DEB03267FA}" srcOrd="1" destOrd="0" presId="urn:microsoft.com/office/officeart/2005/8/layout/list1"/>
    <dgm:cxn modelId="{20379E20-DA63-4D63-82F4-8E473DDCC727}" type="presOf" srcId="{38F7ABD5-9FFD-4105-B14A-DE3F8F7B7F3C}" destId="{9CE133DF-0EF4-4CE9-A95B-D116BC456809}" srcOrd="0" destOrd="0" presId="urn:microsoft.com/office/officeart/2005/8/layout/list1"/>
    <dgm:cxn modelId="{20F0262E-6BC6-40AE-A3A9-9160628A375D}" srcId="{CCF64D93-31E9-4FBA-B8B2-58DFAD962118}" destId="{3DACBDAF-65CC-4660-8B3F-464D3D7C44D1}" srcOrd="1" destOrd="0" parTransId="{233E8675-9323-4B70-88B9-B92D7A5D94BA}" sibTransId="{67A11E28-CC28-4F55-8204-B5B0E59503CC}"/>
    <dgm:cxn modelId="{DD956F68-562C-43AC-AEC2-F3FF808E768B}" srcId="{CCF64D93-31E9-4FBA-B8B2-58DFAD962118}" destId="{D38D4620-2E04-4E30-B535-A1E973B8C3B8}" srcOrd="2" destOrd="0" parTransId="{8787F7D7-64B5-4708-A65C-ADEDA1D10C75}" sibTransId="{150D58E6-0BFF-447F-A4DD-30CFBE0AABAD}"/>
    <dgm:cxn modelId="{08B28F7A-1A3C-48BD-98F7-5DA99E4E6175}" type="presOf" srcId="{3DACBDAF-65CC-4660-8B3F-464D3D7C44D1}" destId="{231C22A9-1987-4D51-ADDD-449D5C805B15}" srcOrd="0" destOrd="0" presId="urn:microsoft.com/office/officeart/2005/8/layout/list1"/>
    <dgm:cxn modelId="{21D83CAB-BEC5-4F4C-A906-E34496B4027C}" type="presOf" srcId="{9729EB82-345B-472C-98E1-1EFAF3C0F8EE}" destId="{DEE8D119-B669-4E88-A46D-60BAFC3FD14A}" srcOrd="0" destOrd="0" presId="urn:microsoft.com/office/officeart/2005/8/layout/list1"/>
    <dgm:cxn modelId="{E2EA82B1-1A6E-41AB-9A9C-E44FA852BEBD}" type="presOf" srcId="{3DACBDAF-65CC-4660-8B3F-464D3D7C44D1}" destId="{8BC9E723-FFEA-4B00-B5A8-C43EA74BAF09}" srcOrd="1" destOrd="0" presId="urn:microsoft.com/office/officeart/2005/8/layout/list1"/>
    <dgm:cxn modelId="{61C28CB1-BA15-4375-8D6F-5E423F668B00}" type="presOf" srcId="{CCF64D93-31E9-4FBA-B8B2-58DFAD962118}" destId="{5779C353-36CC-46D6-A8F5-9EBFCAFCBA3B}" srcOrd="0" destOrd="0" presId="urn:microsoft.com/office/officeart/2005/8/layout/list1"/>
    <dgm:cxn modelId="{310D58B3-D707-460D-A2A9-A87FF2EB3773}" srcId="{CCF64D93-31E9-4FBA-B8B2-58DFAD962118}" destId="{38F7ABD5-9FFD-4105-B14A-DE3F8F7B7F3C}" srcOrd="3" destOrd="0" parTransId="{F112D725-25AF-4D21-AD6C-192147D641A7}" sibTransId="{5A46251F-4AD4-4279-9667-0D284E0DEFF3}"/>
    <dgm:cxn modelId="{7E667DC3-59E5-46C2-98E6-B5360BB5E901}" type="presOf" srcId="{D38D4620-2E04-4E30-B535-A1E973B8C3B8}" destId="{740C512F-EB6A-4C01-823A-F5CFBE1504B3}" srcOrd="1" destOrd="0" presId="urn:microsoft.com/office/officeart/2005/8/layout/list1"/>
    <dgm:cxn modelId="{A9B372C9-88DF-4045-BC36-10ABC2F36911}" type="presOf" srcId="{38F7ABD5-9FFD-4105-B14A-DE3F8F7B7F3C}" destId="{500DA001-C094-421E-BADE-CD3204C8BE15}" srcOrd="1" destOrd="0" presId="urn:microsoft.com/office/officeart/2005/8/layout/list1"/>
    <dgm:cxn modelId="{87A9DBD6-5D74-447C-A6F3-C34B862A944E}" type="presOf" srcId="{D38D4620-2E04-4E30-B535-A1E973B8C3B8}" destId="{904DA76D-57B4-4504-A463-9104D42F737C}" srcOrd="0" destOrd="0" presId="urn:microsoft.com/office/officeart/2005/8/layout/list1"/>
    <dgm:cxn modelId="{61C91DF9-C67D-40C3-9A98-DEE8AE9107EE}" srcId="{CCF64D93-31E9-4FBA-B8B2-58DFAD962118}" destId="{9729EB82-345B-472C-98E1-1EFAF3C0F8EE}" srcOrd="0" destOrd="0" parTransId="{51923AB0-9DA8-4F2D-B31A-FE36D6D3FBD5}" sibTransId="{F3651DE5-2D38-4605-8C6E-F3127160BFD4}"/>
    <dgm:cxn modelId="{946169D6-071E-4A85-91BF-35988D19D1B0}" type="presParOf" srcId="{5779C353-36CC-46D6-A8F5-9EBFCAFCBA3B}" destId="{B5EF130B-0F4F-41AA-9F74-CB3766C464A7}" srcOrd="0" destOrd="0" presId="urn:microsoft.com/office/officeart/2005/8/layout/list1"/>
    <dgm:cxn modelId="{0988ED88-4499-4F28-B7AB-FEAFCD59C1AF}" type="presParOf" srcId="{B5EF130B-0F4F-41AA-9F74-CB3766C464A7}" destId="{DEE8D119-B669-4E88-A46D-60BAFC3FD14A}" srcOrd="0" destOrd="0" presId="urn:microsoft.com/office/officeart/2005/8/layout/list1"/>
    <dgm:cxn modelId="{2A8D0F2A-2989-4352-AE09-F74BB06B6569}" type="presParOf" srcId="{B5EF130B-0F4F-41AA-9F74-CB3766C464A7}" destId="{5C407E24-AC8E-448F-A63F-66DEB03267FA}" srcOrd="1" destOrd="0" presId="urn:microsoft.com/office/officeart/2005/8/layout/list1"/>
    <dgm:cxn modelId="{BF836735-5B13-4796-BCBA-4F5ABD215F94}" type="presParOf" srcId="{5779C353-36CC-46D6-A8F5-9EBFCAFCBA3B}" destId="{C4046A9D-DFFA-420E-A3F7-8666D4101DF8}" srcOrd="1" destOrd="0" presId="urn:microsoft.com/office/officeart/2005/8/layout/list1"/>
    <dgm:cxn modelId="{52086A90-BFBF-4999-9C75-DE3D127E1399}" type="presParOf" srcId="{5779C353-36CC-46D6-A8F5-9EBFCAFCBA3B}" destId="{5E7C4FFF-2C19-4B57-B331-D474D0343DC9}" srcOrd="2" destOrd="0" presId="urn:microsoft.com/office/officeart/2005/8/layout/list1"/>
    <dgm:cxn modelId="{64CDC300-5643-498D-B59F-D8A978C9308D}" type="presParOf" srcId="{5779C353-36CC-46D6-A8F5-9EBFCAFCBA3B}" destId="{068644FC-70B3-4990-BB7B-7E6406E59A06}" srcOrd="3" destOrd="0" presId="urn:microsoft.com/office/officeart/2005/8/layout/list1"/>
    <dgm:cxn modelId="{B8BD400C-527A-46D7-B39A-A48C2908161A}" type="presParOf" srcId="{5779C353-36CC-46D6-A8F5-9EBFCAFCBA3B}" destId="{D0DCD0A2-7FEC-4082-A2E2-C6D80E877736}" srcOrd="4" destOrd="0" presId="urn:microsoft.com/office/officeart/2005/8/layout/list1"/>
    <dgm:cxn modelId="{1AFBD4B3-0772-47C0-AA70-6E44AD45388A}" type="presParOf" srcId="{D0DCD0A2-7FEC-4082-A2E2-C6D80E877736}" destId="{231C22A9-1987-4D51-ADDD-449D5C805B15}" srcOrd="0" destOrd="0" presId="urn:microsoft.com/office/officeart/2005/8/layout/list1"/>
    <dgm:cxn modelId="{596395FE-8B1E-4A0F-8C9F-E716D84BA6FA}" type="presParOf" srcId="{D0DCD0A2-7FEC-4082-A2E2-C6D80E877736}" destId="{8BC9E723-FFEA-4B00-B5A8-C43EA74BAF09}" srcOrd="1" destOrd="0" presId="urn:microsoft.com/office/officeart/2005/8/layout/list1"/>
    <dgm:cxn modelId="{F82A436E-AE5B-4A3F-9AD5-3872CB622C50}" type="presParOf" srcId="{5779C353-36CC-46D6-A8F5-9EBFCAFCBA3B}" destId="{4AE09774-B272-4E0D-B834-D16A636AE8FF}" srcOrd="5" destOrd="0" presId="urn:microsoft.com/office/officeart/2005/8/layout/list1"/>
    <dgm:cxn modelId="{13311895-2151-4AB1-94CB-815EFDD3B730}" type="presParOf" srcId="{5779C353-36CC-46D6-A8F5-9EBFCAFCBA3B}" destId="{4563789C-AF0F-44D6-8CB8-490D6198697D}" srcOrd="6" destOrd="0" presId="urn:microsoft.com/office/officeart/2005/8/layout/list1"/>
    <dgm:cxn modelId="{2BAA43A6-AA68-490A-9CCC-7869D3B27CE3}" type="presParOf" srcId="{5779C353-36CC-46D6-A8F5-9EBFCAFCBA3B}" destId="{509841CE-3114-4EC3-965E-7F8EE6EFF393}" srcOrd="7" destOrd="0" presId="urn:microsoft.com/office/officeart/2005/8/layout/list1"/>
    <dgm:cxn modelId="{EE6A3A72-0267-4B18-9F10-B7EAB23E1C39}" type="presParOf" srcId="{5779C353-36CC-46D6-A8F5-9EBFCAFCBA3B}" destId="{C9F5B27F-01AE-4947-B872-C8910092BBE2}" srcOrd="8" destOrd="0" presId="urn:microsoft.com/office/officeart/2005/8/layout/list1"/>
    <dgm:cxn modelId="{415DC6A3-1A5C-4625-BC03-975588B580E3}" type="presParOf" srcId="{C9F5B27F-01AE-4947-B872-C8910092BBE2}" destId="{904DA76D-57B4-4504-A463-9104D42F737C}" srcOrd="0" destOrd="0" presId="urn:microsoft.com/office/officeart/2005/8/layout/list1"/>
    <dgm:cxn modelId="{CDE89511-AA34-46D1-BF37-DE5B90AFE489}" type="presParOf" srcId="{C9F5B27F-01AE-4947-B872-C8910092BBE2}" destId="{740C512F-EB6A-4C01-823A-F5CFBE1504B3}" srcOrd="1" destOrd="0" presId="urn:microsoft.com/office/officeart/2005/8/layout/list1"/>
    <dgm:cxn modelId="{5EFF1867-2614-4FA3-9EA7-CA41409ECC98}" type="presParOf" srcId="{5779C353-36CC-46D6-A8F5-9EBFCAFCBA3B}" destId="{4990DCED-9499-4E9C-AFB9-1C260A861301}" srcOrd="9" destOrd="0" presId="urn:microsoft.com/office/officeart/2005/8/layout/list1"/>
    <dgm:cxn modelId="{CD6F582A-C2B8-405A-80AF-5703AB8550C3}" type="presParOf" srcId="{5779C353-36CC-46D6-A8F5-9EBFCAFCBA3B}" destId="{35E97547-4F70-4864-A631-D114796A47FD}" srcOrd="10" destOrd="0" presId="urn:microsoft.com/office/officeart/2005/8/layout/list1"/>
    <dgm:cxn modelId="{FD92F3E3-92EB-438F-8249-3DEC06D768A7}" type="presParOf" srcId="{5779C353-36CC-46D6-A8F5-9EBFCAFCBA3B}" destId="{4179A99B-4594-4A2F-8FD0-5ECA803306FC}" srcOrd="11" destOrd="0" presId="urn:microsoft.com/office/officeart/2005/8/layout/list1"/>
    <dgm:cxn modelId="{63FF7CB0-B005-4156-84E3-C68B9E71AF87}" type="presParOf" srcId="{5779C353-36CC-46D6-A8F5-9EBFCAFCBA3B}" destId="{3B80C33D-F223-4238-97F0-DC2B1C175C95}" srcOrd="12" destOrd="0" presId="urn:microsoft.com/office/officeart/2005/8/layout/list1"/>
    <dgm:cxn modelId="{17982C7B-5A69-46A2-B163-7946CC53DBCF}" type="presParOf" srcId="{3B80C33D-F223-4238-97F0-DC2B1C175C95}" destId="{9CE133DF-0EF4-4CE9-A95B-D116BC456809}" srcOrd="0" destOrd="0" presId="urn:microsoft.com/office/officeart/2005/8/layout/list1"/>
    <dgm:cxn modelId="{1820F372-3A54-45BB-96D6-C3C799D72027}" type="presParOf" srcId="{3B80C33D-F223-4238-97F0-DC2B1C175C95}" destId="{500DA001-C094-421E-BADE-CD3204C8BE15}" srcOrd="1" destOrd="0" presId="urn:microsoft.com/office/officeart/2005/8/layout/list1"/>
    <dgm:cxn modelId="{AA85F47F-34EB-496F-88E3-6F6AF4C31CFE}" type="presParOf" srcId="{5779C353-36CC-46D6-A8F5-9EBFCAFCBA3B}" destId="{D03739AB-A3CD-44E3-AE87-FE8A168AD2A4}" srcOrd="13" destOrd="0" presId="urn:microsoft.com/office/officeart/2005/8/layout/list1"/>
    <dgm:cxn modelId="{7DDE0551-BB5D-4D75-8D3A-43D6D9FB286F}" type="presParOf" srcId="{5779C353-36CC-46D6-A8F5-9EBFCAFCBA3B}" destId="{91B7D89B-4406-446E-AC1F-C399EFF73180}"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40FC24D-61DF-4959-A4EB-4F0E292C6B14}"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7AA6793D-98F3-462C-8742-5FE44428A4C6}">
      <dgm:prSet phldrT="[Text]" custT="1"/>
      <dgm:spPr/>
      <dgm:t>
        <a:bodyPr/>
        <a:lstStyle/>
        <a:p>
          <a:pPr>
            <a:buNone/>
          </a:pPr>
          <a:r>
            <a:rPr lang="en-US" sz="2800" b="1" i="1" u="sng" dirty="0">
              <a:latin typeface="Arial" panose="020B0604020202020204" pitchFamily="34" charset="0"/>
            </a:rPr>
            <a:t>Personal  Passive</a:t>
          </a:r>
          <a:r>
            <a:rPr lang="en-US" sz="2800" b="1" dirty="0">
              <a:latin typeface="Arial" panose="020B0604020202020204" pitchFamily="34" charset="0"/>
            </a:rPr>
            <a:t> is more common.</a:t>
          </a:r>
          <a:endParaRPr lang="en-IN" sz="2800" b="1" dirty="0"/>
        </a:p>
      </dgm:t>
    </dgm:pt>
    <dgm:pt modelId="{7BEDD877-3FE7-44DC-8B79-BCF8BCEA6D58}" type="parTrans" cxnId="{65DE13FE-2E74-4B1A-9A2F-9BE24ED97662}">
      <dgm:prSet/>
      <dgm:spPr/>
      <dgm:t>
        <a:bodyPr/>
        <a:lstStyle/>
        <a:p>
          <a:endParaRPr lang="en-IN"/>
        </a:p>
      </dgm:t>
    </dgm:pt>
    <dgm:pt modelId="{82F3E6E0-03F6-4E0D-B540-3BCFD756413F}" type="sibTrans" cxnId="{65DE13FE-2E74-4B1A-9A2F-9BE24ED97662}">
      <dgm:prSet/>
      <dgm:spPr/>
      <dgm:t>
        <a:bodyPr/>
        <a:lstStyle/>
        <a:p>
          <a:endParaRPr lang="en-IN"/>
        </a:p>
      </dgm:t>
    </dgm:pt>
    <dgm:pt modelId="{3DF3DFB5-78CF-4820-BA6D-2E9F4E17E706}">
      <dgm:prSet phldrT="[Text]" custT="1"/>
      <dgm:spPr/>
      <dgm:t>
        <a:bodyPr/>
        <a:lstStyle/>
        <a:p>
          <a:r>
            <a:rPr kumimoji="0" lang="en-US" sz="2800" b="1" i="0" u="none" strike="noStrike" cap="none" normalizeH="0" baseline="0" dirty="0">
              <a:ln/>
              <a:effectLst/>
              <a:latin typeface="Arial" panose="020B0604020202020204" pitchFamily="34" charset="0"/>
            </a:rPr>
            <a:t>Example: They say that women live longer than men. </a:t>
          </a:r>
          <a:endParaRPr lang="en-IN" sz="2800" b="1" dirty="0"/>
        </a:p>
      </dgm:t>
    </dgm:pt>
    <dgm:pt modelId="{20877EC8-BD78-4B1A-AB5C-E8EEAC001194}" type="parTrans" cxnId="{AE57BB26-82F0-46C1-9C74-6841001A6374}">
      <dgm:prSet/>
      <dgm:spPr/>
      <dgm:t>
        <a:bodyPr/>
        <a:lstStyle/>
        <a:p>
          <a:endParaRPr lang="en-IN"/>
        </a:p>
      </dgm:t>
    </dgm:pt>
    <dgm:pt modelId="{A4980370-C645-4442-80A6-06DCF3C27ABC}" type="sibTrans" cxnId="{AE57BB26-82F0-46C1-9C74-6841001A6374}">
      <dgm:prSet/>
      <dgm:spPr/>
      <dgm:t>
        <a:bodyPr/>
        <a:lstStyle/>
        <a:p>
          <a:endParaRPr lang="en-IN"/>
        </a:p>
      </dgm:t>
    </dgm:pt>
    <dgm:pt modelId="{2724DA9B-5FFC-49F8-A570-9D25D3CF4010}">
      <dgm:prSet custT="1"/>
      <dgm:spPr/>
      <dgm:t>
        <a:bodyPr/>
        <a:lstStyle/>
        <a:p>
          <a:r>
            <a:rPr lang="en-US" sz="2800" b="1" dirty="0">
              <a:latin typeface="Arial" panose="020B0604020202020204" pitchFamily="34" charset="0"/>
            </a:rPr>
            <a:t>Example: They say that </a:t>
          </a:r>
          <a:r>
            <a:rPr lang="en-US" sz="2800" b="1" dirty="0">
              <a:solidFill>
                <a:srgbClr val="C00000"/>
              </a:solidFill>
              <a:latin typeface="Arial" panose="020B0604020202020204" pitchFamily="34" charset="0"/>
            </a:rPr>
            <a:t>women </a:t>
          </a:r>
          <a:r>
            <a:rPr lang="en-US" sz="2800" b="1" dirty="0">
              <a:latin typeface="Arial" panose="020B0604020202020204" pitchFamily="34" charset="0"/>
            </a:rPr>
            <a:t>live longer than men. </a:t>
          </a:r>
        </a:p>
      </dgm:t>
    </dgm:pt>
    <dgm:pt modelId="{27BDCF11-5A39-4A3A-9285-F47829C7BA61}" type="parTrans" cxnId="{40364F45-D40F-487F-A8FB-64E1C38E2C3B}">
      <dgm:prSet/>
      <dgm:spPr/>
      <dgm:t>
        <a:bodyPr/>
        <a:lstStyle/>
        <a:p>
          <a:endParaRPr lang="en-IN"/>
        </a:p>
      </dgm:t>
    </dgm:pt>
    <dgm:pt modelId="{D980EF32-A21D-4A9E-B9CF-7F04750D2659}" type="sibTrans" cxnId="{40364F45-D40F-487F-A8FB-64E1C38E2C3B}">
      <dgm:prSet/>
      <dgm:spPr/>
      <dgm:t>
        <a:bodyPr/>
        <a:lstStyle/>
        <a:p>
          <a:endParaRPr lang="en-IN"/>
        </a:p>
      </dgm:t>
    </dgm:pt>
    <dgm:pt modelId="{D2B3F3D5-2071-4320-A827-2D128342F9CD}">
      <dgm:prSet custT="1"/>
      <dgm:spPr/>
      <dgm:t>
        <a:bodyPr/>
        <a:lstStyle/>
        <a:p>
          <a:r>
            <a:rPr lang="en-US" sz="2800" b="1" dirty="0">
              <a:latin typeface="Arial" panose="020B0604020202020204" pitchFamily="34" charset="0"/>
            </a:rPr>
            <a:t>– Women are said to live longer than men.</a:t>
          </a:r>
        </a:p>
      </dgm:t>
    </dgm:pt>
    <dgm:pt modelId="{51624AB2-30B9-4D47-9447-0C06A5811190}" type="parTrans" cxnId="{C43570D2-A9E6-478B-9422-87B735C23D93}">
      <dgm:prSet/>
      <dgm:spPr/>
      <dgm:t>
        <a:bodyPr/>
        <a:lstStyle/>
        <a:p>
          <a:endParaRPr lang="en-IN"/>
        </a:p>
      </dgm:t>
    </dgm:pt>
    <dgm:pt modelId="{A0CEB36F-F75C-47E4-A81B-5D5E83713EC0}" type="sibTrans" cxnId="{C43570D2-A9E6-478B-9422-87B735C23D93}">
      <dgm:prSet/>
      <dgm:spPr/>
      <dgm:t>
        <a:bodyPr/>
        <a:lstStyle/>
        <a:p>
          <a:endParaRPr lang="en-IN"/>
        </a:p>
      </dgm:t>
    </dgm:pt>
    <dgm:pt modelId="{D5D9AFA8-18FD-45B0-9CE3-F3C5CEA5F5D6}">
      <dgm:prSet phldrT="[Text]" custT="1"/>
      <dgm:spPr/>
      <dgm:t>
        <a:bodyPr/>
        <a:lstStyle/>
        <a:p>
          <a:r>
            <a:rPr kumimoji="0" lang="en-US" sz="2800" b="1" i="0" u="none" strike="noStrike" cap="none" normalizeH="0" baseline="0">
              <a:ln/>
              <a:effectLst/>
              <a:latin typeface="Arial" panose="020B0604020202020204" pitchFamily="34" charset="0"/>
            </a:rPr>
            <a:t>It is said that women live longer than men</a:t>
          </a:r>
          <a:endParaRPr lang="en-IN" sz="2800" b="1" dirty="0"/>
        </a:p>
      </dgm:t>
    </dgm:pt>
    <dgm:pt modelId="{829301C9-68E7-4673-8F12-04CF8AE23F42}" type="parTrans" cxnId="{48F49B18-DF37-4F67-BF3B-97DC079935CE}">
      <dgm:prSet/>
      <dgm:spPr/>
      <dgm:t>
        <a:bodyPr/>
        <a:lstStyle/>
        <a:p>
          <a:endParaRPr lang="en-IN"/>
        </a:p>
      </dgm:t>
    </dgm:pt>
    <dgm:pt modelId="{FF804CF4-FE34-4EE8-A6A6-11EEC7C6BB89}" type="sibTrans" cxnId="{48F49B18-DF37-4F67-BF3B-97DC079935CE}">
      <dgm:prSet/>
      <dgm:spPr/>
      <dgm:t>
        <a:bodyPr/>
        <a:lstStyle/>
        <a:p>
          <a:endParaRPr lang="en-IN"/>
        </a:p>
      </dgm:t>
    </dgm:pt>
    <dgm:pt modelId="{03F2BC7D-6361-41A8-B731-EDF332EA5771}" type="pres">
      <dgm:prSet presAssocID="{140FC24D-61DF-4959-A4EB-4F0E292C6B14}" presName="linear" presStyleCnt="0">
        <dgm:presLayoutVars>
          <dgm:dir/>
          <dgm:animLvl val="lvl"/>
          <dgm:resizeHandles val="exact"/>
        </dgm:presLayoutVars>
      </dgm:prSet>
      <dgm:spPr/>
    </dgm:pt>
    <dgm:pt modelId="{3637377F-4489-4CE4-BF66-6F2887BFBAAD}" type="pres">
      <dgm:prSet presAssocID="{7AA6793D-98F3-462C-8742-5FE44428A4C6}" presName="parentLin" presStyleCnt="0"/>
      <dgm:spPr/>
    </dgm:pt>
    <dgm:pt modelId="{328B2ED6-CA50-42BD-BF04-EE8B6D70FE3D}" type="pres">
      <dgm:prSet presAssocID="{7AA6793D-98F3-462C-8742-5FE44428A4C6}" presName="parentLeftMargin" presStyleLbl="node1" presStyleIdx="0" presStyleCnt="5"/>
      <dgm:spPr/>
    </dgm:pt>
    <dgm:pt modelId="{01F5C64F-55CF-4CE6-A824-CFAEFF8DED3C}" type="pres">
      <dgm:prSet presAssocID="{7AA6793D-98F3-462C-8742-5FE44428A4C6}" presName="parentText" presStyleLbl="node1" presStyleIdx="0" presStyleCnt="5" custScaleX="142857">
        <dgm:presLayoutVars>
          <dgm:chMax val="0"/>
          <dgm:bulletEnabled val="1"/>
        </dgm:presLayoutVars>
      </dgm:prSet>
      <dgm:spPr/>
    </dgm:pt>
    <dgm:pt modelId="{2552739B-A7F1-4ACE-9B33-CB518951E08F}" type="pres">
      <dgm:prSet presAssocID="{7AA6793D-98F3-462C-8742-5FE44428A4C6}" presName="negativeSpace" presStyleCnt="0"/>
      <dgm:spPr/>
    </dgm:pt>
    <dgm:pt modelId="{E79CB0D8-66E8-4EE0-AEC8-308672F14502}" type="pres">
      <dgm:prSet presAssocID="{7AA6793D-98F3-462C-8742-5FE44428A4C6}" presName="childText" presStyleLbl="conFgAcc1" presStyleIdx="0" presStyleCnt="5">
        <dgm:presLayoutVars>
          <dgm:bulletEnabled val="1"/>
        </dgm:presLayoutVars>
      </dgm:prSet>
      <dgm:spPr/>
    </dgm:pt>
    <dgm:pt modelId="{177E9598-75EC-4665-B56C-6E7302D7FAB6}" type="pres">
      <dgm:prSet presAssocID="{82F3E6E0-03F6-4E0D-B540-3BCFD756413F}" presName="spaceBetweenRectangles" presStyleCnt="0"/>
      <dgm:spPr/>
    </dgm:pt>
    <dgm:pt modelId="{BAE953F8-FC95-490C-86A8-B2B4C3D945BC}" type="pres">
      <dgm:prSet presAssocID="{2724DA9B-5FFC-49F8-A570-9D25D3CF4010}" presName="parentLin" presStyleCnt="0"/>
      <dgm:spPr/>
    </dgm:pt>
    <dgm:pt modelId="{6C0ED8AD-F445-438A-AB64-885AC6EC5144}" type="pres">
      <dgm:prSet presAssocID="{2724DA9B-5FFC-49F8-A570-9D25D3CF4010}" presName="parentLeftMargin" presStyleLbl="node1" presStyleIdx="0" presStyleCnt="5"/>
      <dgm:spPr/>
    </dgm:pt>
    <dgm:pt modelId="{92D6C2BE-54E9-4AE7-98C1-ACB60F9C8B27}" type="pres">
      <dgm:prSet presAssocID="{2724DA9B-5FFC-49F8-A570-9D25D3CF4010}" presName="parentText" presStyleLbl="node1" presStyleIdx="1" presStyleCnt="5" custScaleX="142857">
        <dgm:presLayoutVars>
          <dgm:chMax val="0"/>
          <dgm:bulletEnabled val="1"/>
        </dgm:presLayoutVars>
      </dgm:prSet>
      <dgm:spPr/>
    </dgm:pt>
    <dgm:pt modelId="{95E2A239-97FE-4351-B4CE-0E51AF710D1E}" type="pres">
      <dgm:prSet presAssocID="{2724DA9B-5FFC-49F8-A570-9D25D3CF4010}" presName="negativeSpace" presStyleCnt="0"/>
      <dgm:spPr/>
    </dgm:pt>
    <dgm:pt modelId="{4EC8C1EA-C8D7-4546-B6ED-085AEC87F433}" type="pres">
      <dgm:prSet presAssocID="{2724DA9B-5FFC-49F8-A570-9D25D3CF4010}" presName="childText" presStyleLbl="conFgAcc1" presStyleIdx="1" presStyleCnt="5">
        <dgm:presLayoutVars>
          <dgm:bulletEnabled val="1"/>
        </dgm:presLayoutVars>
      </dgm:prSet>
      <dgm:spPr/>
    </dgm:pt>
    <dgm:pt modelId="{B4F5D0DB-51F9-45BF-916D-44EFD36BBF1D}" type="pres">
      <dgm:prSet presAssocID="{D980EF32-A21D-4A9E-B9CF-7F04750D2659}" presName="spaceBetweenRectangles" presStyleCnt="0"/>
      <dgm:spPr/>
    </dgm:pt>
    <dgm:pt modelId="{4BF56001-5B49-43D9-9945-0EDECDA44D62}" type="pres">
      <dgm:prSet presAssocID="{D2B3F3D5-2071-4320-A827-2D128342F9CD}" presName="parentLin" presStyleCnt="0"/>
      <dgm:spPr/>
    </dgm:pt>
    <dgm:pt modelId="{F36B53F7-3450-4E69-A82A-F4E65F747886}" type="pres">
      <dgm:prSet presAssocID="{D2B3F3D5-2071-4320-A827-2D128342F9CD}" presName="parentLeftMargin" presStyleLbl="node1" presStyleIdx="1" presStyleCnt="5"/>
      <dgm:spPr/>
    </dgm:pt>
    <dgm:pt modelId="{4E4C6287-0825-4752-9DAB-6E3731A4A38A}" type="pres">
      <dgm:prSet presAssocID="{D2B3F3D5-2071-4320-A827-2D128342F9CD}" presName="parentText" presStyleLbl="node1" presStyleIdx="2" presStyleCnt="5" custScaleX="142857">
        <dgm:presLayoutVars>
          <dgm:chMax val="0"/>
          <dgm:bulletEnabled val="1"/>
        </dgm:presLayoutVars>
      </dgm:prSet>
      <dgm:spPr/>
    </dgm:pt>
    <dgm:pt modelId="{3471E077-73FB-44F6-81C9-6A3E10CC30CF}" type="pres">
      <dgm:prSet presAssocID="{D2B3F3D5-2071-4320-A827-2D128342F9CD}" presName="negativeSpace" presStyleCnt="0"/>
      <dgm:spPr/>
    </dgm:pt>
    <dgm:pt modelId="{59C9DB2D-E839-4198-BF15-FB2E57869511}" type="pres">
      <dgm:prSet presAssocID="{D2B3F3D5-2071-4320-A827-2D128342F9CD}" presName="childText" presStyleLbl="conFgAcc1" presStyleIdx="2" presStyleCnt="5">
        <dgm:presLayoutVars>
          <dgm:bulletEnabled val="1"/>
        </dgm:presLayoutVars>
      </dgm:prSet>
      <dgm:spPr/>
    </dgm:pt>
    <dgm:pt modelId="{2C2528C2-9CA8-4CA9-A110-0E73BC2907AB}" type="pres">
      <dgm:prSet presAssocID="{A0CEB36F-F75C-47E4-A81B-5D5E83713EC0}" presName="spaceBetweenRectangles" presStyleCnt="0"/>
      <dgm:spPr/>
    </dgm:pt>
    <dgm:pt modelId="{5CDD6386-38F7-45B8-B971-EBCF8BC81FA4}" type="pres">
      <dgm:prSet presAssocID="{3DF3DFB5-78CF-4820-BA6D-2E9F4E17E706}" presName="parentLin" presStyleCnt="0"/>
      <dgm:spPr/>
    </dgm:pt>
    <dgm:pt modelId="{57E8C213-E544-4978-B4EF-CD8C237AC9EF}" type="pres">
      <dgm:prSet presAssocID="{3DF3DFB5-78CF-4820-BA6D-2E9F4E17E706}" presName="parentLeftMargin" presStyleLbl="node1" presStyleIdx="2" presStyleCnt="5"/>
      <dgm:spPr/>
    </dgm:pt>
    <dgm:pt modelId="{48C703AE-5838-4EFC-A52A-4C9D005FBF59}" type="pres">
      <dgm:prSet presAssocID="{3DF3DFB5-78CF-4820-BA6D-2E9F4E17E706}" presName="parentText" presStyleLbl="node1" presStyleIdx="3" presStyleCnt="5" custScaleX="142857">
        <dgm:presLayoutVars>
          <dgm:chMax val="0"/>
          <dgm:bulletEnabled val="1"/>
        </dgm:presLayoutVars>
      </dgm:prSet>
      <dgm:spPr/>
    </dgm:pt>
    <dgm:pt modelId="{48C56A55-5FF2-4C3E-A119-4F4AE09DEDC0}" type="pres">
      <dgm:prSet presAssocID="{3DF3DFB5-78CF-4820-BA6D-2E9F4E17E706}" presName="negativeSpace" presStyleCnt="0"/>
      <dgm:spPr/>
    </dgm:pt>
    <dgm:pt modelId="{46DF877A-8C4B-4FBD-B6E1-C5DC6DEEBC13}" type="pres">
      <dgm:prSet presAssocID="{3DF3DFB5-78CF-4820-BA6D-2E9F4E17E706}" presName="childText" presStyleLbl="conFgAcc1" presStyleIdx="3" presStyleCnt="5">
        <dgm:presLayoutVars>
          <dgm:bulletEnabled val="1"/>
        </dgm:presLayoutVars>
      </dgm:prSet>
      <dgm:spPr/>
    </dgm:pt>
    <dgm:pt modelId="{30FC353C-EAC3-4D65-89F5-F5E350D5A8FA}" type="pres">
      <dgm:prSet presAssocID="{A4980370-C645-4442-80A6-06DCF3C27ABC}" presName="spaceBetweenRectangles" presStyleCnt="0"/>
      <dgm:spPr/>
    </dgm:pt>
    <dgm:pt modelId="{41629DD8-0F6B-475C-8372-4D29E2A361FC}" type="pres">
      <dgm:prSet presAssocID="{D5D9AFA8-18FD-45B0-9CE3-F3C5CEA5F5D6}" presName="parentLin" presStyleCnt="0"/>
      <dgm:spPr/>
    </dgm:pt>
    <dgm:pt modelId="{663A1810-4910-401E-A883-013FBA89BB33}" type="pres">
      <dgm:prSet presAssocID="{D5D9AFA8-18FD-45B0-9CE3-F3C5CEA5F5D6}" presName="parentLeftMargin" presStyleLbl="node1" presStyleIdx="3" presStyleCnt="5"/>
      <dgm:spPr/>
    </dgm:pt>
    <dgm:pt modelId="{DEC971F8-0E68-4030-BBCC-7200229FBEAE}" type="pres">
      <dgm:prSet presAssocID="{D5D9AFA8-18FD-45B0-9CE3-F3C5CEA5F5D6}" presName="parentText" presStyleLbl="node1" presStyleIdx="4" presStyleCnt="5">
        <dgm:presLayoutVars>
          <dgm:chMax val="0"/>
          <dgm:bulletEnabled val="1"/>
        </dgm:presLayoutVars>
      </dgm:prSet>
      <dgm:spPr/>
    </dgm:pt>
    <dgm:pt modelId="{98F3DE49-6507-4CC9-A005-03FAD6DD8867}" type="pres">
      <dgm:prSet presAssocID="{D5D9AFA8-18FD-45B0-9CE3-F3C5CEA5F5D6}" presName="negativeSpace" presStyleCnt="0"/>
      <dgm:spPr/>
    </dgm:pt>
    <dgm:pt modelId="{86100CF5-9BC3-4FEB-BD5F-A189CEA87E39}" type="pres">
      <dgm:prSet presAssocID="{D5D9AFA8-18FD-45B0-9CE3-F3C5CEA5F5D6}" presName="childText" presStyleLbl="conFgAcc1" presStyleIdx="4" presStyleCnt="5">
        <dgm:presLayoutVars>
          <dgm:bulletEnabled val="1"/>
        </dgm:presLayoutVars>
      </dgm:prSet>
      <dgm:spPr/>
    </dgm:pt>
  </dgm:ptLst>
  <dgm:cxnLst>
    <dgm:cxn modelId="{DFC4A515-BC2B-453F-B27B-1EEC212CE827}" type="presOf" srcId="{7AA6793D-98F3-462C-8742-5FE44428A4C6}" destId="{328B2ED6-CA50-42BD-BF04-EE8B6D70FE3D}" srcOrd="0" destOrd="0" presId="urn:microsoft.com/office/officeart/2005/8/layout/list1"/>
    <dgm:cxn modelId="{48F49B18-DF37-4F67-BF3B-97DC079935CE}" srcId="{140FC24D-61DF-4959-A4EB-4F0E292C6B14}" destId="{D5D9AFA8-18FD-45B0-9CE3-F3C5CEA5F5D6}" srcOrd="4" destOrd="0" parTransId="{829301C9-68E7-4673-8F12-04CF8AE23F42}" sibTransId="{FF804CF4-FE34-4EE8-A6A6-11EEC7C6BB89}"/>
    <dgm:cxn modelId="{AE57BB26-82F0-46C1-9C74-6841001A6374}" srcId="{140FC24D-61DF-4959-A4EB-4F0E292C6B14}" destId="{3DF3DFB5-78CF-4820-BA6D-2E9F4E17E706}" srcOrd="3" destOrd="0" parTransId="{20877EC8-BD78-4B1A-AB5C-E8EEAC001194}" sibTransId="{A4980370-C645-4442-80A6-06DCF3C27ABC}"/>
    <dgm:cxn modelId="{2C7B912A-9CE2-4A34-B7CC-9E376C8AE8EF}" type="presOf" srcId="{2724DA9B-5FFC-49F8-A570-9D25D3CF4010}" destId="{92D6C2BE-54E9-4AE7-98C1-ACB60F9C8B27}" srcOrd="1" destOrd="0" presId="urn:microsoft.com/office/officeart/2005/8/layout/list1"/>
    <dgm:cxn modelId="{1814922C-909E-4127-81DA-BD45B492F36E}" type="presOf" srcId="{7AA6793D-98F3-462C-8742-5FE44428A4C6}" destId="{01F5C64F-55CF-4CE6-A824-CFAEFF8DED3C}" srcOrd="1" destOrd="0" presId="urn:microsoft.com/office/officeart/2005/8/layout/list1"/>
    <dgm:cxn modelId="{40364F45-D40F-487F-A8FB-64E1C38E2C3B}" srcId="{140FC24D-61DF-4959-A4EB-4F0E292C6B14}" destId="{2724DA9B-5FFC-49F8-A570-9D25D3CF4010}" srcOrd="1" destOrd="0" parTransId="{27BDCF11-5A39-4A3A-9285-F47829C7BA61}" sibTransId="{D980EF32-A21D-4A9E-B9CF-7F04750D2659}"/>
    <dgm:cxn modelId="{31D1C456-E203-4D99-9BB9-9A2F5BF82737}" type="presOf" srcId="{3DF3DFB5-78CF-4820-BA6D-2E9F4E17E706}" destId="{57E8C213-E544-4978-B4EF-CD8C237AC9EF}" srcOrd="0" destOrd="0" presId="urn:microsoft.com/office/officeart/2005/8/layout/list1"/>
    <dgm:cxn modelId="{4DBFBE94-5403-49E7-9CA8-6820280370BC}" type="presOf" srcId="{140FC24D-61DF-4959-A4EB-4F0E292C6B14}" destId="{03F2BC7D-6361-41A8-B731-EDF332EA5771}" srcOrd="0" destOrd="0" presId="urn:microsoft.com/office/officeart/2005/8/layout/list1"/>
    <dgm:cxn modelId="{2A0946B4-FADC-4418-ABB3-322853913241}" type="presOf" srcId="{D5D9AFA8-18FD-45B0-9CE3-F3C5CEA5F5D6}" destId="{663A1810-4910-401E-A883-013FBA89BB33}" srcOrd="0" destOrd="0" presId="urn:microsoft.com/office/officeart/2005/8/layout/list1"/>
    <dgm:cxn modelId="{07EDEEBC-D3DD-47A1-B74D-A1AFFF858770}" type="presOf" srcId="{D2B3F3D5-2071-4320-A827-2D128342F9CD}" destId="{4E4C6287-0825-4752-9DAB-6E3731A4A38A}" srcOrd="1" destOrd="0" presId="urn:microsoft.com/office/officeart/2005/8/layout/list1"/>
    <dgm:cxn modelId="{46AF28CD-9D30-409A-A639-D6BEF5AC609F}" type="presOf" srcId="{D2B3F3D5-2071-4320-A827-2D128342F9CD}" destId="{F36B53F7-3450-4E69-A82A-F4E65F747886}" srcOrd="0" destOrd="0" presId="urn:microsoft.com/office/officeart/2005/8/layout/list1"/>
    <dgm:cxn modelId="{C43570D2-A9E6-478B-9422-87B735C23D93}" srcId="{140FC24D-61DF-4959-A4EB-4F0E292C6B14}" destId="{D2B3F3D5-2071-4320-A827-2D128342F9CD}" srcOrd="2" destOrd="0" parTransId="{51624AB2-30B9-4D47-9447-0C06A5811190}" sibTransId="{A0CEB36F-F75C-47E4-A81B-5D5E83713EC0}"/>
    <dgm:cxn modelId="{C6610BE5-352E-4301-9539-4EABF443AA92}" type="presOf" srcId="{3DF3DFB5-78CF-4820-BA6D-2E9F4E17E706}" destId="{48C703AE-5838-4EFC-A52A-4C9D005FBF59}" srcOrd="1" destOrd="0" presId="urn:microsoft.com/office/officeart/2005/8/layout/list1"/>
    <dgm:cxn modelId="{3A8009EE-D4D8-44B3-A739-9513B29ABB76}" type="presOf" srcId="{D5D9AFA8-18FD-45B0-9CE3-F3C5CEA5F5D6}" destId="{DEC971F8-0E68-4030-BBCC-7200229FBEAE}" srcOrd="1" destOrd="0" presId="urn:microsoft.com/office/officeart/2005/8/layout/list1"/>
    <dgm:cxn modelId="{65DE13FE-2E74-4B1A-9A2F-9BE24ED97662}" srcId="{140FC24D-61DF-4959-A4EB-4F0E292C6B14}" destId="{7AA6793D-98F3-462C-8742-5FE44428A4C6}" srcOrd="0" destOrd="0" parTransId="{7BEDD877-3FE7-44DC-8B79-BCF8BCEA6D58}" sibTransId="{82F3E6E0-03F6-4E0D-B540-3BCFD756413F}"/>
    <dgm:cxn modelId="{C20A19FF-5E26-490F-811E-EBFD554CAE39}" type="presOf" srcId="{2724DA9B-5FFC-49F8-A570-9D25D3CF4010}" destId="{6C0ED8AD-F445-438A-AB64-885AC6EC5144}" srcOrd="0" destOrd="0" presId="urn:microsoft.com/office/officeart/2005/8/layout/list1"/>
    <dgm:cxn modelId="{2656B4D1-0F16-4078-96FA-A259F301C0EA}" type="presParOf" srcId="{03F2BC7D-6361-41A8-B731-EDF332EA5771}" destId="{3637377F-4489-4CE4-BF66-6F2887BFBAAD}" srcOrd="0" destOrd="0" presId="urn:microsoft.com/office/officeart/2005/8/layout/list1"/>
    <dgm:cxn modelId="{2BF2C9F9-185C-4648-B0E7-6F0B7B3E1C34}" type="presParOf" srcId="{3637377F-4489-4CE4-BF66-6F2887BFBAAD}" destId="{328B2ED6-CA50-42BD-BF04-EE8B6D70FE3D}" srcOrd="0" destOrd="0" presId="urn:microsoft.com/office/officeart/2005/8/layout/list1"/>
    <dgm:cxn modelId="{12B675CF-CD00-4B81-AC6D-B740A6D2C3FC}" type="presParOf" srcId="{3637377F-4489-4CE4-BF66-6F2887BFBAAD}" destId="{01F5C64F-55CF-4CE6-A824-CFAEFF8DED3C}" srcOrd="1" destOrd="0" presId="urn:microsoft.com/office/officeart/2005/8/layout/list1"/>
    <dgm:cxn modelId="{6796482E-0000-44C4-94D0-A3519D82D8D8}" type="presParOf" srcId="{03F2BC7D-6361-41A8-B731-EDF332EA5771}" destId="{2552739B-A7F1-4ACE-9B33-CB518951E08F}" srcOrd="1" destOrd="0" presId="urn:microsoft.com/office/officeart/2005/8/layout/list1"/>
    <dgm:cxn modelId="{401407EB-16BC-4266-8F89-BE12D8485FF7}" type="presParOf" srcId="{03F2BC7D-6361-41A8-B731-EDF332EA5771}" destId="{E79CB0D8-66E8-4EE0-AEC8-308672F14502}" srcOrd="2" destOrd="0" presId="urn:microsoft.com/office/officeart/2005/8/layout/list1"/>
    <dgm:cxn modelId="{41CB8A06-D82C-4722-9588-BEB1A7E6DB65}" type="presParOf" srcId="{03F2BC7D-6361-41A8-B731-EDF332EA5771}" destId="{177E9598-75EC-4665-B56C-6E7302D7FAB6}" srcOrd="3" destOrd="0" presId="urn:microsoft.com/office/officeart/2005/8/layout/list1"/>
    <dgm:cxn modelId="{AA3D5298-E5E3-45E3-93B9-7A1F47E6BF1B}" type="presParOf" srcId="{03F2BC7D-6361-41A8-B731-EDF332EA5771}" destId="{BAE953F8-FC95-490C-86A8-B2B4C3D945BC}" srcOrd="4" destOrd="0" presId="urn:microsoft.com/office/officeart/2005/8/layout/list1"/>
    <dgm:cxn modelId="{54227CA7-8A2D-44FA-9E09-583B94183C19}" type="presParOf" srcId="{BAE953F8-FC95-490C-86A8-B2B4C3D945BC}" destId="{6C0ED8AD-F445-438A-AB64-885AC6EC5144}" srcOrd="0" destOrd="0" presId="urn:microsoft.com/office/officeart/2005/8/layout/list1"/>
    <dgm:cxn modelId="{3FC5BDA6-D76D-4130-AC10-B7B756CB6C6E}" type="presParOf" srcId="{BAE953F8-FC95-490C-86A8-B2B4C3D945BC}" destId="{92D6C2BE-54E9-4AE7-98C1-ACB60F9C8B27}" srcOrd="1" destOrd="0" presId="urn:microsoft.com/office/officeart/2005/8/layout/list1"/>
    <dgm:cxn modelId="{B1A8680D-44AA-474C-BDF9-E1D888264948}" type="presParOf" srcId="{03F2BC7D-6361-41A8-B731-EDF332EA5771}" destId="{95E2A239-97FE-4351-B4CE-0E51AF710D1E}" srcOrd="5" destOrd="0" presId="urn:microsoft.com/office/officeart/2005/8/layout/list1"/>
    <dgm:cxn modelId="{7BD43857-219E-4803-87A9-EFBC57330288}" type="presParOf" srcId="{03F2BC7D-6361-41A8-B731-EDF332EA5771}" destId="{4EC8C1EA-C8D7-4546-B6ED-085AEC87F433}" srcOrd="6" destOrd="0" presId="urn:microsoft.com/office/officeart/2005/8/layout/list1"/>
    <dgm:cxn modelId="{3671BC5C-90E5-4DAE-8F9A-77C61CFE5662}" type="presParOf" srcId="{03F2BC7D-6361-41A8-B731-EDF332EA5771}" destId="{B4F5D0DB-51F9-45BF-916D-44EFD36BBF1D}" srcOrd="7" destOrd="0" presId="urn:microsoft.com/office/officeart/2005/8/layout/list1"/>
    <dgm:cxn modelId="{332E9B5A-B611-4E54-9BD3-064C8DE5F406}" type="presParOf" srcId="{03F2BC7D-6361-41A8-B731-EDF332EA5771}" destId="{4BF56001-5B49-43D9-9945-0EDECDA44D62}" srcOrd="8" destOrd="0" presId="urn:microsoft.com/office/officeart/2005/8/layout/list1"/>
    <dgm:cxn modelId="{9B3C74C2-AA12-4ADD-B569-C71EB06CF4B4}" type="presParOf" srcId="{4BF56001-5B49-43D9-9945-0EDECDA44D62}" destId="{F36B53F7-3450-4E69-A82A-F4E65F747886}" srcOrd="0" destOrd="0" presId="urn:microsoft.com/office/officeart/2005/8/layout/list1"/>
    <dgm:cxn modelId="{E9140B0E-E960-4AB4-8E70-3D7C1C5F8532}" type="presParOf" srcId="{4BF56001-5B49-43D9-9945-0EDECDA44D62}" destId="{4E4C6287-0825-4752-9DAB-6E3731A4A38A}" srcOrd="1" destOrd="0" presId="urn:microsoft.com/office/officeart/2005/8/layout/list1"/>
    <dgm:cxn modelId="{91D26781-6C35-4073-9F5C-2C374679A4E0}" type="presParOf" srcId="{03F2BC7D-6361-41A8-B731-EDF332EA5771}" destId="{3471E077-73FB-44F6-81C9-6A3E10CC30CF}" srcOrd="9" destOrd="0" presId="urn:microsoft.com/office/officeart/2005/8/layout/list1"/>
    <dgm:cxn modelId="{2862BF9C-B1FE-49D6-98D5-67768B34BC34}" type="presParOf" srcId="{03F2BC7D-6361-41A8-B731-EDF332EA5771}" destId="{59C9DB2D-E839-4198-BF15-FB2E57869511}" srcOrd="10" destOrd="0" presId="urn:microsoft.com/office/officeart/2005/8/layout/list1"/>
    <dgm:cxn modelId="{89ABADA5-FE36-4507-8FD0-3FA2DEA1F469}" type="presParOf" srcId="{03F2BC7D-6361-41A8-B731-EDF332EA5771}" destId="{2C2528C2-9CA8-4CA9-A110-0E73BC2907AB}" srcOrd="11" destOrd="0" presId="urn:microsoft.com/office/officeart/2005/8/layout/list1"/>
    <dgm:cxn modelId="{D3C02C2D-ACDD-4874-91A4-756DC2CB481A}" type="presParOf" srcId="{03F2BC7D-6361-41A8-B731-EDF332EA5771}" destId="{5CDD6386-38F7-45B8-B971-EBCF8BC81FA4}" srcOrd="12" destOrd="0" presId="urn:microsoft.com/office/officeart/2005/8/layout/list1"/>
    <dgm:cxn modelId="{03189107-8C47-4A47-9F3C-5B38D015A5E1}" type="presParOf" srcId="{5CDD6386-38F7-45B8-B971-EBCF8BC81FA4}" destId="{57E8C213-E544-4978-B4EF-CD8C237AC9EF}" srcOrd="0" destOrd="0" presId="urn:microsoft.com/office/officeart/2005/8/layout/list1"/>
    <dgm:cxn modelId="{E7F1DAC8-0AFE-4604-8E23-1792539DEDB1}" type="presParOf" srcId="{5CDD6386-38F7-45B8-B971-EBCF8BC81FA4}" destId="{48C703AE-5838-4EFC-A52A-4C9D005FBF59}" srcOrd="1" destOrd="0" presId="urn:microsoft.com/office/officeart/2005/8/layout/list1"/>
    <dgm:cxn modelId="{946F3F94-5DC7-4D86-8A3A-BE81655CF478}" type="presParOf" srcId="{03F2BC7D-6361-41A8-B731-EDF332EA5771}" destId="{48C56A55-5FF2-4C3E-A119-4F4AE09DEDC0}" srcOrd="13" destOrd="0" presId="urn:microsoft.com/office/officeart/2005/8/layout/list1"/>
    <dgm:cxn modelId="{6CE4311B-492D-4630-8D67-C72AF0AD60DF}" type="presParOf" srcId="{03F2BC7D-6361-41A8-B731-EDF332EA5771}" destId="{46DF877A-8C4B-4FBD-B6E1-C5DC6DEEBC13}" srcOrd="14" destOrd="0" presId="urn:microsoft.com/office/officeart/2005/8/layout/list1"/>
    <dgm:cxn modelId="{5715B661-10A6-422D-8445-5422988FCF23}" type="presParOf" srcId="{03F2BC7D-6361-41A8-B731-EDF332EA5771}" destId="{30FC353C-EAC3-4D65-89F5-F5E350D5A8FA}" srcOrd="15" destOrd="0" presId="urn:microsoft.com/office/officeart/2005/8/layout/list1"/>
    <dgm:cxn modelId="{8AA3E57E-281D-4B14-A5B4-2A9DE70A5296}" type="presParOf" srcId="{03F2BC7D-6361-41A8-B731-EDF332EA5771}" destId="{41629DD8-0F6B-475C-8372-4D29E2A361FC}" srcOrd="16" destOrd="0" presId="urn:microsoft.com/office/officeart/2005/8/layout/list1"/>
    <dgm:cxn modelId="{C58977CD-0128-42B2-BEE1-38DC26383B9A}" type="presParOf" srcId="{41629DD8-0F6B-475C-8372-4D29E2A361FC}" destId="{663A1810-4910-401E-A883-013FBA89BB33}" srcOrd="0" destOrd="0" presId="urn:microsoft.com/office/officeart/2005/8/layout/list1"/>
    <dgm:cxn modelId="{0515136C-2469-43C2-943A-42C237296C5C}" type="presParOf" srcId="{41629DD8-0F6B-475C-8372-4D29E2A361FC}" destId="{DEC971F8-0E68-4030-BBCC-7200229FBEAE}" srcOrd="1" destOrd="0" presId="urn:microsoft.com/office/officeart/2005/8/layout/list1"/>
    <dgm:cxn modelId="{911560B4-B65D-4DE6-9720-273A431120FE}" type="presParOf" srcId="{03F2BC7D-6361-41A8-B731-EDF332EA5771}" destId="{98F3DE49-6507-4CC9-A005-03FAD6DD8867}" srcOrd="17" destOrd="0" presId="urn:microsoft.com/office/officeart/2005/8/layout/list1"/>
    <dgm:cxn modelId="{59728A33-1110-44ED-9F85-57DAB4F100BD}" type="presParOf" srcId="{03F2BC7D-6361-41A8-B731-EDF332EA5771}" destId="{86100CF5-9BC3-4FEB-BD5F-A189CEA87E39}"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C8D506A-AA93-4910-AFDC-6D053E2C54E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B61E0197-5F9A-4245-B737-3932CD77466C}">
      <dgm:prSet phldrT="[Text]" custT="1"/>
      <dgm:spPr>
        <a:solidFill>
          <a:srgbClr val="002060"/>
        </a:solidFill>
      </dgm:spPr>
      <dgm:t>
        <a:bodyPr/>
        <a:lstStyle/>
        <a:p>
          <a:r>
            <a:rPr lang="en-IN" sz="3200" dirty="0"/>
            <a:t>They say that he cheats. → He is said to cheat.</a:t>
          </a:r>
        </a:p>
      </dgm:t>
    </dgm:pt>
    <dgm:pt modelId="{EB0E55A4-2BEF-40F6-9515-C422413AFCC0}" type="parTrans" cxnId="{8CA41820-7B6C-49B1-8859-7B9A419508C0}">
      <dgm:prSet/>
      <dgm:spPr/>
      <dgm:t>
        <a:bodyPr/>
        <a:lstStyle/>
        <a:p>
          <a:endParaRPr lang="en-IN"/>
        </a:p>
      </dgm:t>
    </dgm:pt>
    <dgm:pt modelId="{81356D88-4648-4625-AB7D-85E4DB0089F5}" type="sibTrans" cxnId="{8CA41820-7B6C-49B1-8859-7B9A419508C0}">
      <dgm:prSet/>
      <dgm:spPr/>
      <dgm:t>
        <a:bodyPr/>
        <a:lstStyle/>
        <a:p>
          <a:endParaRPr lang="en-IN"/>
        </a:p>
      </dgm:t>
    </dgm:pt>
    <dgm:pt modelId="{0A3D6AB4-74E0-473C-BA02-67C70046F9CC}">
      <dgm:prSet custT="1"/>
      <dgm:spPr>
        <a:solidFill>
          <a:srgbClr val="002060"/>
        </a:solidFill>
      </dgm:spPr>
      <dgm:t>
        <a:bodyPr/>
        <a:lstStyle/>
        <a:p>
          <a:r>
            <a:rPr lang="en-IN" sz="3200" dirty="0"/>
            <a:t>They think that I am dying. → I am thought to be dying.</a:t>
          </a:r>
        </a:p>
      </dgm:t>
    </dgm:pt>
    <dgm:pt modelId="{BC740585-9E9B-4ACB-B2C7-E9E0091FB2D0}" type="parTrans" cxnId="{587C363C-B382-47FE-B9F4-278C6F990291}">
      <dgm:prSet/>
      <dgm:spPr/>
      <dgm:t>
        <a:bodyPr/>
        <a:lstStyle/>
        <a:p>
          <a:endParaRPr lang="en-IN"/>
        </a:p>
      </dgm:t>
    </dgm:pt>
    <dgm:pt modelId="{ABE25F15-98D5-4BB2-80E9-175BF01136D3}" type="sibTrans" cxnId="{587C363C-B382-47FE-B9F4-278C6F990291}">
      <dgm:prSet/>
      <dgm:spPr/>
      <dgm:t>
        <a:bodyPr/>
        <a:lstStyle/>
        <a:p>
          <a:endParaRPr lang="en-IN"/>
        </a:p>
      </dgm:t>
    </dgm:pt>
    <dgm:pt modelId="{59DEA2D4-1343-447C-9D3F-D7060FEABCE2}">
      <dgm:prSet custT="1"/>
      <dgm:spPr>
        <a:solidFill>
          <a:srgbClr val="002060"/>
        </a:solidFill>
      </dgm:spPr>
      <dgm:t>
        <a:bodyPr/>
        <a:lstStyle/>
        <a:p>
          <a:r>
            <a:rPr lang="en-IN" sz="3200" dirty="0"/>
            <a:t>They report that she came back / has come back. → She is reported to have come back.</a:t>
          </a:r>
        </a:p>
      </dgm:t>
    </dgm:pt>
    <dgm:pt modelId="{B22C6AD6-534A-4C89-936E-295E9B97351B}" type="parTrans" cxnId="{39B5AFF2-367E-4ED1-918F-04CD0C443E3A}">
      <dgm:prSet/>
      <dgm:spPr/>
      <dgm:t>
        <a:bodyPr/>
        <a:lstStyle/>
        <a:p>
          <a:endParaRPr lang="en-IN"/>
        </a:p>
      </dgm:t>
    </dgm:pt>
    <dgm:pt modelId="{8039D715-47D7-4661-9D2E-29B6DB78E322}" type="sibTrans" cxnId="{39B5AFF2-367E-4ED1-918F-04CD0C443E3A}">
      <dgm:prSet/>
      <dgm:spPr/>
      <dgm:t>
        <a:bodyPr/>
        <a:lstStyle/>
        <a:p>
          <a:endParaRPr lang="en-IN"/>
        </a:p>
      </dgm:t>
    </dgm:pt>
    <dgm:pt modelId="{C477B416-905C-4E3D-9521-3D9A93B940DE}">
      <dgm:prSet custT="1"/>
      <dgm:spPr>
        <a:solidFill>
          <a:srgbClr val="002060"/>
        </a:solidFill>
      </dgm:spPr>
      <dgm:t>
        <a:bodyPr/>
        <a:lstStyle/>
        <a:p>
          <a:r>
            <a:rPr lang="en-IN" sz="3200" dirty="0"/>
            <a:t>They say that she will resign. → </a:t>
          </a:r>
          <a:r>
            <a:rPr lang="en-IN" sz="3200" i="1" dirty="0"/>
            <a:t>e.g.</a:t>
          </a:r>
          <a:r>
            <a:rPr lang="en-IN" sz="3200" dirty="0"/>
            <a:t> She is said to be going to resign.</a:t>
          </a:r>
        </a:p>
      </dgm:t>
    </dgm:pt>
    <dgm:pt modelId="{D7C77CD0-D246-41B8-9281-362FEB9258D7}" type="parTrans" cxnId="{79281B4C-18DE-47A8-A425-888CF5C8D4D8}">
      <dgm:prSet/>
      <dgm:spPr/>
      <dgm:t>
        <a:bodyPr/>
        <a:lstStyle/>
        <a:p>
          <a:endParaRPr lang="en-IN"/>
        </a:p>
      </dgm:t>
    </dgm:pt>
    <dgm:pt modelId="{E8D5B81D-645E-4154-98A5-6AE2959D7044}" type="sibTrans" cxnId="{79281B4C-18DE-47A8-A425-888CF5C8D4D8}">
      <dgm:prSet/>
      <dgm:spPr/>
      <dgm:t>
        <a:bodyPr/>
        <a:lstStyle/>
        <a:p>
          <a:endParaRPr lang="en-IN"/>
        </a:p>
      </dgm:t>
    </dgm:pt>
    <dgm:pt modelId="{81FA3C6A-83F4-4D7E-8B63-D83786A1CE3F}" type="pres">
      <dgm:prSet presAssocID="{FC8D506A-AA93-4910-AFDC-6D053E2C54EA}" presName="linear" presStyleCnt="0">
        <dgm:presLayoutVars>
          <dgm:dir/>
          <dgm:animLvl val="lvl"/>
          <dgm:resizeHandles val="exact"/>
        </dgm:presLayoutVars>
      </dgm:prSet>
      <dgm:spPr/>
    </dgm:pt>
    <dgm:pt modelId="{2047AB10-B645-4054-AB85-3BCD4C8A25B7}" type="pres">
      <dgm:prSet presAssocID="{B61E0197-5F9A-4245-B737-3932CD77466C}" presName="parentLin" presStyleCnt="0"/>
      <dgm:spPr/>
    </dgm:pt>
    <dgm:pt modelId="{78251E94-D6C5-4223-963F-A1E622A844A7}" type="pres">
      <dgm:prSet presAssocID="{B61E0197-5F9A-4245-B737-3932CD77466C}" presName="parentLeftMargin" presStyleLbl="node1" presStyleIdx="0" presStyleCnt="4"/>
      <dgm:spPr/>
    </dgm:pt>
    <dgm:pt modelId="{2EC4D5E7-A8FF-4A5F-AAE8-3CDF015F1605}" type="pres">
      <dgm:prSet presAssocID="{B61E0197-5F9A-4245-B737-3932CD77466C}" presName="parentText" presStyleLbl="node1" presStyleIdx="0" presStyleCnt="4" custScaleX="142857">
        <dgm:presLayoutVars>
          <dgm:chMax val="0"/>
          <dgm:bulletEnabled val="1"/>
        </dgm:presLayoutVars>
      </dgm:prSet>
      <dgm:spPr/>
    </dgm:pt>
    <dgm:pt modelId="{0001C914-198E-4BEB-9919-86829BFF44E0}" type="pres">
      <dgm:prSet presAssocID="{B61E0197-5F9A-4245-B737-3932CD77466C}" presName="negativeSpace" presStyleCnt="0"/>
      <dgm:spPr/>
    </dgm:pt>
    <dgm:pt modelId="{9BE95D50-19A7-46AA-BE40-380EA3110D06}" type="pres">
      <dgm:prSet presAssocID="{B61E0197-5F9A-4245-B737-3932CD77466C}" presName="childText" presStyleLbl="conFgAcc1" presStyleIdx="0" presStyleCnt="4">
        <dgm:presLayoutVars>
          <dgm:bulletEnabled val="1"/>
        </dgm:presLayoutVars>
      </dgm:prSet>
      <dgm:spPr/>
    </dgm:pt>
    <dgm:pt modelId="{EB3AE76B-D768-4575-8D01-F9855642F0AA}" type="pres">
      <dgm:prSet presAssocID="{81356D88-4648-4625-AB7D-85E4DB0089F5}" presName="spaceBetweenRectangles" presStyleCnt="0"/>
      <dgm:spPr/>
    </dgm:pt>
    <dgm:pt modelId="{4DC4F5AA-BC24-453B-847D-446B1187A3CC}" type="pres">
      <dgm:prSet presAssocID="{0A3D6AB4-74E0-473C-BA02-67C70046F9CC}" presName="parentLin" presStyleCnt="0"/>
      <dgm:spPr/>
    </dgm:pt>
    <dgm:pt modelId="{712CA8D6-1E5A-461F-A73E-5B890748B0F6}" type="pres">
      <dgm:prSet presAssocID="{0A3D6AB4-74E0-473C-BA02-67C70046F9CC}" presName="parentLeftMargin" presStyleLbl="node1" presStyleIdx="0" presStyleCnt="4"/>
      <dgm:spPr/>
    </dgm:pt>
    <dgm:pt modelId="{8B7870B4-99FE-4B14-A992-AFDFFF9AB5A5}" type="pres">
      <dgm:prSet presAssocID="{0A3D6AB4-74E0-473C-BA02-67C70046F9CC}" presName="parentText" presStyleLbl="node1" presStyleIdx="1" presStyleCnt="4" custScaleX="142857">
        <dgm:presLayoutVars>
          <dgm:chMax val="0"/>
          <dgm:bulletEnabled val="1"/>
        </dgm:presLayoutVars>
      </dgm:prSet>
      <dgm:spPr/>
    </dgm:pt>
    <dgm:pt modelId="{32D58FAC-2489-471C-B840-79B14892D781}" type="pres">
      <dgm:prSet presAssocID="{0A3D6AB4-74E0-473C-BA02-67C70046F9CC}" presName="negativeSpace" presStyleCnt="0"/>
      <dgm:spPr/>
    </dgm:pt>
    <dgm:pt modelId="{ECD026D3-5F7F-4884-8A5A-10AB007F2FC4}" type="pres">
      <dgm:prSet presAssocID="{0A3D6AB4-74E0-473C-BA02-67C70046F9CC}" presName="childText" presStyleLbl="conFgAcc1" presStyleIdx="1" presStyleCnt="4">
        <dgm:presLayoutVars>
          <dgm:bulletEnabled val="1"/>
        </dgm:presLayoutVars>
      </dgm:prSet>
      <dgm:spPr/>
    </dgm:pt>
    <dgm:pt modelId="{B9396E6C-0658-40B4-947B-D5C3D2EC4B83}" type="pres">
      <dgm:prSet presAssocID="{ABE25F15-98D5-4BB2-80E9-175BF01136D3}" presName="spaceBetweenRectangles" presStyleCnt="0"/>
      <dgm:spPr/>
    </dgm:pt>
    <dgm:pt modelId="{7AD18F73-F9C6-4DCF-AA2C-BF2A038E5E79}" type="pres">
      <dgm:prSet presAssocID="{59DEA2D4-1343-447C-9D3F-D7060FEABCE2}" presName="parentLin" presStyleCnt="0"/>
      <dgm:spPr/>
    </dgm:pt>
    <dgm:pt modelId="{2D565E71-F04A-4549-BA3F-EF919F53824B}" type="pres">
      <dgm:prSet presAssocID="{59DEA2D4-1343-447C-9D3F-D7060FEABCE2}" presName="parentLeftMargin" presStyleLbl="node1" presStyleIdx="1" presStyleCnt="4"/>
      <dgm:spPr/>
    </dgm:pt>
    <dgm:pt modelId="{B6FB233D-0AC9-4BA5-A4DB-596A03CBCFB8}" type="pres">
      <dgm:prSet presAssocID="{59DEA2D4-1343-447C-9D3F-D7060FEABCE2}" presName="parentText" presStyleLbl="node1" presStyleIdx="2" presStyleCnt="4" custScaleX="142857">
        <dgm:presLayoutVars>
          <dgm:chMax val="0"/>
          <dgm:bulletEnabled val="1"/>
        </dgm:presLayoutVars>
      </dgm:prSet>
      <dgm:spPr/>
    </dgm:pt>
    <dgm:pt modelId="{A6E372FC-CF1E-4606-AAD8-84140BFF4886}" type="pres">
      <dgm:prSet presAssocID="{59DEA2D4-1343-447C-9D3F-D7060FEABCE2}" presName="negativeSpace" presStyleCnt="0"/>
      <dgm:spPr/>
    </dgm:pt>
    <dgm:pt modelId="{826B862D-0372-4F69-AA3C-F653B0F26669}" type="pres">
      <dgm:prSet presAssocID="{59DEA2D4-1343-447C-9D3F-D7060FEABCE2}" presName="childText" presStyleLbl="conFgAcc1" presStyleIdx="2" presStyleCnt="4">
        <dgm:presLayoutVars>
          <dgm:bulletEnabled val="1"/>
        </dgm:presLayoutVars>
      </dgm:prSet>
      <dgm:spPr/>
    </dgm:pt>
    <dgm:pt modelId="{E236E441-D459-4A48-AB7B-FB1FAC423A4E}" type="pres">
      <dgm:prSet presAssocID="{8039D715-47D7-4661-9D2E-29B6DB78E322}" presName="spaceBetweenRectangles" presStyleCnt="0"/>
      <dgm:spPr/>
    </dgm:pt>
    <dgm:pt modelId="{67864268-9C0D-4BC3-976A-6DDAEA852EA9}" type="pres">
      <dgm:prSet presAssocID="{C477B416-905C-4E3D-9521-3D9A93B940DE}" presName="parentLin" presStyleCnt="0"/>
      <dgm:spPr/>
    </dgm:pt>
    <dgm:pt modelId="{C703A0C0-D8DD-4439-AC52-FF405B41B931}" type="pres">
      <dgm:prSet presAssocID="{C477B416-905C-4E3D-9521-3D9A93B940DE}" presName="parentLeftMargin" presStyleLbl="node1" presStyleIdx="2" presStyleCnt="4"/>
      <dgm:spPr/>
    </dgm:pt>
    <dgm:pt modelId="{887BF54A-2558-44F2-A111-8E0D16356071}" type="pres">
      <dgm:prSet presAssocID="{C477B416-905C-4E3D-9521-3D9A93B940DE}" presName="parentText" presStyleLbl="node1" presStyleIdx="3" presStyleCnt="4" custScaleX="142857">
        <dgm:presLayoutVars>
          <dgm:chMax val="0"/>
          <dgm:bulletEnabled val="1"/>
        </dgm:presLayoutVars>
      </dgm:prSet>
      <dgm:spPr/>
    </dgm:pt>
    <dgm:pt modelId="{FC043F42-247A-4A3E-A2DB-A0A34EA76070}" type="pres">
      <dgm:prSet presAssocID="{C477B416-905C-4E3D-9521-3D9A93B940DE}" presName="negativeSpace" presStyleCnt="0"/>
      <dgm:spPr/>
    </dgm:pt>
    <dgm:pt modelId="{06AF7A26-A89C-40EF-A8F5-FC357124D209}" type="pres">
      <dgm:prSet presAssocID="{C477B416-905C-4E3D-9521-3D9A93B940DE}" presName="childText" presStyleLbl="conFgAcc1" presStyleIdx="3" presStyleCnt="4">
        <dgm:presLayoutVars>
          <dgm:bulletEnabled val="1"/>
        </dgm:presLayoutVars>
      </dgm:prSet>
      <dgm:spPr/>
    </dgm:pt>
  </dgm:ptLst>
  <dgm:cxnLst>
    <dgm:cxn modelId="{98DCF001-A6F3-4F9D-A8D6-7803D5B67618}" type="presOf" srcId="{59DEA2D4-1343-447C-9D3F-D7060FEABCE2}" destId="{B6FB233D-0AC9-4BA5-A4DB-596A03CBCFB8}" srcOrd="1" destOrd="0" presId="urn:microsoft.com/office/officeart/2005/8/layout/list1"/>
    <dgm:cxn modelId="{637C1905-DC6B-46D8-A6A9-6914035EE638}" type="presOf" srcId="{B61E0197-5F9A-4245-B737-3932CD77466C}" destId="{2EC4D5E7-A8FF-4A5F-AAE8-3CDF015F1605}" srcOrd="1" destOrd="0" presId="urn:microsoft.com/office/officeart/2005/8/layout/list1"/>
    <dgm:cxn modelId="{8CA41820-7B6C-49B1-8859-7B9A419508C0}" srcId="{FC8D506A-AA93-4910-AFDC-6D053E2C54EA}" destId="{B61E0197-5F9A-4245-B737-3932CD77466C}" srcOrd="0" destOrd="0" parTransId="{EB0E55A4-2BEF-40F6-9515-C422413AFCC0}" sibTransId="{81356D88-4648-4625-AB7D-85E4DB0089F5}"/>
    <dgm:cxn modelId="{E6B7A33A-F885-4BE9-8920-8568E19C4719}" type="presOf" srcId="{C477B416-905C-4E3D-9521-3D9A93B940DE}" destId="{C703A0C0-D8DD-4439-AC52-FF405B41B931}" srcOrd="0" destOrd="0" presId="urn:microsoft.com/office/officeart/2005/8/layout/list1"/>
    <dgm:cxn modelId="{587C363C-B382-47FE-B9F4-278C6F990291}" srcId="{FC8D506A-AA93-4910-AFDC-6D053E2C54EA}" destId="{0A3D6AB4-74E0-473C-BA02-67C70046F9CC}" srcOrd="1" destOrd="0" parTransId="{BC740585-9E9B-4ACB-B2C7-E9E0091FB2D0}" sibTransId="{ABE25F15-98D5-4BB2-80E9-175BF01136D3}"/>
    <dgm:cxn modelId="{29990C65-98A5-41C6-805E-7FB3D244757F}" type="presOf" srcId="{0A3D6AB4-74E0-473C-BA02-67C70046F9CC}" destId="{712CA8D6-1E5A-461F-A73E-5B890748B0F6}" srcOrd="0" destOrd="0" presId="urn:microsoft.com/office/officeart/2005/8/layout/list1"/>
    <dgm:cxn modelId="{79281B4C-18DE-47A8-A425-888CF5C8D4D8}" srcId="{FC8D506A-AA93-4910-AFDC-6D053E2C54EA}" destId="{C477B416-905C-4E3D-9521-3D9A93B940DE}" srcOrd="3" destOrd="0" parTransId="{D7C77CD0-D246-41B8-9281-362FEB9258D7}" sibTransId="{E8D5B81D-645E-4154-98A5-6AE2959D7044}"/>
    <dgm:cxn modelId="{FD4ABD50-2BA8-436B-9C14-CD07C70B27AF}" type="presOf" srcId="{B61E0197-5F9A-4245-B737-3932CD77466C}" destId="{78251E94-D6C5-4223-963F-A1E622A844A7}" srcOrd="0" destOrd="0" presId="urn:microsoft.com/office/officeart/2005/8/layout/list1"/>
    <dgm:cxn modelId="{E9276585-B7D0-4BB1-B368-E7ED770B5CD7}" type="presOf" srcId="{59DEA2D4-1343-447C-9D3F-D7060FEABCE2}" destId="{2D565E71-F04A-4549-BA3F-EF919F53824B}" srcOrd="0" destOrd="0" presId="urn:microsoft.com/office/officeart/2005/8/layout/list1"/>
    <dgm:cxn modelId="{2A5839AE-7E24-4C81-A606-961DFFA38AED}" type="presOf" srcId="{0A3D6AB4-74E0-473C-BA02-67C70046F9CC}" destId="{8B7870B4-99FE-4B14-A992-AFDFFF9AB5A5}" srcOrd="1" destOrd="0" presId="urn:microsoft.com/office/officeart/2005/8/layout/list1"/>
    <dgm:cxn modelId="{571834B8-D7F9-4CAC-9652-F0D72F699991}" type="presOf" srcId="{C477B416-905C-4E3D-9521-3D9A93B940DE}" destId="{887BF54A-2558-44F2-A111-8E0D16356071}" srcOrd="1" destOrd="0" presId="urn:microsoft.com/office/officeart/2005/8/layout/list1"/>
    <dgm:cxn modelId="{5DF2A3ED-3A71-44D5-8D6A-C73CEABF54CA}" type="presOf" srcId="{FC8D506A-AA93-4910-AFDC-6D053E2C54EA}" destId="{81FA3C6A-83F4-4D7E-8B63-D83786A1CE3F}" srcOrd="0" destOrd="0" presId="urn:microsoft.com/office/officeart/2005/8/layout/list1"/>
    <dgm:cxn modelId="{39B5AFF2-367E-4ED1-918F-04CD0C443E3A}" srcId="{FC8D506A-AA93-4910-AFDC-6D053E2C54EA}" destId="{59DEA2D4-1343-447C-9D3F-D7060FEABCE2}" srcOrd="2" destOrd="0" parTransId="{B22C6AD6-534A-4C89-936E-295E9B97351B}" sibTransId="{8039D715-47D7-4661-9D2E-29B6DB78E322}"/>
    <dgm:cxn modelId="{8A093D95-77BD-45AF-8C6D-A030F514D603}" type="presParOf" srcId="{81FA3C6A-83F4-4D7E-8B63-D83786A1CE3F}" destId="{2047AB10-B645-4054-AB85-3BCD4C8A25B7}" srcOrd="0" destOrd="0" presId="urn:microsoft.com/office/officeart/2005/8/layout/list1"/>
    <dgm:cxn modelId="{BC1B1E99-B81D-4C9D-9D40-EB8A35BAEE8D}" type="presParOf" srcId="{2047AB10-B645-4054-AB85-3BCD4C8A25B7}" destId="{78251E94-D6C5-4223-963F-A1E622A844A7}" srcOrd="0" destOrd="0" presId="urn:microsoft.com/office/officeart/2005/8/layout/list1"/>
    <dgm:cxn modelId="{18F29FB6-9210-4C19-A1AE-9A371C052C42}" type="presParOf" srcId="{2047AB10-B645-4054-AB85-3BCD4C8A25B7}" destId="{2EC4D5E7-A8FF-4A5F-AAE8-3CDF015F1605}" srcOrd="1" destOrd="0" presId="urn:microsoft.com/office/officeart/2005/8/layout/list1"/>
    <dgm:cxn modelId="{C6DCAD6D-E9B5-4CDD-9D2F-3A915733D13F}" type="presParOf" srcId="{81FA3C6A-83F4-4D7E-8B63-D83786A1CE3F}" destId="{0001C914-198E-4BEB-9919-86829BFF44E0}" srcOrd="1" destOrd="0" presId="urn:microsoft.com/office/officeart/2005/8/layout/list1"/>
    <dgm:cxn modelId="{843C5C69-8B4C-4617-A115-2CD7D40EBE72}" type="presParOf" srcId="{81FA3C6A-83F4-4D7E-8B63-D83786A1CE3F}" destId="{9BE95D50-19A7-46AA-BE40-380EA3110D06}" srcOrd="2" destOrd="0" presId="urn:microsoft.com/office/officeart/2005/8/layout/list1"/>
    <dgm:cxn modelId="{37A435E4-B2AC-4B02-B637-03F26DC74B3D}" type="presParOf" srcId="{81FA3C6A-83F4-4D7E-8B63-D83786A1CE3F}" destId="{EB3AE76B-D768-4575-8D01-F9855642F0AA}" srcOrd="3" destOrd="0" presId="urn:microsoft.com/office/officeart/2005/8/layout/list1"/>
    <dgm:cxn modelId="{E94E8103-9602-4F97-9AA4-A7A2A77ED981}" type="presParOf" srcId="{81FA3C6A-83F4-4D7E-8B63-D83786A1CE3F}" destId="{4DC4F5AA-BC24-453B-847D-446B1187A3CC}" srcOrd="4" destOrd="0" presId="urn:microsoft.com/office/officeart/2005/8/layout/list1"/>
    <dgm:cxn modelId="{7E67039B-42EB-44E6-8AE8-E27DEAB58BDE}" type="presParOf" srcId="{4DC4F5AA-BC24-453B-847D-446B1187A3CC}" destId="{712CA8D6-1E5A-461F-A73E-5B890748B0F6}" srcOrd="0" destOrd="0" presId="urn:microsoft.com/office/officeart/2005/8/layout/list1"/>
    <dgm:cxn modelId="{9623F45D-103C-4845-B69C-EF234F59CB5C}" type="presParOf" srcId="{4DC4F5AA-BC24-453B-847D-446B1187A3CC}" destId="{8B7870B4-99FE-4B14-A992-AFDFFF9AB5A5}" srcOrd="1" destOrd="0" presId="urn:microsoft.com/office/officeart/2005/8/layout/list1"/>
    <dgm:cxn modelId="{7B67CD2B-827D-42A8-B7BB-7DD9526F0566}" type="presParOf" srcId="{81FA3C6A-83F4-4D7E-8B63-D83786A1CE3F}" destId="{32D58FAC-2489-471C-B840-79B14892D781}" srcOrd="5" destOrd="0" presId="urn:microsoft.com/office/officeart/2005/8/layout/list1"/>
    <dgm:cxn modelId="{909C7DA9-7AFF-43D6-9C13-96C3E2319F0C}" type="presParOf" srcId="{81FA3C6A-83F4-4D7E-8B63-D83786A1CE3F}" destId="{ECD026D3-5F7F-4884-8A5A-10AB007F2FC4}" srcOrd="6" destOrd="0" presId="urn:microsoft.com/office/officeart/2005/8/layout/list1"/>
    <dgm:cxn modelId="{76EE898A-BD7C-4594-A90F-EDCD065B73F7}" type="presParOf" srcId="{81FA3C6A-83F4-4D7E-8B63-D83786A1CE3F}" destId="{B9396E6C-0658-40B4-947B-D5C3D2EC4B83}" srcOrd="7" destOrd="0" presId="urn:microsoft.com/office/officeart/2005/8/layout/list1"/>
    <dgm:cxn modelId="{F926061F-97FB-4B8C-A36A-9EBC0051D61D}" type="presParOf" srcId="{81FA3C6A-83F4-4D7E-8B63-D83786A1CE3F}" destId="{7AD18F73-F9C6-4DCF-AA2C-BF2A038E5E79}" srcOrd="8" destOrd="0" presId="urn:microsoft.com/office/officeart/2005/8/layout/list1"/>
    <dgm:cxn modelId="{A86F4A28-A245-448B-AD3F-AE0BED22A4D3}" type="presParOf" srcId="{7AD18F73-F9C6-4DCF-AA2C-BF2A038E5E79}" destId="{2D565E71-F04A-4549-BA3F-EF919F53824B}" srcOrd="0" destOrd="0" presId="urn:microsoft.com/office/officeart/2005/8/layout/list1"/>
    <dgm:cxn modelId="{95AB429A-6BB1-497B-B1F2-0FA64610F0C5}" type="presParOf" srcId="{7AD18F73-F9C6-4DCF-AA2C-BF2A038E5E79}" destId="{B6FB233D-0AC9-4BA5-A4DB-596A03CBCFB8}" srcOrd="1" destOrd="0" presId="urn:microsoft.com/office/officeart/2005/8/layout/list1"/>
    <dgm:cxn modelId="{CE98702D-48E1-40C3-88C9-9E3122EB18E9}" type="presParOf" srcId="{81FA3C6A-83F4-4D7E-8B63-D83786A1CE3F}" destId="{A6E372FC-CF1E-4606-AAD8-84140BFF4886}" srcOrd="9" destOrd="0" presId="urn:microsoft.com/office/officeart/2005/8/layout/list1"/>
    <dgm:cxn modelId="{7E784F9B-11CD-4C65-B7D6-8CB84E47A9BD}" type="presParOf" srcId="{81FA3C6A-83F4-4D7E-8B63-D83786A1CE3F}" destId="{826B862D-0372-4F69-AA3C-F653B0F26669}" srcOrd="10" destOrd="0" presId="urn:microsoft.com/office/officeart/2005/8/layout/list1"/>
    <dgm:cxn modelId="{7AE113FF-64E3-4B0D-A432-3295AF34C450}" type="presParOf" srcId="{81FA3C6A-83F4-4D7E-8B63-D83786A1CE3F}" destId="{E236E441-D459-4A48-AB7B-FB1FAC423A4E}" srcOrd="11" destOrd="0" presId="urn:microsoft.com/office/officeart/2005/8/layout/list1"/>
    <dgm:cxn modelId="{8466D46D-5C86-42D6-890B-CD6F97D8D1C7}" type="presParOf" srcId="{81FA3C6A-83F4-4D7E-8B63-D83786A1CE3F}" destId="{67864268-9C0D-4BC3-976A-6DDAEA852EA9}" srcOrd="12" destOrd="0" presId="urn:microsoft.com/office/officeart/2005/8/layout/list1"/>
    <dgm:cxn modelId="{D4B17FA8-4432-4C73-91E7-C0EA382628EC}" type="presParOf" srcId="{67864268-9C0D-4BC3-976A-6DDAEA852EA9}" destId="{C703A0C0-D8DD-4439-AC52-FF405B41B931}" srcOrd="0" destOrd="0" presId="urn:microsoft.com/office/officeart/2005/8/layout/list1"/>
    <dgm:cxn modelId="{48D26125-929D-4A02-9F81-6EDB5BFF9AD0}" type="presParOf" srcId="{67864268-9C0D-4BC3-976A-6DDAEA852EA9}" destId="{887BF54A-2558-44F2-A111-8E0D16356071}" srcOrd="1" destOrd="0" presId="urn:microsoft.com/office/officeart/2005/8/layout/list1"/>
    <dgm:cxn modelId="{719EDD0B-2729-4D16-8AB7-E04317B5EB8B}" type="presParOf" srcId="{81FA3C6A-83F4-4D7E-8B63-D83786A1CE3F}" destId="{FC043F42-247A-4A3E-A2DB-A0A34EA76070}" srcOrd="13" destOrd="0" presId="urn:microsoft.com/office/officeart/2005/8/layout/list1"/>
    <dgm:cxn modelId="{8F5F8881-5EA9-434F-A6CA-BFAF4C5ABACD}" type="presParOf" srcId="{81FA3C6A-83F4-4D7E-8B63-D83786A1CE3F}" destId="{06AF7A26-A89C-40EF-A8F5-FC357124D209}"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B4A115B-701A-499A-9476-A39593694512}"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810249DD-6E1D-422B-ABDE-BD09566BC6DC}">
      <dgm:prSet phldrT="[Text]" custT="1"/>
      <dgm:spPr/>
      <dgm:t>
        <a:bodyPr/>
        <a:lstStyle/>
        <a:p>
          <a:r>
            <a:rPr lang="en-IN" sz="3200" b="1" dirty="0"/>
            <a:t>Some verbs are used almost exclusively in the passive voice. </a:t>
          </a:r>
        </a:p>
      </dgm:t>
    </dgm:pt>
    <dgm:pt modelId="{A7EA7C10-9DC8-4258-9DDD-800AEBA6B23F}" type="parTrans" cxnId="{19975277-5EF5-47EE-A2EC-CAAE39C22F88}">
      <dgm:prSet/>
      <dgm:spPr/>
      <dgm:t>
        <a:bodyPr/>
        <a:lstStyle/>
        <a:p>
          <a:endParaRPr lang="en-IN"/>
        </a:p>
      </dgm:t>
    </dgm:pt>
    <dgm:pt modelId="{100904E4-AB18-4728-80E0-0EA1BA19A1F8}" type="sibTrans" cxnId="{19975277-5EF5-47EE-A2EC-CAAE39C22F88}">
      <dgm:prSet/>
      <dgm:spPr/>
      <dgm:t>
        <a:bodyPr/>
        <a:lstStyle/>
        <a:p>
          <a:endParaRPr lang="en-IN"/>
        </a:p>
      </dgm:t>
    </dgm:pt>
    <dgm:pt modelId="{7E269DA8-2C4A-4F35-A18B-859B8698B2C7}">
      <dgm:prSet custT="1"/>
      <dgm:spPr/>
      <dgm:t>
        <a:bodyPr/>
        <a:lstStyle/>
        <a:p>
          <a:r>
            <a:rPr lang="en-IN" sz="3200" b="1" dirty="0"/>
            <a:t>This is the case with </a:t>
          </a:r>
          <a:r>
            <a:rPr lang="en-IN" sz="3200" b="1" i="1" dirty="0"/>
            <a:t>rumour</a:t>
          </a:r>
          <a:r>
            <a:rPr lang="en-IN" sz="3200" b="1" dirty="0"/>
            <a:t>, for example. The following passive sentences are possible:</a:t>
          </a:r>
        </a:p>
      </dgm:t>
    </dgm:pt>
    <dgm:pt modelId="{45DBD09E-A6F9-4666-B588-BCCEE2B7689B}" type="parTrans" cxnId="{006EDC90-1E74-464D-9E7D-F9F7D1D8D0E1}">
      <dgm:prSet/>
      <dgm:spPr/>
      <dgm:t>
        <a:bodyPr/>
        <a:lstStyle/>
        <a:p>
          <a:endParaRPr lang="en-IN"/>
        </a:p>
      </dgm:t>
    </dgm:pt>
    <dgm:pt modelId="{5A48AD4E-6B13-4599-B5C0-DA8E95603589}" type="sibTrans" cxnId="{006EDC90-1E74-464D-9E7D-F9F7D1D8D0E1}">
      <dgm:prSet/>
      <dgm:spPr/>
      <dgm:t>
        <a:bodyPr/>
        <a:lstStyle/>
        <a:p>
          <a:endParaRPr lang="en-IN"/>
        </a:p>
      </dgm:t>
    </dgm:pt>
    <dgm:pt modelId="{2A861AEF-DCE4-4CE4-AC05-D0F303401A16}">
      <dgm:prSet custT="1"/>
      <dgm:spPr/>
      <dgm:t>
        <a:bodyPr/>
        <a:lstStyle/>
        <a:p>
          <a:r>
            <a:rPr lang="en-IN" sz="3200" b="1" dirty="0"/>
            <a:t>He was rumoured to be a war veteran. / It was rumoured that he was a war veteran.</a:t>
          </a:r>
        </a:p>
      </dgm:t>
    </dgm:pt>
    <dgm:pt modelId="{194E52F7-2214-4890-B627-825B4601BAAF}" type="parTrans" cxnId="{C6F77118-3458-4361-86BC-57F5E576C7DA}">
      <dgm:prSet/>
      <dgm:spPr/>
      <dgm:t>
        <a:bodyPr/>
        <a:lstStyle/>
        <a:p>
          <a:endParaRPr lang="en-IN"/>
        </a:p>
      </dgm:t>
    </dgm:pt>
    <dgm:pt modelId="{DBD2787F-125F-4C56-BCBD-BC656DFFF1E9}" type="sibTrans" cxnId="{C6F77118-3458-4361-86BC-57F5E576C7DA}">
      <dgm:prSet/>
      <dgm:spPr/>
      <dgm:t>
        <a:bodyPr/>
        <a:lstStyle/>
        <a:p>
          <a:endParaRPr lang="en-IN"/>
        </a:p>
      </dgm:t>
    </dgm:pt>
    <dgm:pt modelId="{30AD7EE1-A1D4-46D4-AE02-993457D9F47F}">
      <dgm:prSet custT="1"/>
      <dgm:spPr/>
      <dgm:t>
        <a:bodyPr/>
        <a:lstStyle/>
        <a:p>
          <a:r>
            <a:rPr lang="en-IN" sz="3200" b="1" dirty="0"/>
            <a:t>but it is not possible to use the active counterpart </a:t>
          </a:r>
        </a:p>
      </dgm:t>
    </dgm:pt>
    <dgm:pt modelId="{B243BEF0-2811-4EBB-9F04-CA76424572A0}" type="parTrans" cxnId="{C5495F70-53BA-4F0B-BAC7-3DB321A1B16F}">
      <dgm:prSet/>
      <dgm:spPr/>
      <dgm:t>
        <a:bodyPr/>
        <a:lstStyle/>
        <a:p>
          <a:endParaRPr lang="en-IN"/>
        </a:p>
      </dgm:t>
    </dgm:pt>
    <dgm:pt modelId="{2C8C905C-F630-4E13-A679-59E3FD6411BE}" type="sibTrans" cxnId="{C5495F70-53BA-4F0B-BAC7-3DB321A1B16F}">
      <dgm:prSet/>
      <dgm:spPr/>
      <dgm:t>
        <a:bodyPr/>
        <a:lstStyle/>
        <a:p>
          <a:endParaRPr lang="en-IN"/>
        </a:p>
      </dgm:t>
    </dgm:pt>
    <dgm:pt modelId="{68C2EA49-A39D-4FA5-B05E-4BE11CE7FD69}">
      <dgm:prSet custT="1"/>
      <dgm:spPr/>
      <dgm:t>
        <a:bodyPr/>
        <a:lstStyle/>
        <a:p>
          <a:r>
            <a:rPr lang="en-IN" sz="3200" b="1" dirty="0"/>
            <a:t>*</a:t>
          </a:r>
          <a:r>
            <a:rPr lang="en-IN" sz="3200" b="1" i="1" dirty="0"/>
            <a:t>They rumoured that he was a war veteran.</a:t>
          </a:r>
          <a:endParaRPr lang="en-IN" sz="3200" b="1" dirty="0"/>
        </a:p>
      </dgm:t>
    </dgm:pt>
    <dgm:pt modelId="{1CA49974-A511-451E-80A5-FFB29B65EAE3}" type="parTrans" cxnId="{9427C3ED-0F1B-49DB-94FC-33A10B6BBD0D}">
      <dgm:prSet/>
      <dgm:spPr/>
      <dgm:t>
        <a:bodyPr/>
        <a:lstStyle/>
        <a:p>
          <a:endParaRPr lang="en-IN"/>
        </a:p>
      </dgm:t>
    </dgm:pt>
    <dgm:pt modelId="{D089BB7E-BBA0-4BBC-9502-8759D6E9DED6}" type="sibTrans" cxnId="{9427C3ED-0F1B-49DB-94FC-33A10B6BBD0D}">
      <dgm:prSet/>
      <dgm:spPr/>
      <dgm:t>
        <a:bodyPr/>
        <a:lstStyle/>
        <a:p>
          <a:endParaRPr lang="en-IN"/>
        </a:p>
      </dgm:t>
    </dgm:pt>
    <dgm:pt modelId="{4AFF7094-8E77-4942-A965-432A8C62663E}" type="pres">
      <dgm:prSet presAssocID="{FB4A115B-701A-499A-9476-A39593694512}" presName="linear" presStyleCnt="0">
        <dgm:presLayoutVars>
          <dgm:dir/>
          <dgm:animLvl val="lvl"/>
          <dgm:resizeHandles val="exact"/>
        </dgm:presLayoutVars>
      </dgm:prSet>
      <dgm:spPr/>
    </dgm:pt>
    <dgm:pt modelId="{163CA5D2-64EE-4BF1-B926-EC2DC267EFB1}" type="pres">
      <dgm:prSet presAssocID="{810249DD-6E1D-422B-ABDE-BD09566BC6DC}" presName="parentLin" presStyleCnt="0"/>
      <dgm:spPr/>
    </dgm:pt>
    <dgm:pt modelId="{36087DFF-AF29-437E-9381-9A393B7DD3C2}" type="pres">
      <dgm:prSet presAssocID="{810249DD-6E1D-422B-ABDE-BD09566BC6DC}" presName="parentLeftMargin" presStyleLbl="node1" presStyleIdx="0" presStyleCnt="5"/>
      <dgm:spPr/>
    </dgm:pt>
    <dgm:pt modelId="{70CAAF77-5EB4-4548-83DD-CA2B89E77DB0}" type="pres">
      <dgm:prSet presAssocID="{810249DD-6E1D-422B-ABDE-BD09566BC6DC}" presName="parentText" presStyleLbl="node1" presStyleIdx="0" presStyleCnt="5" custScaleX="142857">
        <dgm:presLayoutVars>
          <dgm:chMax val="0"/>
          <dgm:bulletEnabled val="1"/>
        </dgm:presLayoutVars>
      </dgm:prSet>
      <dgm:spPr/>
    </dgm:pt>
    <dgm:pt modelId="{7825DFAC-68E3-4039-8E6D-DCBE1B2F87C7}" type="pres">
      <dgm:prSet presAssocID="{810249DD-6E1D-422B-ABDE-BD09566BC6DC}" presName="negativeSpace" presStyleCnt="0"/>
      <dgm:spPr/>
    </dgm:pt>
    <dgm:pt modelId="{EFEA79B8-479B-4989-9762-D86D85D69581}" type="pres">
      <dgm:prSet presAssocID="{810249DD-6E1D-422B-ABDE-BD09566BC6DC}" presName="childText" presStyleLbl="conFgAcc1" presStyleIdx="0" presStyleCnt="5">
        <dgm:presLayoutVars>
          <dgm:bulletEnabled val="1"/>
        </dgm:presLayoutVars>
      </dgm:prSet>
      <dgm:spPr/>
    </dgm:pt>
    <dgm:pt modelId="{0A951A63-2281-4648-AA9D-53494FAA7D07}" type="pres">
      <dgm:prSet presAssocID="{100904E4-AB18-4728-80E0-0EA1BA19A1F8}" presName="spaceBetweenRectangles" presStyleCnt="0"/>
      <dgm:spPr/>
    </dgm:pt>
    <dgm:pt modelId="{88B03648-30CE-43F1-B5B7-4224CC893746}" type="pres">
      <dgm:prSet presAssocID="{7E269DA8-2C4A-4F35-A18B-859B8698B2C7}" presName="parentLin" presStyleCnt="0"/>
      <dgm:spPr/>
    </dgm:pt>
    <dgm:pt modelId="{E75CFB30-BC6B-4373-87DD-C3CA1D91702E}" type="pres">
      <dgm:prSet presAssocID="{7E269DA8-2C4A-4F35-A18B-859B8698B2C7}" presName="parentLeftMargin" presStyleLbl="node1" presStyleIdx="0" presStyleCnt="5"/>
      <dgm:spPr/>
    </dgm:pt>
    <dgm:pt modelId="{62817CB5-D889-450A-AFEB-3DF308B24401}" type="pres">
      <dgm:prSet presAssocID="{7E269DA8-2C4A-4F35-A18B-859B8698B2C7}" presName="parentText" presStyleLbl="node1" presStyleIdx="1" presStyleCnt="5" custScaleX="142857">
        <dgm:presLayoutVars>
          <dgm:chMax val="0"/>
          <dgm:bulletEnabled val="1"/>
        </dgm:presLayoutVars>
      </dgm:prSet>
      <dgm:spPr/>
    </dgm:pt>
    <dgm:pt modelId="{7AAB23D0-5E95-4685-8C7C-B230B698AF42}" type="pres">
      <dgm:prSet presAssocID="{7E269DA8-2C4A-4F35-A18B-859B8698B2C7}" presName="negativeSpace" presStyleCnt="0"/>
      <dgm:spPr/>
    </dgm:pt>
    <dgm:pt modelId="{9E053990-00D7-4C33-8DD9-BA1B3D055FF7}" type="pres">
      <dgm:prSet presAssocID="{7E269DA8-2C4A-4F35-A18B-859B8698B2C7}" presName="childText" presStyleLbl="conFgAcc1" presStyleIdx="1" presStyleCnt="5">
        <dgm:presLayoutVars>
          <dgm:bulletEnabled val="1"/>
        </dgm:presLayoutVars>
      </dgm:prSet>
      <dgm:spPr/>
    </dgm:pt>
    <dgm:pt modelId="{4938F1DE-0E17-43F1-85C6-E57541DBFE7D}" type="pres">
      <dgm:prSet presAssocID="{5A48AD4E-6B13-4599-B5C0-DA8E95603589}" presName="spaceBetweenRectangles" presStyleCnt="0"/>
      <dgm:spPr/>
    </dgm:pt>
    <dgm:pt modelId="{2AD80B85-CC51-48BC-891C-3D14FBFCB0B2}" type="pres">
      <dgm:prSet presAssocID="{2A861AEF-DCE4-4CE4-AC05-D0F303401A16}" presName="parentLin" presStyleCnt="0"/>
      <dgm:spPr/>
    </dgm:pt>
    <dgm:pt modelId="{DD5F67D4-63FE-4ECF-B1A2-C4A21D09E7A0}" type="pres">
      <dgm:prSet presAssocID="{2A861AEF-DCE4-4CE4-AC05-D0F303401A16}" presName="parentLeftMargin" presStyleLbl="node1" presStyleIdx="1" presStyleCnt="5"/>
      <dgm:spPr/>
    </dgm:pt>
    <dgm:pt modelId="{57387947-2520-463E-A5A1-C5A87EF21863}" type="pres">
      <dgm:prSet presAssocID="{2A861AEF-DCE4-4CE4-AC05-D0F303401A16}" presName="parentText" presStyleLbl="node1" presStyleIdx="2" presStyleCnt="5" custScaleX="142857">
        <dgm:presLayoutVars>
          <dgm:chMax val="0"/>
          <dgm:bulletEnabled val="1"/>
        </dgm:presLayoutVars>
      </dgm:prSet>
      <dgm:spPr/>
    </dgm:pt>
    <dgm:pt modelId="{ECC67AB9-8835-41AC-B787-DEC15DB8DB3D}" type="pres">
      <dgm:prSet presAssocID="{2A861AEF-DCE4-4CE4-AC05-D0F303401A16}" presName="negativeSpace" presStyleCnt="0"/>
      <dgm:spPr/>
    </dgm:pt>
    <dgm:pt modelId="{FD7C3561-654A-4632-8CA9-E34F83570B9C}" type="pres">
      <dgm:prSet presAssocID="{2A861AEF-DCE4-4CE4-AC05-D0F303401A16}" presName="childText" presStyleLbl="conFgAcc1" presStyleIdx="2" presStyleCnt="5">
        <dgm:presLayoutVars>
          <dgm:bulletEnabled val="1"/>
        </dgm:presLayoutVars>
      </dgm:prSet>
      <dgm:spPr/>
    </dgm:pt>
    <dgm:pt modelId="{ADE385BC-9A08-4BE0-8E7F-EDA12EDB70C3}" type="pres">
      <dgm:prSet presAssocID="{DBD2787F-125F-4C56-BCBD-BC656DFFF1E9}" presName="spaceBetweenRectangles" presStyleCnt="0"/>
      <dgm:spPr/>
    </dgm:pt>
    <dgm:pt modelId="{E1FE9DAB-8B82-4F41-BB05-E59013F5C93B}" type="pres">
      <dgm:prSet presAssocID="{30AD7EE1-A1D4-46D4-AE02-993457D9F47F}" presName="parentLin" presStyleCnt="0"/>
      <dgm:spPr/>
    </dgm:pt>
    <dgm:pt modelId="{DE929D72-56DF-4DD8-ACDA-CCBB7A129B7F}" type="pres">
      <dgm:prSet presAssocID="{30AD7EE1-A1D4-46D4-AE02-993457D9F47F}" presName="parentLeftMargin" presStyleLbl="node1" presStyleIdx="2" presStyleCnt="5"/>
      <dgm:spPr/>
    </dgm:pt>
    <dgm:pt modelId="{32A10472-D1FF-4B2F-840D-EE84A9953561}" type="pres">
      <dgm:prSet presAssocID="{30AD7EE1-A1D4-46D4-AE02-993457D9F47F}" presName="parentText" presStyleLbl="node1" presStyleIdx="3" presStyleCnt="5" custScaleX="142857">
        <dgm:presLayoutVars>
          <dgm:chMax val="0"/>
          <dgm:bulletEnabled val="1"/>
        </dgm:presLayoutVars>
      </dgm:prSet>
      <dgm:spPr/>
    </dgm:pt>
    <dgm:pt modelId="{20A8AF10-E6EA-4792-A569-8C7FC58F2731}" type="pres">
      <dgm:prSet presAssocID="{30AD7EE1-A1D4-46D4-AE02-993457D9F47F}" presName="negativeSpace" presStyleCnt="0"/>
      <dgm:spPr/>
    </dgm:pt>
    <dgm:pt modelId="{BE26D769-647D-4E6C-A52F-981FC3CE9C5B}" type="pres">
      <dgm:prSet presAssocID="{30AD7EE1-A1D4-46D4-AE02-993457D9F47F}" presName="childText" presStyleLbl="conFgAcc1" presStyleIdx="3" presStyleCnt="5">
        <dgm:presLayoutVars>
          <dgm:bulletEnabled val="1"/>
        </dgm:presLayoutVars>
      </dgm:prSet>
      <dgm:spPr/>
    </dgm:pt>
    <dgm:pt modelId="{3A214EA7-935E-4F5C-B06E-7D1FF320B509}" type="pres">
      <dgm:prSet presAssocID="{2C8C905C-F630-4E13-A679-59E3FD6411BE}" presName="spaceBetweenRectangles" presStyleCnt="0"/>
      <dgm:spPr/>
    </dgm:pt>
    <dgm:pt modelId="{BA3E1A7C-D5C9-4448-A6C2-1CF8BE926350}" type="pres">
      <dgm:prSet presAssocID="{68C2EA49-A39D-4FA5-B05E-4BE11CE7FD69}" presName="parentLin" presStyleCnt="0"/>
      <dgm:spPr/>
    </dgm:pt>
    <dgm:pt modelId="{297CE3C2-C937-4B80-9231-9EB02AC70C68}" type="pres">
      <dgm:prSet presAssocID="{68C2EA49-A39D-4FA5-B05E-4BE11CE7FD69}" presName="parentLeftMargin" presStyleLbl="node1" presStyleIdx="3" presStyleCnt="5"/>
      <dgm:spPr/>
    </dgm:pt>
    <dgm:pt modelId="{23E8C17D-4733-44DF-ABAB-F184FD86A0D1}" type="pres">
      <dgm:prSet presAssocID="{68C2EA49-A39D-4FA5-B05E-4BE11CE7FD69}" presName="parentText" presStyleLbl="node1" presStyleIdx="4" presStyleCnt="5" custScaleX="142857">
        <dgm:presLayoutVars>
          <dgm:chMax val="0"/>
          <dgm:bulletEnabled val="1"/>
        </dgm:presLayoutVars>
      </dgm:prSet>
      <dgm:spPr/>
    </dgm:pt>
    <dgm:pt modelId="{E9056B5A-0717-4BBE-B6A7-155E80551299}" type="pres">
      <dgm:prSet presAssocID="{68C2EA49-A39D-4FA5-B05E-4BE11CE7FD69}" presName="negativeSpace" presStyleCnt="0"/>
      <dgm:spPr/>
    </dgm:pt>
    <dgm:pt modelId="{07EB1F63-7088-49BC-B8BD-588F632A68F3}" type="pres">
      <dgm:prSet presAssocID="{68C2EA49-A39D-4FA5-B05E-4BE11CE7FD69}" presName="childText" presStyleLbl="conFgAcc1" presStyleIdx="4" presStyleCnt="5">
        <dgm:presLayoutVars>
          <dgm:bulletEnabled val="1"/>
        </dgm:presLayoutVars>
      </dgm:prSet>
      <dgm:spPr/>
    </dgm:pt>
  </dgm:ptLst>
  <dgm:cxnLst>
    <dgm:cxn modelId="{44C13F09-C4F9-41F5-851C-E0D85D68758B}" type="presOf" srcId="{FB4A115B-701A-499A-9476-A39593694512}" destId="{4AFF7094-8E77-4942-A965-432A8C62663E}" srcOrd="0" destOrd="0" presId="urn:microsoft.com/office/officeart/2005/8/layout/list1"/>
    <dgm:cxn modelId="{BE2D8C0A-4417-4C8D-ADAD-BCDBDEE83FA8}" type="presOf" srcId="{2A861AEF-DCE4-4CE4-AC05-D0F303401A16}" destId="{57387947-2520-463E-A5A1-C5A87EF21863}" srcOrd="1" destOrd="0" presId="urn:microsoft.com/office/officeart/2005/8/layout/list1"/>
    <dgm:cxn modelId="{69933611-A258-4661-9511-9F4A231EB01A}" type="presOf" srcId="{68C2EA49-A39D-4FA5-B05E-4BE11CE7FD69}" destId="{297CE3C2-C937-4B80-9231-9EB02AC70C68}" srcOrd="0" destOrd="0" presId="urn:microsoft.com/office/officeart/2005/8/layout/list1"/>
    <dgm:cxn modelId="{573C8315-771B-4C94-99C0-6BE7FE2A5DC0}" type="presOf" srcId="{30AD7EE1-A1D4-46D4-AE02-993457D9F47F}" destId="{DE929D72-56DF-4DD8-ACDA-CCBB7A129B7F}" srcOrd="0" destOrd="0" presId="urn:microsoft.com/office/officeart/2005/8/layout/list1"/>
    <dgm:cxn modelId="{C6F77118-3458-4361-86BC-57F5E576C7DA}" srcId="{FB4A115B-701A-499A-9476-A39593694512}" destId="{2A861AEF-DCE4-4CE4-AC05-D0F303401A16}" srcOrd="2" destOrd="0" parTransId="{194E52F7-2214-4890-B627-825B4601BAAF}" sibTransId="{DBD2787F-125F-4C56-BCBD-BC656DFFF1E9}"/>
    <dgm:cxn modelId="{01192C68-9B56-4127-A41F-41A26066B41D}" type="presOf" srcId="{30AD7EE1-A1D4-46D4-AE02-993457D9F47F}" destId="{32A10472-D1FF-4B2F-840D-EE84A9953561}" srcOrd="1" destOrd="0" presId="urn:microsoft.com/office/officeart/2005/8/layout/list1"/>
    <dgm:cxn modelId="{C5495F70-53BA-4F0B-BAC7-3DB321A1B16F}" srcId="{FB4A115B-701A-499A-9476-A39593694512}" destId="{30AD7EE1-A1D4-46D4-AE02-993457D9F47F}" srcOrd="3" destOrd="0" parTransId="{B243BEF0-2811-4EBB-9F04-CA76424572A0}" sibTransId="{2C8C905C-F630-4E13-A679-59E3FD6411BE}"/>
    <dgm:cxn modelId="{967CE951-DFE2-409D-9C83-17A77B4A8FED}" type="presOf" srcId="{810249DD-6E1D-422B-ABDE-BD09566BC6DC}" destId="{70CAAF77-5EB4-4548-83DD-CA2B89E77DB0}" srcOrd="1" destOrd="0" presId="urn:microsoft.com/office/officeart/2005/8/layout/list1"/>
    <dgm:cxn modelId="{19975277-5EF5-47EE-A2EC-CAAE39C22F88}" srcId="{FB4A115B-701A-499A-9476-A39593694512}" destId="{810249DD-6E1D-422B-ABDE-BD09566BC6DC}" srcOrd="0" destOrd="0" parTransId="{A7EA7C10-9DC8-4258-9DDD-800AEBA6B23F}" sibTransId="{100904E4-AB18-4728-80E0-0EA1BA19A1F8}"/>
    <dgm:cxn modelId="{2BE9777A-50D6-44F7-8717-6920A9060449}" type="presOf" srcId="{7E269DA8-2C4A-4F35-A18B-859B8698B2C7}" destId="{E75CFB30-BC6B-4373-87DD-C3CA1D91702E}" srcOrd="0" destOrd="0" presId="urn:microsoft.com/office/officeart/2005/8/layout/list1"/>
    <dgm:cxn modelId="{006EDC90-1E74-464D-9E7D-F9F7D1D8D0E1}" srcId="{FB4A115B-701A-499A-9476-A39593694512}" destId="{7E269DA8-2C4A-4F35-A18B-859B8698B2C7}" srcOrd="1" destOrd="0" parTransId="{45DBD09E-A6F9-4666-B588-BCCEE2B7689B}" sibTransId="{5A48AD4E-6B13-4599-B5C0-DA8E95603589}"/>
    <dgm:cxn modelId="{9EF3569E-05C0-4320-BF3D-FBD697E66E79}" type="presOf" srcId="{68C2EA49-A39D-4FA5-B05E-4BE11CE7FD69}" destId="{23E8C17D-4733-44DF-ABAB-F184FD86A0D1}" srcOrd="1" destOrd="0" presId="urn:microsoft.com/office/officeart/2005/8/layout/list1"/>
    <dgm:cxn modelId="{084DCA9E-4C3D-4F2E-8BC8-44DF2E6DE9C7}" type="presOf" srcId="{7E269DA8-2C4A-4F35-A18B-859B8698B2C7}" destId="{62817CB5-D889-450A-AFEB-3DF308B24401}" srcOrd="1" destOrd="0" presId="urn:microsoft.com/office/officeart/2005/8/layout/list1"/>
    <dgm:cxn modelId="{E96BBAEB-7306-4040-87E6-6875FC77B110}" type="presOf" srcId="{810249DD-6E1D-422B-ABDE-BD09566BC6DC}" destId="{36087DFF-AF29-437E-9381-9A393B7DD3C2}" srcOrd="0" destOrd="0" presId="urn:microsoft.com/office/officeart/2005/8/layout/list1"/>
    <dgm:cxn modelId="{B57EFAEC-7DEF-4903-BE49-AFCD4F0888F3}" type="presOf" srcId="{2A861AEF-DCE4-4CE4-AC05-D0F303401A16}" destId="{DD5F67D4-63FE-4ECF-B1A2-C4A21D09E7A0}" srcOrd="0" destOrd="0" presId="urn:microsoft.com/office/officeart/2005/8/layout/list1"/>
    <dgm:cxn modelId="{9427C3ED-0F1B-49DB-94FC-33A10B6BBD0D}" srcId="{FB4A115B-701A-499A-9476-A39593694512}" destId="{68C2EA49-A39D-4FA5-B05E-4BE11CE7FD69}" srcOrd="4" destOrd="0" parTransId="{1CA49974-A511-451E-80A5-FFB29B65EAE3}" sibTransId="{D089BB7E-BBA0-4BBC-9502-8759D6E9DED6}"/>
    <dgm:cxn modelId="{E7C4C197-23D8-4514-AE90-1287C2414D86}" type="presParOf" srcId="{4AFF7094-8E77-4942-A965-432A8C62663E}" destId="{163CA5D2-64EE-4BF1-B926-EC2DC267EFB1}" srcOrd="0" destOrd="0" presId="urn:microsoft.com/office/officeart/2005/8/layout/list1"/>
    <dgm:cxn modelId="{F3397022-85FF-4371-9E6E-E2ACBEA3E683}" type="presParOf" srcId="{163CA5D2-64EE-4BF1-B926-EC2DC267EFB1}" destId="{36087DFF-AF29-437E-9381-9A393B7DD3C2}" srcOrd="0" destOrd="0" presId="urn:microsoft.com/office/officeart/2005/8/layout/list1"/>
    <dgm:cxn modelId="{6AB84E6D-85FF-4060-920B-7CBD340E6786}" type="presParOf" srcId="{163CA5D2-64EE-4BF1-B926-EC2DC267EFB1}" destId="{70CAAF77-5EB4-4548-83DD-CA2B89E77DB0}" srcOrd="1" destOrd="0" presId="urn:microsoft.com/office/officeart/2005/8/layout/list1"/>
    <dgm:cxn modelId="{281B8EC0-CF30-4370-8B76-4EE7492656F9}" type="presParOf" srcId="{4AFF7094-8E77-4942-A965-432A8C62663E}" destId="{7825DFAC-68E3-4039-8E6D-DCBE1B2F87C7}" srcOrd="1" destOrd="0" presId="urn:microsoft.com/office/officeart/2005/8/layout/list1"/>
    <dgm:cxn modelId="{7B2C0ABD-9283-4CE8-BE77-4B953C212BAB}" type="presParOf" srcId="{4AFF7094-8E77-4942-A965-432A8C62663E}" destId="{EFEA79B8-479B-4989-9762-D86D85D69581}" srcOrd="2" destOrd="0" presId="urn:microsoft.com/office/officeart/2005/8/layout/list1"/>
    <dgm:cxn modelId="{773CA083-5AD8-4CF4-BB00-DD52B908FD00}" type="presParOf" srcId="{4AFF7094-8E77-4942-A965-432A8C62663E}" destId="{0A951A63-2281-4648-AA9D-53494FAA7D07}" srcOrd="3" destOrd="0" presId="urn:microsoft.com/office/officeart/2005/8/layout/list1"/>
    <dgm:cxn modelId="{785F44A4-98E4-4FE1-AD21-ED1B362DD6A8}" type="presParOf" srcId="{4AFF7094-8E77-4942-A965-432A8C62663E}" destId="{88B03648-30CE-43F1-B5B7-4224CC893746}" srcOrd="4" destOrd="0" presId="urn:microsoft.com/office/officeart/2005/8/layout/list1"/>
    <dgm:cxn modelId="{74997F30-1B90-4D06-9E6D-B840058B79DA}" type="presParOf" srcId="{88B03648-30CE-43F1-B5B7-4224CC893746}" destId="{E75CFB30-BC6B-4373-87DD-C3CA1D91702E}" srcOrd="0" destOrd="0" presId="urn:microsoft.com/office/officeart/2005/8/layout/list1"/>
    <dgm:cxn modelId="{34F51E54-9187-4C35-8EE9-6592DEC8E2E0}" type="presParOf" srcId="{88B03648-30CE-43F1-B5B7-4224CC893746}" destId="{62817CB5-D889-450A-AFEB-3DF308B24401}" srcOrd="1" destOrd="0" presId="urn:microsoft.com/office/officeart/2005/8/layout/list1"/>
    <dgm:cxn modelId="{FE43E180-2BA6-4B72-A951-F8D6E3275430}" type="presParOf" srcId="{4AFF7094-8E77-4942-A965-432A8C62663E}" destId="{7AAB23D0-5E95-4685-8C7C-B230B698AF42}" srcOrd="5" destOrd="0" presId="urn:microsoft.com/office/officeart/2005/8/layout/list1"/>
    <dgm:cxn modelId="{927ADD52-6664-45F7-A5CF-4F8DAA6B0855}" type="presParOf" srcId="{4AFF7094-8E77-4942-A965-432A8C62663E}" destId="{9E053990-00D7-4C33-8DD9-BA1B3D055FF7}" srcOrd="6" destOrd="0" presId="urn:microsoft.com/office/officeart/2005/8/layout/list1"/>
    <dgm:cxn modelId="{FE559BF4-572B-43BC-A7DE-4932E982F7C9}" type="presParOf" srcId="{4AFF7094-8E77-4942-A965-432A8C62663E}" destId="{4938F1DE-0E17-43F1-85C6-E57541DBFE7D}" srcOrd="7" destOrd="0" presId="urn:microsoft.com/office/officeart/2005/8/layout/list1"/>
    <dgm:cxn modelId="{60F5E227-A521-4F34-868B-E71021666D6D}" type="presParOf" srcId="{4AFF7094-8E77-4942-A965-432A8C62663E}" destId="{2AD80B85-CC51-48BC-891C-3D14FBFCB0B2}" srcOrd="8" destOrd="0" presId="urn:microsoft.com/office/officeart/2005/8/layout/list1"/>
    <dgm:cxn modelId="{D9B7B1B8-96DA-4D52-B49C-FC75ACB0E807}" type="presParOf" srcId="{2AD80B85-CC51-48BC-891C-3D14FBFCB0B2}" destId="{DD5F67D4-63FE-4ECF-B1A2-C4A21D09E7A0}" srcOrd="0" destOrd="0" presId="urn:microsoft.com/office/officeart/2005/8/layout/list1"/>
    <dgm:cxn modelId="{3F642D07-D7E4-4F9F-8161-8346CC756939}" type="presParOf" srcId="{2AD80B85-CC51-48BC-891C-3D14FBFCB0B2}" destId="{57387947-2520-463E-A5A1-C5A87EF21863}" srcOrd="1" destOrd="0" presId="urn:microsoft.com/office/officeart/2005/8/layout/list1"/>
    <dgm:cxn modelId="{A1B490F5-23E2-4830-8AB2-F350BA2BBECC}" type="presParOf" srcId="{4AFF7094-8E77-4942-A965-432A8C62663E}" destId="{ECC67AB9-8835-41AC-B787-DEC15DB8DB3D}" srcOrd="9" destOrd="0" presId="urn:microsoft.com/office/officeart/2005/8/layout/list1"/>
    <dgm:cxn modelId="{77FD654C-1235-4B1C-8371-BC3475BBEEE0}" type="presParOf" srcId="{4AFF7094-8E77-4942-A965-432A8C62663E}" destId="{FD7C3561-654A-4632-8CA9-E34F83570B9C}" srcOrd="10" destOrd="0" presId="urn:microsoft.com/office/officeart/2005/8/layout/list1"/>
    <dgm:cxn modelId="{81F4AFE2-6C12-43BE-9C53-07CCD9193DF7}" type="presParOf" srcId="{4AFF7094-8E77-4942-A965-432A8C62663E}" destId="{ADE385BC-9A08-4BE0-8E7F-EDA12EDB70C3}" srcOrd="11" destOrd="0" presId="urn:microsoft.com/office/officeart/2005/8/layout/list1"/>
    <dgm:cxn modelId="{E25C0553-8716-463B-9F8E-09216D820FBB}" type="presParOf" srcId="{4AFF7094-8E77-4942-A965-432A8C62663E}" destId="{E1FE9DAB-8B82-4F41-BB05-E59013F5C93B}" srcOrd="12" destOrd="0" presId="urn:microsoft.com/office/officeart/2005/8/layout/list1"/>
    <dgm:cxn modelId="{5AF05F71-61D5-4058-ADCC-5D4262B965DA}" type="presParOf" srcId="{E1FE9DAB-8B82-4F41-BB05-E59013F5C93B}" destId="{DE929D72-56DF-4DD8-ACDA-CCBB7A129B7F}" srcOrd="0" destOrd="0" presId="urn:microsoft.com/office/officeart/2005/8/layout/list1"/>
    <dgm:cxn modelId="{CC392477-46F1-48CA-AF4F-26B18C27ECF9}" type="presParOf" srcId="{E1FE9DAB-8B82-4F41-BB05-E59013F5C93B}" destId="{32A10472-D1FF-4B2F-840D-EE84A9953561}" srcOrd="1" destOrd="0" presId="urn:microsoft.com/office/officeart/2005/8/layout/list1"/>
    <dgm:cxn modelId="{6B61500E-FDDE-4C33-948D-A52FF03811D1}" type="presParOf" srcId="{4AFF7094-8E77-4942-A965-432A8C62663E}" destId="{20A8AF10-E6EA-4792-A569-8C7FC58F2731}" srcOrd="13" destOrd="0" presId="urn:microsoft.com/office/officeart/2005/8/layout/list1"/>
    <dgm:cxn modelId="{22BEDCC7-976E-42D5-9C13-02B5FBAD9E31}" type="presParOf" srcId="{4AFF7094-8E77-4942-A965-432A8C62663E}" destId="{BE26D769-647D-4E6C-A52F-981FC3CE9C5B}" srcOrd="14" destOrd="0" presId="urn:microsoft.com/office/officeart/2005/8/layout/list1"/>
    <dgm:cxn modelId="{7FF0119D-8957-409B-ADCA-EF27B0FF4A45}" type="presParOf" srcId="{4AFF7094-8E77-4942-A965-432A8C62663E}" destId="{3A214EA7-935E-4F5C-B06E-7D1FF320B509}" srcOrd="15" destOrd="0" presId="urn:microsoft.com/office/officeart/2005/8/layout/list1"/>
    <dgm:cxn modelId="{2CFAEE5B-4F9C-4230-AF9F-E3631D03D2DD}" type="presParOf" srcId="{4AFF7094-8E77-4942-A965-432A8C62663E}" destId="{BA3E1A7C-D5C9-4448-A6C2-1CF8BE926350}" srcOrd="16" destOrd="0" presId="urn:microsoft.com/office/officeart/2005/8/layout/list1"/>
    <dgm:cxn modelId="{299BCC27-BF21-4A3F-B1B2-0D93F4896B19}" type="presParOf" srcId="{BA3E1A7C-D5C9-4448-A6C2-1CF8BE926350}" destId="{297CE3C2-C937-4B80-9231-9EB02AC70C68}" srcOrd="0" destOrd="0" presId="urn:microsoft.com/office/officeart/2005/8/layout/list1"/>
    <dgm:cxn modelId="{26CEB135-8FEB-4CF1-9754-7B0D26F1F30B}" type="presParOf" srcId="{BA3E1A7C-D5C9-4448-A6C2-1CF8BE926350}" destId="{23E8C17D-4733-44DF-ABAB-F184FD86A0D1}" srcOrd="1" destOrd="0" presId="urn:microsoft.com/office/officeart/2005/8/layout/list1"/>
    <dgm:cxn modelId="{E9608426-0673-401B-A830-D8C4B7600542}" type="presParOf" srcId="{4AFF7094-8E77-4942-A965-432A8C62663E}" destId="{E9056B5A-0717-4BBE-B6A7-155E80551299}" srcOrd="17" destOrd="0" presId="urn:microsoft.com/office/officeart/2005/8/layout/list1"/>
    <dgm:cxn modelId="{95782001-BF1F-498C-9A09-231C854628DD}" type="presParOf" srcId="{4AFF7094-8E77-4942-A965-432A8C62663E}" destId="{07EB1F63-7088-49BC-B8BD-588F632A68F3}"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B4A115B-701A-499A-9476-A39593694512}"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05E1F386-E7C9-49F6-AF95-742F2E76CA54}">
      <dgm:prSet custT="1"/>
      <dgm:spPr/>
      <dgm:t>
        <a:bodyPr/>
        <a:lstStyle/>
        <a:p>
          <a:r>
            <a:rPr lang="en-IN" sz="2400" b="1" dirty="0">
              <a:solidFill>
                <a:schemeClr val="tx1"/>
              </a:solidFill>
            </a:rPr>
            <a:t>Another situation in which the passive uses a different construction than the active involves the verb </a:t>
          </a:r>
          <a:r>
            <a:rPr lang="en-IN" sz="2400" b="1" i="1" dirty="0">
              <a:solidFill>
                <a:schemeClr val="tx1"/>
              </a:solidFill>
            </a:rPr>
            <a:t>make</a:t>
          </a:r>
          <a:r>
            <a:rPr lang="en-IN" sz="2400" b="1" dirty="0">
              <a:solidFill>
                <a:schemeClr val="tx1"/>
              </a:solidFill>
            </a:rPr>
            <a:t>, meaning "compel". </a:t>
          </a:r>
        </a:p>
      </dgm:t>
    </dgm:pt>
    <dgm:pt modelId="{C3212032-4861-4638-95CE-BF1410CCDAB5}" type="parTrans" cxnId="{B4BC199D-6BBE-43C4-B589-27B58CF28A2A}">
      <dgm:prSet/>
      <dgm:spPr/>
      <dgm:t>
        <a:bodyPr/>
        <a:lstStyle/>
        <a:p>
          <a:endParaRPr lang="en-IN"/>
        </a:p>
      </dgm:t>
    </dgm:pt>
    <dgm:pt modelId="{37D8364D-8616-45CE-9E5E-ACF8BB7C1775}" type="sibTrans" cxnId="{B4BC199D-6BBE-43C4-B589-27B58CF28A2A}">
      <dgm:prSet/>
      <dgm:spPr/>
      <dgm:t>
        <a:bodyPr/>
        <a:lstStyle/>
        <a:p>
          <a:endParaRPr lang="en-IN"/>
        </a:p>
      </dgm:t>
    </dgm:pt>
    <dgm:pt modelId="{A02F295D-06ED-4ADD-B2C1-8187AEC252B8}">
      <dgm:prSet custT="1"/>
      <dgm:spPr/>
      <dgm:t>
        <a:bodyPr/>
        <a:lstStyle/>
        <a:p>
          <a:r>
            <a:rPr lang="en-IN" sz="2400" b="1" dirty="0">
              <a:solidFill>
                <a:schemeClr val="tx1"/>
              </a:solidFill>
            </a:rPr>
            <a:t>When this verb is used in the active voice it takes the bare infinitive (without the particle </a:t>
          </a:r>
          <a:r>
            <a:rPr lang="en-IN" sz="2400" b="1" i="1" dirty="0">
              <a:solidFill>
                <a:schemeClr val="tx1"/>
              </a:solidFill>
            </a:rPr>
            <a:t>to</a:t>
          </a:r>
          <a:r>
            <a:rPr lang="en-IN" sz="2400" b="1" dirty="0">
              <a:solidFill>
                <a:schemeClr val="tx1"/>
              </a:solidFill>
            </a:rPr>
            <a:t>), but in the passive voice it takes the </a:t>
          </a:r>
          <a:r>
            <a:rPr lang="en-IN" sz="2400" b="1" i="1" dirty="0">
              <a:solidFill>
                <a:schemeClr val="tx1"/>
              </a:solidFill>
            </a:rPr>
            <a:t>to</a:t>
          </a:r>
          <a:r>
            <a:rPr lang="en-IN" sz="2400" b="1" dirty="0">
              <a:solidFill>
                <a:schemeClr val="tx1"/>
              </a:solidFill>
            </a:rPr>
            <a:t>-infinitive. </a:t>
          </a:r>
        </a:p>
      </dgm:t>
    </dgm:pt>
    <dgm:pt modelId="{C8A826A1-3C25-41A8-8642-EBB4DFCE8763}" type="parTrans" cxnId="{EFB167E5-3329-4F5C-8997-40836749B2AC}">
      <dgm:prSet/>
      <dgm:spPr/>
      <dgm:t>
        <a:bodyPr/>
        <a:lstStyle/>
        <a:p>
          <a:endParaRPr lang="en-IN"/>
        </a:p>
      </dgm:t>
    </dgm:pt>
    <dgm:pt modelId="{0B1E1224-F019-409C-8214-565A09FEB892}" type="sibTrans" cxnId="{EFB167E5-3329-4F5C-8997-40836749B2AC}">
      <dgm:prSet/>
      <dgm:spPr/>
      <dgm:t>
        <a:bodyPr/>
        <a:lstStyle/>
        <a:p>
          <a:endParaRPr lang="en-IN"/>
        </a:p>
      </dgm:t>
    </dgm:pt>
    <dgm:pt modelId="{A786E28E-008C-4159-8D9B-041A247A7F4A}">
      <dgm:prSet custT="1"/>
      <dgm:spPr/>
      <dgm:t>
        <a:bodyPr/>
        <a:lstStyle/>
        <a:p>
          <a:r>
            <a:rPr lang="en-IN" sz="2800" b="1" dirty="0">
              <a:solidFill>
                <a:schemeClr val="tx1"/>
              </a:solidFill>
            </a:rPr>
            <a:t>They made Jane attend classes. (help, make, let, bid)</a:t>
          </a:r>
        </a:p>
        <a:p>
          <a:r>
            <a:rPr lang="en-IN" sz="2800" b="1" dirty="0">
              <a:solidFill>
                <a:schemeClr val="tx1"/>
              </a:solidFill>
            </a:rPr>
            <a:t>He helped me cook. He bid me open the window </a:t>
          </a:r>
        </a:p>
      </dgm:t>
    </dgm:pt>
    <dgm:pt modelId="{8E225A43-19B2-4D3D-AC25-341E9604739D}" type="parTrans" cxnId="{4487E40D-DD50-49AC-899E-B7123AAD15D8}">
      <dgm:prSet/>
      <dgm:spPr/>
      <dgm:t>
        <a:bodyPr/>
        <a:lstStyle/>
        <a:p>
          <a:endParaRPr lang="en-IN"/>
        </a:p>
      </dgm:t>
    </dgm:pt>
    <dgm:pt modelId="{ED032749-2D3D-43B1-A37E-C589F16E3F0E}" type="sibTrans" cxnId="{4487E40D-DD50-49AC-899E-B7123AAD15D8}">
      <dgm:prSet/>
      <dgm:spPr/>
      <dgm:t>
        <a:bodyPr/>
        <a:lstStyle/>
        <a:p>
          <a:endParaRPr lang="en-IN"/>
        </a:p>
      </dgm:t>
    </dgm:pt>
    <dgm:pt modelId="{BE88F238-E75B-4BD3-A42E-F5DF4C6D44B5}">
      <dgm:prSet custT="1"/>
      <dgm:spPr/>
      <dgm:t>
        <a:bodyPr/>
        <a:lstStyle/>
        <a:p>
          <a:r>
            <a:rPr lang="en-IN" sz="2800" b="1" dirty="0">
              <a:solidFill>
                <a:schemeClr val="tx1"/>
              </a:solidFill>
            </a:rPr>
            <a:t>Jane was made to attend classes. I was helped to cook. I was </a:t>
          </a:r>
          <a:r>
            <a:rPr lang="en-IN" sz="2800" b="1" dirty="0" err="1">
              <a:solidFill>
                <a:schemeClr val="tx1"/>
              </a:solidFill>
            </a:rPr>
            <a:t>baden</a:t>
          </a:r>
          <a:r>
            <a:rPr lang="en-IN" sz="2800" b="1" dirty="0">
              <a:solidFill>
                <a:schemeClr val="tx1"/>
              </a:solidFill>
            </a:rPr>
            <a:t> to open the window</a:t>
          </a:r>
        </a:p>
      </dgm:t>
    </dgm:pt>
    <dgm:pt modelId="{A4111042-F0FC-48E2-B080-96E5D46273BB}" type="parTrans" cxnId="{FF47A5EE-04E1-453D-B93C-EB59F56D12F4}">
      <dgm:prSet/>
      <dgm:spPr/>
      <dgm:t>
        <a:bodyPr/>
        <a:lstStyle/>
        <a:p>
          <a:endParaRPr lang="en-IN"/>
        </a:p>
      </dgm:t>
    </dgm:pt>
    <dgm:pt modelId="{AC225B56-D063-4F41-A192-F3DE6BE8FB38}" type="sibTrans" cxnId="{FF47A5EE-04E1-453D-B93C-EB59F56D12F4}">
      <dgm:prSet/>
      <dgm:spPr/>
      <dgm:t>
        <a:bodyPr/>
        <a:lstStyle/>
        <a:p>
          <a:endParaRPr lang="en-IN"/>
        </a:p>
      </dgm:t>
    </dgm:pt>
    <dgm:pt modelId="{4AFF7094-8E77-4942-A965-432A8C62663E}" type="pres">
      <dgm:prSet presAssocID="{FB4A115B-701A-499A-9476-A39593694512}" presName="linear" presStyleCnt="0">
        <dgm:presLayoutVars>
          <dgm:dir/>
          <dgm:animLvl val="lvl"/>
          <dgm:resizeHandles val="exact"/>
        </dgm:presLayoutVars>
      </dgm:prSet>
      <dgm:spPr/>
    </dgm:pt>
    <dgm:pt modelId="{F27EDC65-E5C8-4E30-B684-41D82F35E15A}" type="pres">
      <dgm:prSet presAssocID="{05E1F386-E7C9-49F6-AF95-742F2E76CA54}" presName="parentLin" presStyleCnt="0"/>
      <dgm:spPr/>
    </dgm:pt>
    <dgm:pt modelId="{F11835FA-6159-466D-A103-D8333BBC84AF}" type="pres">
      <dgm:prSet presAssocID="{05E1F386-E7C9-49F6-AF95-742F2E76CA54}" presName="parentLeftMargin" presStyleLbl="node1" presStyleIdx="0" presStyleCnt="4"/>
      <dgm:spPr/>
    </dgm:pt>
    <dgm:pt modelId="{8815088B-298F-4FBF-AA47-7E7751153D8B}" type="pres">
      <dgm:prSet presAssocID="{05E1F386-E7C9-49F6-AF95-742F2E76CA54}" presName="parentText" presStyleLbl="node1" presStyleIdx="0" presStyleCnt="4" custScaleX="142857">
        <dgm:presLayoutVars>
          <dgm:chMax val="0"/>
          <dgm:bulletEnabled val="1"/>
        </dgm:presLayoutVars>
      </dgm:prSet>
      <dgm:spPr/>
    </dgm:pt>
    <dgm:pt modelId="{DDF6808A-AA46-4965-8D59-F58CFA6AB10B}" type="pres">
      <dgm:prSet presAssocID="{05E1F386-E7C9-49F6-AF95-742F2E76CA54}" presName="negativeSpace" presStyleCnt="0"/>
      <dgm:spPr/>
    </dgm:pt>
    <dgm:pt modelId="{2823941F-2099-41DD-8034-6D1C78C4FAF2}" type="pres">
      <dgm:prSet presAssocID="{05E1F386-E7C9-49F6-AF95-742F2E76CA54}" presName="childText" presStyleLbl="conFgAcc1" presStyleIdx="0" presStyleCnt="4">
        <dgm:presLayoutVars>
          <dgm:bulletEnabled val="1"/>
        </dgm:presLayoutVars>
      </dgm:prSet>
      <dgm:spPr/>
    </dgm:pt>
    <dgm:pt modelId="{35AD0E88-6390-4A2E-998F-59BA78809C2B}" type="pres">
      <dgm:prSet presAssocID="{37D8364D-8616-45CE-9E5E-ACF8BB7C1775}" presName="spaceBetweenRectangles" presStyleCnt="0"/>
      <dgm:spPr/>
    </dgm:pt>
    <dgm:pt modelId="{43B87D4F-CAE8-4341-95CE-1D530C51819E}" type="pres">
      <dgm:prSet presAssocID="{A02F295D-06ED-4ADD-B2C1-8187AEC252B8}" presName="parentLin" presStyleCnt="0"/>
      <dgm:spPr/>
    </dgm:pt>
    <dgm:pt modelId="{0309E171-B70D-4D9B-BB91-1843930440C7}" type="pres">
      <dgm:prSet presAssocID="{A02F295D-06ED-4ADD-B2C1-8187AEC252B8}" presName="parentLeftMargin" presStyleLbl="node1" presStyleIdx="0" presStyleCnt="4"/>
      <dgm:spPr/>
    </dgm:pt>
    <dgm:pt modelId="{BE7B9139-79F4-4927-9290-531FDABCBDDE}" type="pres">
      <dgm:prSet presAssocID="{A02F295D-06ED-4ADD-B2C1-8187AEC252B8}" presName="parentText" presStyleLbl="node1" presStyleIdx="1" presStyleCnt="4" custScaleX="142857">
        <dgm:presLayoutVars>
          <dgm:chMax val="0"/>
          <dgm:bulletEnabled val="1"/>
        </dgm:presLayoutVars>
      </dgm:prSet>
      <dgm:spPr/>
    </dgm:pt>
    <dgm:pt modelId="{855F7F53-FDC9-448A-BBF0-227127EED3FC}" type="pres">
      <dgm:prSet presAssocID="{A02F295D-06ED-4ADD-B2C1-8187AEC252B8}" presName="negativeSpace" presStyleCnt="0"/>
      <dgm:spPr/>
    </dgm:pt>
    <dgm:pt modelId="{FC7BD97F-7D76-49E8-83D6-5DF6069BF4E5}" type="pres">
      <dgm:prSet presAssocID="{A02F295D-06ED-4ADD-B2C1-8187AEC252B8}" presName="childText" presStyleLbl="conFgAcc1" presStyleIdx="1" presStyleCnt="4">
        <dgm:presLayoutVars>
          <dgm:bulletEnabled val="1"/>
        </dgm:presLayoutVars>
      </dgm:prSet>
      <dgm:spPr/>
    </dgm:pt>
    <dgm:pt modelId="{851DA3AB-DF07-422D-9F8F-D749033D7088}" type="pres">
      <dgm:prSet presAssocID="{0B1E1224-F019-409C-8214-565A09FEB892}" presName="spaceBetweenRectangles" presStyleCnt="0"/>
      <dgm:spPr/>
    </dgm:pt>
    <dgm:pt modelId="{072127F8-D88F-4C1A-A5CD-25AF6A4AA4A5}" type="pres">
      <dgm:prSet presAssocID="{A786E28E-008C-4159-8D9B-041A247A7F4A}" presName="parentLin" presStyleCnt="0"/>
      <dgm:spPr/>
    </dgm:pt>
    <dgm:pt modelId="{B69BF8ED-9181-489E-803C-4FF267160976}" type="pres">
      <dgm:prSet presAssocID="{A786E28E-008C-4159-8D9B-041A247A7F4A}" presName="parentLeftMargin" presStyleLbl="node1" presStyleIdx="1" presStyleCnt="4"/>
      <dgm:spPr/>
    </dgm:pt>
    <dgm:pt modelId="{4D8427BF-42C6-48C8-8582-6D3E4A45369C}" type="pres">
      <dgm:prSet presAssocID="{A786E28E-008C-4159-8D9B-041A247A7F4A}" presName="parentText" presStyleLbl="node1" presStyleIdx="2" presStyleCnt="4" custScaleX="142857">
        <dgm:presLayoutVars>
          <dgm:chMax val="0"/>
          <dgm:bulletEnabled val="1"/>
        </dgm:presLayoutVars>
      </dgm:prSet>
      <dgm:spPr/>
    </dgm:pt>
    <dgm:pt modelId="{50E8901D-E5F2-4769-A84C-C59B709F23FD}" type="pres">
      <dgm:prSet presAssocID="{A786E28E-008C-4159-8D9B-041A247A7F4A}" presName="negativeSpace" presStyleCnt="0"/>
      <dgm:spPr/>
    </dgm:pt>
    <dgm:pt modelId="{E619B272-57BB-4A26-A557-0EE4E7BBF340}" type="pres">
      <dgm:prSet presAssocID="{A786E28E-008C-4159-8D9B-041A247A7F4A}" presName="childText" presStyleLbl="conFgAcc1" presStyleIdx="2" presStyleCnt="4">
        <dgm:presLayoutVars>
          <dgm:bulletEnabled val="1"/>
        </dgm:presLayoutVars>
      </dgm:prSet>
      <dgm:spPr/>
    </dgm:pt>
    <dgm:pt modelId="{EAEB5DF5-6921-475A-A286-6F67489BD40C}" type="pres">
      <dgm:prSet presAssocID="{ED032749-2D3D-43B1-A37E-C589F16E3F0E}" presName="spaceBetweenRectangles" presStyleCnt="0"/>
      <dgm:spPr/>
    </dgm:pt>
    <dgm:pt modelId="{0ACEAFDA-E3E8-475B-99C2-D48531D7BA4A}" type="pres">
      <dgm:prSet presAssocID="{BE88F238-E75B-4BD3-A42E-F5DF4C6D44B5}" presName="parentLin" presStyleCnt="0"/>
      <dgm:spPr/>
    </dgm:pt>
    <dgm:pt modelId="{3E09E0F8-9CB3-4A48-B7F9-C7115B934C10}" type="pres">
      <dgm:prSet presAssocID="{BE88F238-E75B-4BD3-A42E-F5DF4C6D44B5}" presName="parentLeftMargin" presStyleLbl="node1" presStyleIdx="2" presStyleCnt="4"/>
      <dgm:spPr/>
    </dgm:pt>
    <dgm:pt modelId="{A7A1EF5F-A96E-4DEE-B57F-7F43645A6497}" type="pres">
      <dgm:prSet presAssocID="{BE88F238-E75B-4BD3-A42E-F5DF4C6D44B5}" presName="parentText" presStyleLbl="node1" presStyleIdx="3" presStyleCnt="4" custScaleX="142857">
        <dgm:presLayoutVars>
          <dgm:chMax val="0"/>
          <dgm:bulletEnabled val="1"/>
        </dgm:presLayoutVars>
      </dgm:prSet>
      <dgm:spPr/>
    </dgm:pt>
    <dgm:pt modelId="{05FD1999-216C-4893-B26F-B8E6C55A35E5}" type="pres">
      <dgm:prSet presAssocID="{BE88F238-E75B-4BD3-A42E-F5DF4C6D44B5}" presName="negativeSpace" presStyleCnt="0"/>
      <dgm:spPr/>
    </dgm:pt>
    <dgm:pt modelId="{45C19B9B-A2D3-4A52-B5AE-EE0E96930C3A}" type="pres">
      <dgm:prSet presAssocID="{BE88F238-E75B-4BD3-A42E-F5DF4C6D44B5}" presName="childText" presStyleLbl="conFgAcc1" presStyleIdx="3" presStyleCnt="4">
        <dgm:presLayoutVars>
          <dgm:bulletEnabled val="1"/>
        </dgm:presLayoutVars>
      </dgm:prSet>
      <dgm:spPr/>
    </dgm:pt>
  </dgm:ptLst>
  <dgm:cxnLst>
    <dgm:cxn modelId="{44C13F09-C4F9-41F5-851C-E0D85D68758B}" type="presOf" srcId="{FB4A115B-701A-499A-9476-A39593694512}" destId="{4AFF7094-8E77-4942-A965-432A8C62663E}" srcOrd="0" destOrd="0" presId="urn:microsoft.com/office/officeart/2005/8/layout/list1"/>
    <dgm:cxn modelId="{4487E40D-DD50-49AC-899E-B7123AAD15D8}" srcId="{FB4A115B-701A-499A-9476-A39593694512}" destId="{A786E28E-008C-4159-8D9B-041A247A7F4A}" srcOrd="2" destOrd="0" parTransId="{8E225A43-19B2-4D3D-AC25-341E9604739D}" sibTransId="{ED032749-2D3D-43B1-A37E-C589F16E3F0E}"/>
    <dgm:cxn modelId="{C04B0820-474D-46A1-BC8A-14C294A93934}" type="presOf" srcId="{05E1F386-E7C9-49F6-AF95-742F2E76CA54}" destId="{8815088B-298F-4FBF-AA47-7E7751153D8B}" srcOrd="1" destOrd="0" presId="urn:microsoft.com/office/officeart/2005/8/layout/list1"/>
    <dgm:cxn modelId="{9457F743-431B-4A25-B5FA-A6944463C133}" type="presOf" srcId="{A02F295D-06ED-4ADD-B2C1-8187AEC252B8}" destId="{0309E171-B70D-4D9B-BB91-1843930440C7}" srcOrd="0" destOrd="0" presId="urn:microsoft.com/office/officeart/2005/8/layout/list1"/>
    <dgm:cxn modelId="{41535747-1033-4856-8A56-D119CBE6085A}" type="presOf" srcId="{BE88F238-E75B-4BD3-A42E-F5DF4C6D44B5}" destId="{3E09E0F8-9CB3-4A48-B7F9-C7115B934C10}" srcOrd="0" destOrd="0" presId="urn:microsoft.com/office/officeart/2005/8/layout/list1"/>
    <dgm:cxn modelId="{E5C3A782-479F-4873-AAC0-E610977A5E5E}" type="presOf" srcId="{A02F295D-06ED-4ADD-B2C1-8187AEC252B8}" destId="{BE7B9139-79F4-4927-9290-531FDABCBDDE}" srcOrd="1" destOrd="0" presId="urn:microsoft.com/office/officeart/2005/8/layout/list1"/>
    <dgm:cxn modelId="{989CD288-3D67-4F31-AF28-92CC59C375AB}" type="presOf" srcId="{A786E28E-008C-4159-8D9B-041A247A7F4A}" destId="{4D8427BF-42C6-48C8-8582-6D3E4A45369C}" srcOrd="1" destOrd="0" presId="urn:microsoft.com/office/officeart/2005/8/layout/list1"/>
    <dgm:cxn modelId="{B4BC199D-6BBE-43C4-B589-27B58CF28A2A}" srcId="{FB4A115B-701A-499A-9476-A39593694512}" destId="{05E1F386-E7C9-49F6-AF95-742F2E76CA54}" srcOrd="0" destOrd="0" parTransId="{C3212032-4861-4638-95CE-BF1410CCDAB5}" sibTransId="{37D8364D-8616-45CE-9E5E-ACF8BB7C1775}"/>
    <dgm:cxn modelId="{60DEAEBD-7200-41D3-BC7D-83E67136EB08}" type="presOf" srcId="{A786E28E-008C-4159-8D9B-041A247A7F4A}" destId="{B69BF8ED-9181-489E-803C-4FF267160976}" srcOrd="0" destOrd="0" presId="urn:microsoft.com/office/officeart/2005/8/layout/list1"/>
    <dgm:cxn modelId="{8AC735D8-09A1-4D1B-8696-7DC103E63DF5}" type="presOf" srcId="{BE88F238-E75B-4BD3-A42E-F5DF4C6D44B5}" destId="{A7A1EF5F-A96E-4DEE-B57F-7F43645A6497}" srcOrd="1" destOrd="0" presId="urn:microsoft.com/office/officeart/2005/8/layout/list1"/>
    <dgm:cxn modelId="{EFB167E5-3329-4F5C-8997-40836749B2AC}" srcId="{FB4A115B-701A-499A-9476-A39593694512}" destId="{A02F295D-06ED-4ADD-B2C1-8187AEC252B8}" srcOrd="1" destOrd="0" parTransId="{C8A826A1-3C25-41A8-8642-EBB4DFCE8763}" sibTransId="{0B1E1224-F019-409C-8214-565A09FEB892}"/>
    <dgm:cxn modelId="{4B1748EC-A856-40D2-A370-34C41F3F8F60}" type="presOf" srcId="{05E1F386-E7C9-49F6-AF95-742F2E76CA54}" destId="{F11835FA-6159-466D-A103-D8333BBC84AF}" srcOrd="0" destOrd="0" presId="urn:microsoft.com/office/officeart/2005/8/layout/list1"/>
    <dgm:cxn modelId="{FF47A5EE-04E1-453D-B93C-EB59F56D12F4}" srcId="{FB4A115B-701A-499A-9476-A39593694512}" destId="{BE88F238-E75B-4BD3-A42E-F5DF4C6D44B5}" srcOrd="3" destOrd="0" parTransId="{A4111042-F0FC-48E2-B080-96E5D46273BB}" sibTransId="{AC225B56-D063-4F41-A192-F3DE6BE8FB38}"/>
    <dgm:cxn modelId="{6C23EF29-E745-4CCD-9EDC-A3DDF56A3081}" type="presParOf" srcId="{4AFF7094-8E77-4942-A965-432A8C62663E}" destId="{F27EDC65-E5C8-4E30-B684-41D82F35E15A}" srcOrd="0" destOrd="0" presId="urn:microsoft.com/office/officeart/2005/8/layout/list1"/>
    <dgm:cxn modelId="{496DCBF4-8789-4E6F-8815-671D3FD39DA6}" type="presParOf" srcId="{F27EDC65-E5C8-4E30-B684-41D82F35E15A}" destId="{F11835FA-6159-466D-A103-D8333BBC84AF}" srcOrd="0" destOrd="0" presId="urn:microsoft.com/office/officeart/2005/8/layout/list1"/>
    <dgm:cxn modelId="{7DDC49D3-C333-4F89-8705-9A7AB3C52F55}" type="presParOf" srcId="{F27EDC65-E5C8-4E30-B684-41D82F35E15A}" destId="{8815088B-298F-4FBF-AA47-7E7751153D8B}" srcOrd="1" destOrd="0" presId="urn:microsoft.com/office/officeart/2005/8/layout/list1"/>
    <dgm:cxn modelId="{845EB598-C525-40E4-8235-837685E9E891}" type="presParOf" srcId="{4AFF7094-8E77-4942-A965-432A8C62663E}" destId="{DDF6808A-AA46-4965-8D59-F58CFA6AB10B}" srcOrd="1" destOrd="0" presId="urn:microsoft.com/office/officeart/2005/8/layout/list1"/>
    <dgm:cxn modelId="{80C3B311-44DE-4206-991F-6D08071D138F}" type="presParOf" srcId="{4AFF7094-8E77-4942-A965-432A8C62663E}" destId="{2823941F-2099-41DD-8034-6D1C78C4FAF2}" srcOrd="2" destOrd="0" presId="urn:microsoft.com/office/officeart/2005/8/layout/list1"/>
    <dgm:cxn modelId="{B4AC227A-E1BA-4B41-B834-94B8344B39AB}" type="presParOf" srcId="{4AFF7094-8E77-4942-A965-432A8C62663E}" destId="{35AD0E88-6390-4A2E-998F-59BA78809C2B}" srcOrd="3" destOrd="0" presId="urn:microsoft.com/office/officeart/2005/8/layout/list1"/>
    <dgm:cxn modelId="{C6F27966-9E4A-49F5-A5E3-28C7BB3788C6}" type="presParOf" srcId="{4AFF7094-8E77-4942-A965-432A8C62663E}" destId="{43B87D4F-CAE8-4341-95CE-1D530C51819E}" srcOrd="4" destOrd="0" presId="urn:microsoft.com/office/officeart/2005/8/layout/list1"/>
    <dgm:cxn modelId="{7A0EA8A7-075F-430F-A49F-7D8E4E4C83E5}" type="presParOf" srcId="{43B87D4F-CAE8-4341-95CE-1D530C51819E}" destId="{0309E171-B70D-4D9B-BB91-1843930440C7}" srcOrd="0" destOrd="0" presId="urn:microsoft.com/office/officeart/2005/8/layout/list1"/>
    <dgm:cxn modelId="{44503FED-7FF2-4031-8CF1-FDF2B0A6EE43}" type="presParOf" srcId="{43B87D4F-CAE8-4341-95CE-1D530C51819E}" destId="{BE7B9139-79F4-4927-9290-531FDABCBDDE}" srcOrd="1" destOrd="0" presId="urn:microsoft.com/office/officeart/2005/8/layout/list1"/>
    <dgm:cxn modelId="{2CAE5309-5C91-4781-BC39-979CEF921BF1}" type="presParOf" srcId="{4AFF7094-8E77-4942-A965-432A8C62663E}" destId="{855F7F53-FDC9-448A-BBF0-227127EED3FC}" srcOrd="5" destOrd="0" presId="urn:microsoft.com/office/officeart/2005/8/layout/list1"/>
    <dgm:cxn modelId="{78035937-E7D4-4DA5-8394-6803EAE26AAD}" type="presParOf" srcId="{4AFF7094-8E77-4942-A965-432A8C62663E}" destId="{FC7BD97F-7D76-49E8-83D6-5DF6069BF4E5}" srcOrd="6" destOrd="0" presId="urn:microsoft.com/office/officeart/2005/8/layout/list1"/>
    <dgm:cxn modelId="{676AE406-0866-4D3B-B5E6-16B6E058AF58}" type="presParOf" srcId="{4AFF7094-8E77-4942-A965-432A8C62663E}" destId="{851DA3AB-DF07-422D-9F8F-D749033D7088}" srcOrd="7" destOrd="0" presId="urn:microsoft.com/office/officeart/2005/8/layout/list1"/>
    <dgm:cxn modelId="{699B659F-F3CD-43DD-8A08-ADF2C76B579A}" type="presParOf" srcId="{4AFF7094-8E77-4942-A965-432A8C62663E}" destId="{072127F8-D88F-4C1A-A5CD-25AF6A4AA4A5}" srcOrd="8" destOrd="0" presId="urn:microsoft.com/office/officeart/2005/8/layout/list1"/>
    <dgm:cxn modelId="{4289795B-9457-4183-86ED-9F6147180D00}" type="presParOf" srcId="{072127F8-D88F-4C1A-A5CD-25AF6A4AA4A5}" destId="{B69BF8ED-9181-489E-803C-4FF267160976}" srcOrd="0" destOrd="0" presId="urn:microsoft.com/office/officeart/2005/8/layout/list1"/>
    <dgm:cxn modelId="{C7C4754B-C018-4176-A2E3-244F38BF7889}" type="presParOf" srcId="{072127F8-D88F-4C1A-A5CD-25AF6A4AA4A5}" destId="{4D8427BF-42C6-48C8-8582-6D3E4A45369C}" srcOrd="1" destOrd="0" presId="urn:microsoft.com/office/officeart/2005/8/layout/list1"/>
    <dgm:cxn modelId="{E5034D36-2821-4344-8463-37B6646FFBB8}" type="presParOf" srcId="{4AFF7094-8E77-4942-A965-432A8C62663E}" destId="{50E8901D-E5F2-4769-A84C-C59B709F23FD}" srcOrd="9" destOrd="0" presId="urn:microsoft.com/office/officeart/2005/8/layout/list1"/>
    <dgm:cxn modelId="{BDBBC646-08DA-48CE-9835-5C09B73751E2}" type="presParOf" srcId="{4AFF7094-8E77-4942-A965-432A8C62663E}" destId="{E619B272-57BB-4A26-A557-0EE4E7BBF340}" srcOrd="10" destOrd="0" presId="urn:microsoft.com/office/officeart/2005/8/layout/list1"/>
    <dgm:cxn modelId="{DCFE6B0E-65AB-4FAD-917B-878393EE2BEC}" type="presParOf" srcId="{4AFF7094-8E77-4942-A965-432A8C62663E}" destId="{EAEB5DF5-6921-475A-A286-6F67489BD40C}" srcOrd="11" destOrd="0" presId="urn:microsoft.com/office/officeart/2005/8/layout/list1"/>
    <dgm:cxn modelId="{90F8D879-10AC-4215-A5E3-72F9CDC042B0}" type="presParOf" srcId="{4AFF7094-8E77-4942-A965-432A8C62663E}" destId="{0ACEAFDA-E3E8-475B-99C2-D48531D7BA4A}" srcOrd="12" destOrd="0" presId="urn:microsoft.com/office/officeart/2005/8/layout/list1"/>
    <dgm:cxn modelId="{4F23E599-DA22-4D23-9569-91F249F5F4A2}" type="presParOf" srcId="{0ACEAFDA-E3E8-475B-99C2-D48531D7BA4A}" destId="{3E09E0F8-9CB3-4A48-B7F9-C7115B934C10}" srcOrd="0" destOrd="0" presId="urn:microsoft.com/office/officeart/2005/8/layout/list1"/>
    <dgm:cxn modelId="{8A6C1207-FB5A-42C9-8F08-C1F10833C08C}" type="presParOf" srcId="{0ACEAFDA-E3E8-475B-99C2-D48531D7BA4A}" destId="{A7A1EF5F-A96E-4DEE-B57F-7F43645A6497}" srcOrd="1" destOrd="0" presId="urn:microsoft.com/office/officeart/2005/8/layout/list1"/>
    <dgm:cxn modelId="{12F0698F-CD80-4BC6-9D8A-12E5A40635CB}" type="presParOf" srcId="{4AFF7094-8E77-4942-A965-432A8C62663E}" destId="{05FD1999-216C-4893-B26F-B8E6C55A35E5}" srcOrd="13" destOrd="0" presId="urn:microsoft.com/office/officeart/2005/8/layout/list1"/>
    <dgm:cxn modelId="{42F8E898-8687-470A-8222-82B30396AC2A}" type="presParOf" srcId="{4AFF7094-8E77-4942-A965-432A8C62663E}" destId="{45C19B9B-A2D3-4A52-B5AE-EE0E96930C3A}"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6084263-D22A-4DB1-8D1B-4515F46E9499}"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B8438EAB-7679-40F8-A1EC-C4D5B55BEE6E}">
      <dgm:prSet phldrT="[Text]" custT="1"/>
      <dgm:spPr>
        <a:solidFill>
          <a:schemeClr val="bg1"/>
        </a:solidFill>
      </dgm:spPr>
      <dgm:t>
        <a:bodyPr/>
        <a:lstStyle/>
        <a:p>
          <a:r>
            <a:rPr lang="en-IN" sz="2400" b="1" dirty="0">
              <a:solidFill>
                <a:schemeClr val="tx1"/>
              </a:solidFill>
            </a:rPr>
            <a:t>If the first verb takes a direct object ahead of the infinitive complement  then the passive voice may be used independently for either or both of the verbs:</a:t>
          </a:r>
          <a:endParaRPr lang="en-IN" sz="2400" dirty="0">
            <a:solidFill>
              <a:schemeClr val="tx1"/>
            </a:solidFill>
          </a:endParaRPr>
        </a:p>
      </dgm:t>
    </dgm:pt>
    <dgm:pt modelId="{B24ED41D-59BC-455E-8FE3-E9EAC25A2F9D}" type="parTrans" cxnId="{8B98BB00-CEC5-499C-AB43-7414C8817149}">
      <dgm:prSet/>
      <dgm:spPr/>
      <dgm:t>
        <a:bodyPr/>
        <a:lstStyle/>
        <a:p>
          <a:endParaRPr lang="en-IN"/>
        </a:p>
      </dgm:t>
    </dgm:pt>
    <dgm:pt modelId="{FEFA60B9-03CE-436E-A096-2B7358D34257}" type="sibTrans" cxnId="{8B98BB00-CEC5-499C-AB43-7414C8817149}">
      <dgm:prSet/>
      <dgm:spPr/>
      <dgm:t>
        <a:bodyPr/>
        <a:lstStyle/>
        <a:p>
          <a:endParaRPr lang="en-IN"/>
        </a:p>
      </dgm:t>
    </dgm:pt>
    <dgm:pt modelId="{01C2149F-8FB0-4E0C-96FB-2B2EBAFF4530}">
      <dgm:prSet custT="1"/>
      <dgm:spPr>
        <a:solidFill>
          <a:schemeClr val="bg1"/>
        </a:solidFill>
      </dgm:spPr>
      <dgm:t>
        <a:bodyPr/>
        <a:lstStyle/>
        <a:p>
          <a:r>
            <a:rPr lang="en-IN" sz="3200" dirty="0">
              <a:solidFill>
                <a:schemeClr val="tx1"/>
              </a:solidFill>
            </a:rPr>
            <a:t>We </a:t>
          </a:r>
          <a:r>
            <a:rPr lang="en-IN" sz="3200" b="1" dirty="0">
              <a:solidFill>
                <a:schemeClr val="tx1"/>
              </a:solidFill>
            </a:rPr>
            <a:t>expect you to complete </a:t>
          </a:r>
          <a:r>
            <a:rPr lang="en-IN" sz="3200" dirty="0">
              <a:solidFill>
                <a:schemeClr val="tx1"/>
              </a:solidFill>
            </a:rPr>
            <a:t>the project. (</a:t>
          </a:r>
          <a:r>
            <a:rPr lang="en-IN" sz="3200" i="1" dirty="0">
              <a:solidFill>
                <a:schemeClr val="tx1"/>
              </a:solidFill>
            </a:rPr>
            <a:t>you</a:t>
          </a:r>
          <a:r>
            <a:rPr lang="en-IN" sz="3200" dirty="0">
              <a:solidFill>
                <a:schemeClr val="tx1"/>
              </a:solidFill>
            </a:rPr>
            <a:t> is raised from subject of </a:t>
          </a:r>
          <a:r>
            <a:rPr lang="en-IN" sz="3200" i="1" dirty="0">
              <a:solidFill>
                <a:schemeClr val="tx1"/>
              </a:solidFill>
            </a:rPr>
            <a:t>complete</a:t>
          </a:r>
          <a:r>
            <a:rPr lang="en-IN" sz="3200" dirty="0">
              <a:solidFill>
                <a:schemeClr val="tx1"/>
              </a:solidFill>
            </a:rPr>
            <a:t> to object of </a:t>
          </a:r>
          <a:r>
            <a:rPr lang="en-IN" sz="3200" i="1" dirty="0">
              <a:solidFill>
                <a:schemeClr val="tx1"/>
              </a:solidFill>
            </a:rPr>
            <a:t>expect</a:t>
          </a:r>
          <a:r>
            <a:rPr lang="en-IN" sz="3200" dirty="0">
              <a:solidFill>
                <a:schemeClr val="tx1"/>
              </a:solidFill>
            </a:rPr>
            <a:t>)</a:t>
          </a:r>
        </a:p>
      </dgm:t>
    </dgm:pt>
    <dgm:pt modelId="{3E6F5598-24AF-4AE3-AE9D-0CA4296A6810}" type="parTrans" cxnId="{622EA4F0-D217-46E3-8C5D-A6B00736BE8A}">
      <dgm:prSet/>
      <dgm:spPr/>
      <dgm:t>
        <a:bodyPr/>
        <a:lstStyle/>
        <a:p>
          <a:endParaRPr lang="en-IN"/>
        </a:p>
      </dgm:t>
    </dgm:pt>
    <dgm:pt modelId="{95086359-32AD-49B9-B945-F7F81984FF0E}" type="sibTrans" cxnId="{622EA4F0-D217-46E3-8C5D-A6B00736BE8A}">
      <dgm:prSet/>
      <dgm:spPr/>
      <dgm:t>
        <a:bodyPr/>
        <a:lstStyle/>
        <a:p>
          <a:endParaRPr lang="en-IN"/>
        </a:p>
      </dgm:t>
    </dgm:pt>
    <dgm:pt modelId="{AE7606D5-1694-4F1B-936A-E18689200771}">
      <dgm:prSet custT="1"/>
      <dgm:spPr>
        <a:solidFill>
          <a:schemeClr val="bg1"/>
        </a:solidFill>
      </dgm:spPr>
      <dgm:t>
        <a:bodyPr/>
        <a:lstStyle/>
        <a:p>
          <a:r>
            <a:rPr lang="en-IN" sz="3200" dirty="0">
              <a:solidFill>
                <a:schemeClr val="tx1"/>
              </a:solidFill>
            </a:rPr>
            <a:t>You </a:t>
          </a:r>
          <a:r>
            <a:rPr lang="en-IN" sz="3200" b="1" dirty="0">
              <a:solidFill>
                <a:schemeClr val="tx1"/>
              </a:solidFill>
            </a:rPr>
            <a:t>are expected</a:t>
          </a:r>
          <a:r>
            <a:rPr lang="en-IN" sz="3200" dirty="0">
              <a:solidFill>
                <a:schemeClr val="tx1"/>
              </a:solidFill>
            </a:rPr>
            <a:t> to complete the project. (</a:t>
          </a:r>
          <a:r>
            <a:rPr lang="en-IN" sz="3200" b="1" dirty="0">
              <a:solidFill>
                <a:schemeClr val="tx1"/>
              </a:solidFill>
            </a:rPr>
            <a:t>passive voice</a:t>
          </a:r>
          <a:r>
            <a:rPr lang="en-IN" sz="3200" dirty="0">
              <a:solidFill>
                <a:schemeClr val="tx1"/>
              </a:solidFill>
            </a:rPr>
            <a:t> used for </a:t>
          </a:r>
          <a:r>
            <a:rPr lang="en-IN" sz="3200" i="1" dirty="0">
              <a:solidFill>
                <a:schemeClr val="tx1"/>
              </a:solidFill>
            </a:rPr>
            <a:t>expect</a:t>
          </a:r>
          <a:r>
            <a:rPr lang="en-IN" sz="3200" dirty="0">
              <a:solidFill>
                <a:schemeClr val="tx1"/>
              </a:solidFill>
            </a:rPr>
            <a:t>)</a:t>
          </a:r>
        </a:p>
      </dgm:t>
    </dgm:pt>
    <dgm:pt modelId="{425C5ECF-F7E4-4643-B234-645F11EAE4F3}" type="parTrans" cxnId="{350B08D3-3186-4F22-A85C-C49FCAD1E7EC}">
      <dgm:prSet/>
      <dgm:spPr/>
      <dgm:t>
        <a:bodyPr/>
        <a:lstStyle/>
        <a:p>
          <a:endParaRPr lang="en-IN"/>
        </a:p>
      </dgm:t>
    </dgm:pt>
    <dgm:pt modelId="{F106C8BD-CB7F-4253-A2B9-71054D10BA89}" type="sibTrans" cxnId="{350B08D3-3186-4F22-A85C-C49FCAD1E7EC}">
      <dgm:prSet/>
      <dgm:spPr/>
      <dgm:t>
        <a:bodyPr/>
        <a:lstStyle/>
        <a:p>
          <a:endParaRPr lang="en-IN"/>
        </a:p>
      </dgm:t>
    </dgm:pt>
    <dgm:pt modelId="{FC8A5AE8-D1B8-407B-B8F7-E8B1D84A09A6}">
      <dgm:prSet custT="1"/>
      <dgm:spPr>
        <a:solidFill>
          <a:schemeClr val="bg1"/>
        </a:solidFill>
      </dgm:spPr>
      <dgm:t>
        <a:bodyPr/>
        <a:lstStyle/>
        <a:p>
          <a:r>
            <a:rPr lang="en-IN" sz="3200" dirty="0">
              <a:solidFill>
                <a:schemeClr val="tx1"/>
              </a:solidFill>
            </a:rPr>
            <a:t>We expect the project to </a:t>
          </a:r>
          <a:r>
            <a:rPr lang="en-IN" sz="3200" b="1" dirty="0">
              <a:solidFill>
                <a:schemeClr val="tx1"/>
              </a:solidFill>
            </a:rPr>
            <a:t>be completed</a:t>
          </a:r>
          <a:r>
            <a:rPr lang="en-IN" sz="3200" dirty="0">
              <a:solidFill>
                <a:schemeClr val="tx1"/>
              </a:solidFill>
            </a:rPr>
            <a:t>. (passive voice used for </a:t>
          </a:r>
          <a:r>
            <a:rPr lang="en-IN" sz="3200" i="1" dirty="0">
              <a:solidFill>
                <a:schemeClr val="tx1"/>
              </a:solidFill>
            </a:rPr>
            <a:t>complete</a:t>
          </a:r>
          <a:r>
            <a:rPr lang="en-IN" sz="3200" dirty="0">
              <a:solidFill>
                <a:schemeClr val="tx1"/>
              </a:solidFill>
            </a:rPr>
            <a:t>; now </a:t>
          </a:r>
          <a:r>
            <a:rPr lang="en-IN" sz="3200" i="1" dirty="0">
              <a:solidFill>
                <a:schemeClr val="tx1"/>
              </a:solidFill>
            </a:rPr>
            <a:t>the project</a:t>
          </a:r>
          <a:r>
            <a:rPr lang="en-IN" sz="3200" dirty="0">
              <a:solidFill>
                <a:schemeClr val="tx1"/>
              </a:solidFill>
            </a:rPr>
            <a:t> is raised to object)</a:t>
          </a:r>
        </a:p>
      </dgm:t>
    </dgm:pt>
    <dgm:pt modelId="{5ACCFA6D-407B-4F88-B4EB-EE757F43FDBD}" type="parTrans" cxnId="{6FF177C8-8D3B-4B98-ADB9-DCBB9BE96414}">
      <dgm:prSet/>
      <dgm:spPr/>
      <dgm:t>
        <a:bodyPr/>
        <a:lstStyle/>
        <a:p>
          <a:endParaRPr lang="en-IN"/>
        </a:p>
      </dgm:t>
    </dgm:pt>
    <dgm:pt modelId="{CCF1FD9C-DF71-4B9C-BED6-2443496EA0D1}" type="sibTrans" cxnId="{6FF177C8-8D3B-4B98-ADB9-DCBB9BE96414}">
      <dgm:prSet/>
      <dgm:spPr/>
      <dgm:t>
        <a:bodyPr/>
        <a:lstStyle/>
        <a:p>
          <a:endParaRPr lang="en-IN"/>
        </a:p>
      </dgm:t>
    </dgm:pt>
    <dgm:pt modelId="{5F95C5B4-1F71-4070-ACFB-67E9FBD75089}">
      <dgm:prSet custT="1"/>
      <dgm:spPr>
        <a:solidFill>
          <a:schemeClr val="bg1"/>
        </a:solidFill>
      </dgm:spPr>
      <dgm:t>
        <a:bodyPr/>
        <a:lstStyle/>
        <a:p>
          <a:r>
            <a:rPr lang="en-IN" sz="3600" dirty="0">
              <a:solidFill>
                <a:schemeClr val="tx1"/>
              </a:solidFill>
            </a:rPr>
            <a:t>The project </a:t>
          </a:r>
          <a:r>
            <a:rPr lang="en-IN" sz="3600" b="1" dirty="0">
              <a:solidFill>
                <a:schemeClr val="tx1"/>
              </a:solidFill>
            </a:rPr>
            <a:t>is expected</a:t>
          </a:r>
          <a:r>
            <a:rPr lang="en-IN" sz="3600" dirty="0">
              <a:solidFill>
                <a:schemeClr val="tx1"/>
              </a:solidFill>
            </a:rPr>
            <a:t> to </a:t>
          </a:r>
          <a:r>
            <a:rPr lang="en-IN" sz="3600" b="1" dirty="0">
              <a:solidFill>
                <a:schemeClr val="tx1"/>
              </a:solidFill>
            </a:rPr>
            <a:t>be completed</a:t>
          </a:r>
          <a:r>
            <a:rPr lang="en-IN" sz="3600" dirty="0">
              <a:solidFill>
                <a:schemeClr val="tx1"/>
              </a:solidFill>
            </a:rPr>
            <a:t>. (double passive)</a:t>
          </a:r>
        </a:p>
      </dgm:t>
    </dgm:pt>
    <dgm:pt modelId="{7E6DD9D6-5B05-44E7-8B4C-D5F31AC263C5}" type="parTrans" cxnId="{2FEC4C34-3668-4032-9445-50AA8F00CE20}">
      <dgm:prSet/>
      <dgm:spPr/>
      <dgm:t>
        <a:bodyPr/>
        <a:lstStyle/>
        <a:p>
          <a:endParaRPr lang="en-IN"/>
        </a:p>
      </dgm:t>
    </dgm:pt>
    <dgm:pt modelId="{BDAC61EF-1BDE-4C2C-B83E-AAF31EC1702F}" type="sibTrans" cxnId="{2FEC4C34-3668-4032-9445-50AA8F00CE20}">
      <dgm:prSet/>
      <dgm:spPr/>
      <dgm:t>
        <a:bodyPr/>
        <a:lstStyle/>
        <a:p>
          <a:endParaRPr lang="en-IN"/>
        </a:p>
      </dgm:t>
    </dgm:pt>
    <dgm:pt modelId="{3F4C9464-F53F-40ED-A535-CCF733BCC2F3}" type="pres">
      <dgm:prSet presAssocID="{06084263-D22A-4DB1-8D1B-4515F46E9499}" presName="linear" presStyleCnt="0">
        <dgm:presLayoutVars>
          <dgm:dir/>
          <dgm:animLvl val="lvl"/>
          <dgm:resizeHandles val="exact"/>
        </dgm:presLayoutVars>
      </dgm:prSet>
      <dgm:spPr/>
    </dgm:pt>
    <dgm:pt modelId="{712C6B90-5D94-4C33-8B1E-E041D2439787}" type="pres">
      <dgm:prSet presAssocID="{B8438EAB-7679-40F8-A1EC-C4D5B55BEE6E}" presName="parentLin" presStyleCnt="0"/>
      <dgm:spPr/>
    </dgm:pt>
    <dgm:pt modelId="{6B05B00E-CA7F-462F-B89D-1B8731C5CA0F}" type="pres">
      <dgm:prSet presAssocID="{B8438EAB-7679-40F8-A1EC-C4D5B55BEE6E}" presName="parentLeftMargin" presStyleLbl="node1" presStyleIdx="0" presStyleCnt="5"/>
      <dgm:spPr/>
    </dgm:pt>
    <dgm:pt modelId="{6CA89D56-28F0-4067-850E-D7DD82E53A71}" type="pres">
      <dgm:prSet presAssocID="{B8438EAB-7679-40F8-A1EC-C4D5B55BEE6E}" presName="parentText" presStyleLbl="node1" presStyleIdx="0" presStyleCnt="5" custScaleX="142857">
        <dgm:presLayoutVars>
          <dgm:chMax val="0"/>
          <dgm:bulletEnabled val="1"/>
        </dgm:presLayoutVars>
      </dgm:prSet>
      <dgm:spPr/>
    </dgm:pt>
    <dgm:pt modelId="{355A4FD2-7E4E-40D7-B9C0-F02B0DF7C016}" type="pres">
      <dgm:prSet presAssocID="{B8438EAB-7679-40F8-A1EC-C4D5B55BEE6E}" presName="negativeSpace" presStyleCnt="0"/>
      <dgm:spPr/>
    </dgm:pt>
    <dgm:pt modelId="{7160BDC4-627B-4AE1-8EB0-871126936286}" type="pres">
      <dgm:prSet presAssocID="{B8438EAB-7679-40F8-A1EC-C4D5B55BEE6E}" presName="childText" presStyleLbl="conFgAcc1" presStyleIdx="0" presStyleCnt="5">
        <dgm:presLayoutVars>
          <dgm:bulletEnabled val="1"/>
        </dgm:presLayoutVars>
      </dgm:prSet>
      <dgm:spPr/>
    </dgm:pt>
    <dgm:pt modelId="{9BB3BAC4-8A09-4606-8FFB-202E74651EC3}" type="pres">
      <dgm:prSet presAssocID="{FEFA60B9-03CE-436E-A096-2B7358D34257}" presName="spaceBetweenRectangles" presStyleCnt="0"/>
      <dgm:spPr/>
    </dgm:pt>
    <dgm:pt modelId="{929F9C86-FD96-456F-B32E-F6A67E5874A2}" type="pres">
      <dgm:prSet presAssocID="{01C2149F-8FB0-4E0C-96FB-2B2EBAFF4530}" presName="parentLin" presStyleCnt="0"/>
      <dgm:spPr/>
    </dgm:pt>
    <dgm:pt modelId="{05AB6C92-5BFF-40CE-BDD8-98C2EFECC26C}" type="pres">
      <dgm:prSet presAssocID="{01C2149F-8FB0-4E0C-96FB-2B2EBAFF4530}" presName="parentLeftMargin" presStyleLbl="node1" presStyleIdx="0" presStyleCnt="5"/>
      <dgm:spPr/>
    </dgm:pt>
    <dgm:pt modelId="{FCB9725F-7625-4AE4-8F35-FF02D54D16A5}" type="pres">
      <dgm:prSet presAssocID="{01C2149F-8FB0-4E0C-96FB-2B2EBAFF4530}" presName="parentText" presStyleLbl="node1" presStyleIdx="1" presStyleCnt="5" custScaleX="142857">
        <dgm:presLayoutVars>
          <dgm:chMax val="0"/>
          <dgm:bulletEnabled val="1"/>
        </dgm:presLayoutVars>
      </dgm:prSet>
      <dgm:spPr/>
    </dgm:pt>
    <dgm:pt modelId="{4B69F4DD-1332-4C54-B984-A7A65D27042F}" type="pres">
      <dgm:prSet presAssocID="{01C2149F-8FB0-4E0C-96FB-2B2EBAFF4530}" presName="negativeSpace" presStyleCnt="0"/>
      <dgm:spPr/>
    </dgm:pt>
    <dgm:pt modelId="{A4701BA5-34C2-4928-B214-9D03274B65E0}" type="pres">
      <dgm:prSet presAssocID="{01C2149F-8FB0-4E0C-96FB-2B2EBAFF4530}" presName="childText" presStyleLbl="conFgAcc1" presStyleIdx="1" presStyleCnt="5">
        <dgm:presLayoutVars>
          <dgm:bulletEnabled val="1"/>
        </dgm:presLayoutVars>
      </dgm:prSet>
      <dgm:spPr/>
    </dgm:pt>
    <dgm:pt modelId="{8C40B3C9-80A4-41DC-8512-0C9A7C950004}" type="pres">
      <dgm:prSet presAssocID="{95086359-32AD-49B9-B945-F7F81984FF0E}" presName="spaceBetweenRectangles" presStyleCnt="0"/>
      <dgm:spPr/>
    </dgm:pt>
    <dgm:pt modelId="{3F38AAD7-CA43-4445-979E-B465EA558AD4}" type="pres">
      <dgm:prSet presAssocID="{AE7606D5-1694-4F1B-936A-E18689200771}" presName="parentLin" presStyleCnt="0"/>
      <dgm:spPr/>
    </dgm:pt>
    <dgm:pt modelId="{BC14258F-232C-4E9E-ADDF-A599B217CB8A}" type="pres">
      <dgm:prSet presAssocID="{AE7606D5-1694-4F1B-936A-E18689200771}" presName="parentLeftMargin" presStyleLbl="node1" presStyleIdx="1" presStyleCnt="5"/>
      <dgm:spPr/>
    </dgm:pt>
    <dgm:pt modelId="{46087106-BDB7-4091-9F61-50B44D3DB384}" type="pres">
      <dgm:prSet presAssocID="{AE7606D5-1694-4F1B-936A-E18689200771}" presName="parentText" presStyleLbl="node1" presStyleIdx="2" presStyleCnt="5" custScaleX="142857">
        <dgm:presLayoutVars>
          <dgm:chMax val="0"/>
          <dgm:bulletEnabled val="1"/>
        </dgm:presLayoutVars>
      </dgm:prSet>
      <dgm:spPr/>
    </dgm:pt>
    <dgm:pt modelId="{16443C96-426B-4773-B33D-D41EFFAFA90B}" type="pres">
      <dgm:prSet presAssocID="{AE7606D5-1694-4F1B-936A-E18689200771}" presName="negativeSpace" presStyleCnt="0"/>
      <dgm:spPr/>
    </dgm:pt>
    <dgm:pt modelId="{2ACA4411-D630-4524-B651-3B56BA05F1CE}" type="pres">
      <dgm:prSet presAssocID="{AE7606D5-1694-4F1B-936A-E18689200771}" presName="childText" presStyleLbl="conFgAcc1" presStyleIdx="2" presStyleCnt="5">
        <dgm:presLayoutVars>
          <dgm:bulletEnabled val="1"/>
        </dgm:presLayoutVars>
      </dgm:prSet>
      <dgm:spPr/>
    </dgm:pt>
    <dgm:pt modelId="{64D56182-3206-40DB-92A9-F9C0B68FC6FC}" type="pres">
      <dgm:prSet presAssocID="{F106C8BD-CB7F-4253-A2B9-71054D10BA89}" presName="spaceBetweenRectangles" presStyleCnt="0"/>
      <dgm:spPr/>
    </dgm:pt>
    <dgm:pt modelId="{5D104F11-7D55-46E7-822F-3EBA6B6B930D}" type="pres">
      <dgm:prSet presAssocID="{FC8A5AE8-D1B8-407B-B8F7-E8B1D84A09A6}" presName="parentLin" presStyleCnt="0"/>
      <dgm:spPr/>
    </dgm:pt>
    <dgm:pt modelId="{7D3C5B2D-C8E9-4455-9B22-D298D0B2EC26}" type="pres">
      <dgm:prSet presAssocID="{FC8A5AE8-D1B8-407B-B8F7-E8B1D84A09A6}" presName="parentLeftMargin" presStyleLbl="node1" presStyleIdx="2" presStyleCnt="5"/>
      <dgm:spPr/>
    </dgm:pt>
    <dgm:pt modelId="{C21AF452-9E1D-4ED2-9102-69FCC1FB2CF5}" type="pres">
      <dgm:prSet presAssocID="{FC8A5AE8-D1B8-407B-B8F7-E8B1D84A09A6}" presName="parentText" presStyleLbl="node1" presStyleIdx="3" presStyleCnt="5" custScaleX="142857">
        <dgm:presLayoutVars>
          <dgm:chMax val="0"/>
          <dgm:bulletEnabled val="1"/>
        </dgm:presLayoutVars>
      </dgm:prSet>
      <dgm:spPr/>
    </dgm:pt>
    <dgm:pt modelId="{BC1C7F24-3CF7-4EFC-8958-289A79C7AD03}" type="pres">
      <dgm:prSet presAssocID="{FC8A5AE8-D1B8-407B-B8F7-E8B1D84A09A6}" presName="negativeSpace" presStyleCnt="0"/>
      <dgm:spPr/>
    </dgm:pt>
    <dgm:pt modelId="{4BF13384-61CF-42AC-939A-8FB5A2568EE1}" type="pres">
      <dgm:prSet presAssocID="{FC8A5AE8-D1B8-407B-B8F7-E8B1D84A09A6}" presName="childText" presStyleLbl="conFgAcc1" presStyleIdx="3" presStyleCnt="5">
        <dgm:presLayoutVars>
          <dgm:bulletEnabled val="1"/>
        </dgm:presLayoutVars>
      </dgm:prSet>
      <dgm:spPr/>
    </dgm:pt>
    <dgm:pt modelId="{F62DCE6F-05FA-4E26-B9A8-E463CC986C13}" type="pres">
      <dgm:prSet presAssocID="{CCF1FD9C-DF71-4B9C-BED6-2443496EA0D1}" presName="spaceBetweenRectangles" presStyleCnt="0"/>
      <dgm:spPr/>
    </dgm:pt>
    <dgm:pt modelId="{5A1C3AFE-E83E-4C8C-9131-13F71A1DC3F6}" type="pres">
      <dgm:prSet presAssocID="{5F95C5B4-1F71-4070-ACFB-67E9FBD75089}" presName="parentLin" presStyleCnt="0"/>
      <dgm:spPr/>
    </dgm:pt>
    <dgm:pt modelId="{C5EF1DD5-7E41-4F5E-BF56-902CDAE70242}" type="pres">
      <dgm:prSet presAssocID="{5F95C5B4-1F71-4070-ACFB-67E9FBD75089}" presName="parentLeftMargin" presStyleLbl="node1" presStyleIdx="3" presStyleCnt="5"/>
      <dgm:spPr/>
    </dgm:pt>
    <dgm:pt modelId="{2A1912B6-6726-45C6-BC01-E55758D1BBFA}" type="pres">
      <dgm:prSet presAssocID="{5F95C5B4-1F71-4070-ACFB-67E9FBD75089}" presName="parentText" presStyleLbl="node1" presStyleIdx="4" presStyleCnt="5" custScaleX="142857">
        <dgm:presLayoutVars>
          <dgm:chMax val="0"/>
          <dgm:bulletEnabled val="1"/>
        </dgm:presLayoutVars>
      </dgm:prSet>
      <dgm:spPr/>
    </dgm:pt>
    <dgm:pt modelId="{23FA7176-0213-45B0-8FF4-34657BD35DEC}" type="pres">
      <dgm:prSet presAssocID="{5F95C5B4-1F71-4070-ACFB-67E9FBD75089}" presName="negativeSpace" presStyleCnt="0"/>
      <dgm:spPr/>
    </dgm:pt>
    <dgm:pt modelId="{9BBC76BC-1140-4E6C-AF08-BC4ED8F32849}" type="pres">
      <dgm:prSet presAssocID="{5F95C5B4-1F71-4070-ACFB-67E9FBD75089}" presName="childText" presStyleLbl="conFgAcc1" presStyleIdx="4" presStyleCnt="5">
        <dgm:presLayoutVars>
          <dgm:bulletEnabled val="1"/>
        </dgm:presLayoutVars>
      </dgm:prSet>
      <dgm:spPr/>
    </dgm:pt>
  </dgm:ptLst>
  <dgm:cxnLst>
    <dgm:cxn modelId="{8B98BB00-CEC5-499C-AB43-7414C8817149}" srcId="{06084263-D22A-4DB1-8D1B-4515F46E9499}" destId="{B8438EAB-7679-40F8-A1EC-C4D5B55BEE6E}" srcOrd="0" destOrd="0" parTransId="{B24ED41D-59BC-455E-8FE3-E9EAC25A2F9D}" sibTransId="{FEFA60B9-03CE-436E-A096-2B7358D34257}"/>
    <dgm:cxn modelId="{35CFA108-3550-4B86-9E52-04773A50FC60}" type="presOf" srcId="{FC8A5AE8-D1B8-407B-B8F7-E8B1D84A09A6}" destId="{C21AF452-9E1D-4ED2-9102-69FCC1FB2CF5}" srcOrd="1" destOrd="0" presId="urn:microsoft.com/office/officeart/2005/8/layout/list1"/>
    <dgm:cxn modelId="{AA757615-0AF2-4C93-B7E0-E847EBBE28A0}" type="presOf" srcId="{01C2149F-8FB0-4E0C-96FB-2B2EBAFF4530}" destId="{05AB6C92-5BFF-40CE-BDD8-98C2EFECC26C}" srcOrd="0" destOrd="0" presId="urn:microsoft.com/office/officeart/2005/8/layout/list1"/>
    <dgm:cxn modelId="{7F92002C-7CF9-4A6B-99CF-E148E2750127}" type="presOf" srcId="{5F95C5B4-1F71-4070-ACFB-67E9FBD75089}" destId="{2A1912B6-6726-45C6-BC01-E55758D1BBFA}" srcOrd="1" destOrd="0" presId="urn:microsoft.com/office/officeart/2005/8/layout/list1"/>
    <dgm:cxn modelId="{2FEC4C34-3668-4032-9445-50AA8F00CE20}" srcId="{06084263-D22A-4DB1-8D1B-4515F46E9499}" destId="{5F95C5B4-1F71-4070-ACFB-67E9FBD75089}" srcOrd="4" destOrd="0" parTransId="{7E6DD9D6-5B05-44E7-8B4C-D5F31AC263C5}" sibTransId="{BDAC61EF-1BDE-4C2C-B83E-AAF31EC1702F}"/>
    <dgm:cxn modelId="{D6CCA539-6C81-49FB-A2CC-AC9982821A25}" type="presOf" srcId="{AE7606D5-1694-4F1B-936A-E18689200771}" destId="{46087106-BDB7-4091-9F61-50B44D3DB384}" srcOrd="1" destOrd="0" presId="urn:microsoft.com/office/officeart/2005/8/layout/list1"/>
    <dgm:cxn modelId="{D1E77756-CAD7-4480-BC55-69295C9116D1}" type="presOf" srcId="{B8438EAB-7679-40F8-A1EC-C4D5B55BEE6E}" destId="{6CA89D56-28F0-4067-850E-D7DD82E53A71}" srcOrd="1" destOrd="0" presId="urn:microsoft.com/office/officeart/2005/8/layout/list1"/>
    <dgm:cxn modelId="{B29ED47A-04F6-4106-961F-108037E83B5F}" type="presOf" srcId="{FC8A5AE8-D1B8-407B-B8F7-E8B1D84A09A6}" destId="{7D3C5B2D-C8E9-4455-9B22-D298D0B2EC26}" srcOrd="0" destOrd="0" presId="urn:microsoft.com/office/officeart/2005/8/layout/list1"/>
    <dgm:cxn modelId="{33E88C9B-F85E-4007-9CEB-1426C12C034D}" type="presOf" srcId="{5F95C5B4-1F71-4070-ACFB-67E9FBD75089}" destId="{C5EF1DD5-7E41-4F5E-BF56-902CDAE70242}" srcOrd="0" destOrd="0" presId="urn:microsoft.com/office/officeart/2005/8/layout/list1"/>
    <dgm:cxn modelId="{BB06CC9E-68DE-4D58-A2AB-DAACF09F69D7}" type="presOf" srcId="{01C2149F-8FB0-4E0C-96FB-2B2EBAFF4530}" destId="{FCB9725F-7625-4AE4-8F35-FF02D54D16A5}" srcOrd="1" destOrd="0" presId="urn:microsoft.com/office/officeart/2005/8/layout/list1"/>
    <dgm:cxn modelId="{6FF177C8-8D3B-4B98-ADB9-DCBB9BE96414}" srcId="{06084263-D22A-4DB1-8D1B-4515F46E9499}" destId="{FC8A5AE8-D1B8-407B-B8F7-E8B1D84A09A6}" srcOrd="3" destOrd="0" parTransId="{5ACCFA6D-407B-4F88-B4EB-EE757F43FDBD}" sibTransId="{CCF1FD9C-DF71-4B9C-BED6-2443496EA0D1}"/>
    <dgm:cxn modelId="{350B08D3-3186-4F22-A85C-C49FCAD1E7EC}" srcId="{06084263-D22A-4DB1-8D1B-4515F46E9499}" destId="{AE7606D5-1694-4F1B-936A-E18689200771}" srcOrd="2" destOrd="0" parTransId="{425C5ECF-F7E4-4643-B234-645F11EAE4F3}" sibTransId="{F106C8BD-CB7F-4253-A2B9-71054D10BA89}"/>
    <dgm:cxn modelId="{8172ECDC-18C6-4FCF-9334-958534D2A0E6}" type="presOf" srcId="{AE7606D5-1694-4F1B-936A-E18689200771}" destId="{BC14258F-232C-4E9E-ADDF-A599B217CB8A}" srcOrd="0" destOrd="0" presId="urn:microsoft.com/office/officeart/2005/8/layout/list1"/>
    <dgm:cxn modelId="{CFCEE2E4-6500-4326-BFCB-445A0681F16B}" type="presOf" srcId="{B8438EAB-7679-40F8-A1EC-C4D5B55BEE6E}" destId="{6B05B00E-CA7F-462F-B89D-1B8731C5CA0F}" srcOrd="0" destOrd="0" presId="urn:microsoft.com/office/officeart/2005/8/layout/list1"/>
    <dgm:cxn modelId="{C44960EC-1FEA-446D-949A-011B4236A936}" type="presOf" srcId="{06084263-D22A-4DB1-8D1B-4515F46E9499}" destId="{3F4C9464-F53F-40ED-A535-CCF733BCC2F3}" srcOrd="0" destOrd="0" presId="urn:microsoft.com/office/officeart/2005/8/layout/list1"/>
    <dgm:cxn modelId="{622EA4F0-D217-46E3-8C5D-A6B00736BE8A}" srcId="{06084263-D22A-4DB1-8D1B-4515F46E9499}" destId="{01C2149F-8FB0-4E0C-96FB-2B2EBAFF4530}" srcOrd="1" destOrd="0" parTransId="{3E6F5598-24AF-4AE3-AE9D-0CA4296A6810}" sibTransId="{95086359-32AD-49B9-B945-F7F81984FF0E}"/>
    <dgm:cxn modelId="{2334EA53-A72E-4110-852C-F89D917F98C3}" type="presParOf" srcId="{3F4C9464-F53F-40ED-A535-CCF733BCC2F3}" destId="{712C6B90-5D94-4C33-8B1E-E041D2439787}" srcOrd="0" destOrd="0" presId="urn:microsoft.com/office/officeart/2005/8/layout/list1"/>
    <dgm:cxn modelId="{241D8D73-3CC9-47F9-A47C-E7F4F0096A66}" type="presParOf" srcId="{712C6B90-5D94-4C33-8B1E-E041D2439787}" destId="{6B05B00E-CA7F-462F-B89D-1B8731C5CA0F}" srcOrd="0" destOrd="0" presId="urn:microsoft.com/office/officeart/2005/8/layout/list1"/>
    <dgm:cxn modelId="{BF15640D-C05E-4707-9AA5-0FDE78B07262}" type="presParOf" srcId="{712C6B90-5D94-4C33-8B1E-E041D2439787}" destId="{6CA89D56-28F0-4067-850E-D7DD82E53A71}" srcOrd="1" destOrd="0" presId="urn:microsoft.com/office/officeart/2005/8/layout/list1"/>
    <dgm:cxn modelId="{D40E21A5-3059-45AA-978A-BA2A6E6F3E46}" type="presParOf" srcId="{3F4C9464-F53F-40ED-A535-CCF733BCC2F3}" destId="{355A4FD2-7E4E-40D7-B9C0-F02B0DF7C016}" srcOrd="1" destOrd="0" presId="urn:microsoft.com/office/officeart/2005/8/layout/list1"/>
    <dgm:cxn modelId="{F7AFA5BE-77C1-43E1-BD07-7346FB95F63D}" type="presParOf" srcId="{3F4C9464-F53F-40ED-A535-CCF733BCC2F3}" destId="{7160BDC4-627B-4AE1-8EB0-871126936286}" srcOrd="2" destOrd="0" presId="urn:microsoft.com/office/officeart/2005/8/layout/list1"/>
    <dgm:cxn modelId="{5EEB66B1-E744-4482-816A-EFEA0D95EF17}" type="presParOf" srcId="{3F4C9464-F53F-40ED-A535-CCF733BCC2F3}" destId="{9BB3BAC4-8A09-4606-8FFB-202E74651EC3}" srcOrd="3" destOrd="0" presId="urn:microsoft.com/office/officeart/2005/8/layout/list1"/>
    <dgm:cxn modelId="{74770FB5-1377-4B9D-B946-B9468B4860B7}" type="presParOf" srcId="{3F4C9464-F53F-40ED-A535-CCF733BCC2F3}" destId="{929F9C86-FD96-456F-B32E-F6A67E5874A2}" srcOrd="4" destOrd="0" presId="urn:microsoft.com/office/officeart/2005/8/layout/list1"/>
    <dgm:cxn modelId="{958F9F98-E6B2-4122-81DC-7938C81427D8}" type="presParOf" srcId="{929F9C86-FD96-456F-B32E-F6A67E5874A2}" destId="{05AB6C92-5BFF-40CE-BDD8-98C2EFECC26C}" srcOrd="0" destOrd="0" presId="urn:microsoft.com/office/officeart/2005/8/layout/list1"/>
    <dgm:cxn modelId="{3B1D42BD-DA54-4B09-A946-13EF153BD1C0}" type="presParOf" srcId="{929F9C86-FD96-456F-B32E-F6A67E5874A2}" destId="{FCB9725F-7625-4AE4-8F35-FF02D54D16A5}" srcOrd="1" destOrd="0" presId="urn:microsoft.com/office/officeart/2005/8/layout/list1"/>
    <dgm:cxn modelId="{4266C11D-3191-4452-934E-CD0DE8323D74}" type="presParOf" srcId="{3F4C9464-F53F-40ED-A535-CCF733BCC2F3}" destId="{4B69F4DD-1332-4C54-B984-A7A65D27042F}" srcOrd="5" destOrd="0" presId="urn:microsoft.com/office/officeart/2005/8/layout/list1"/>
    <dgm:cxn modelId="{4A623542-9DAD-48CE-ACDE-255308ACA4C4}" type="presParOf" srcId="{3F4C9464-F53F-40ED-A535-CCF733BCC2F3}" destId="{A4701BA5-34C2-4928-B214-9D03274B65E0}" srcOrd="6" destOrd="0" presId="urn:microsoft.com/office/officeart/2005/8/layout/list1"/>
    <dgm:cxn modelId="{928AA4B9-CA27-486D-8C0D-845EB261BF1E}" type="presParOf" srcId="{3F4C9464-F53F-40ED-A535-CCF733BCC2F3}" destId="{8C40B3C9-80A4-41DC-8512-0C9A7C950004}" srcOrd="7" destOrd="0" presId="urn:microsoft.com/office/officeart/2005/8/layout/list1"/>
    <dgm:cxn modelId="{90B39FF3-BC28-435C-8119-F4347E7723B1}" type="presParOf" srcId="{3F4C9464-F53F-40ED-A535-CCF733BCC2F3}" destId="{3F38AAD7-CA43-4445-979E-B465EA558AD4}" srcOrd="8" destOrd="0" presId="urn:microsoft.com/office/officeart/2005/8/layout/list1"/>
    <dgm:cxn modelId="{48E80978-C5F0-4C20-985A-6939A6A4A169}" type="presParOf" srcId="{3F38AAD7-CA43-4445-979E-B465EA558AD4}" destId="{BC14258F-232C-4E9E-ADDF-A599B217CB8A}" srcOrd="0" destOrd="0" presId="urn:microsoft.com/office/officeart/2005/8/layout/list1"/>
    <dgm:cxn modelId="{9EC56991-068B-4076-8B79-F007DE62E1A4}" type="presParOf" srcId="{3F38AAD7-CA43-4445-979E-B465EA558AD4}" destId="{46087106-BDB7-4091-9F61-50B44D3DB384}" srcOrd="1" destOrd="0" presId="urn:microsoft.com/office/officeart/2005/8/layout/list1"/>
    <dgm:cxn modelId="{D909EDD6-04C4-4A3C-AA13-3295E2A6086A}" type="presParOf" srcId="{3F4C9464-F53F-40ED-A535-CCF733BCC2F3}" destId="{16443C96-426B-4773-B33D-D41EFFAFA90B}" srcOrd="9" destOrd="0" presId="urn:microsoft.com/office/officeart/2005/8/layout/list1"/>
    <dgm:cxn modelId="{99BF7F2B-1B5A-49B5-A7B8-6711335BBACB}" type="presParOf" srcId="{3F4C9464-F53F-40ED-A535-CCF733BCC2F3}" destId="{2ACA4411-D630-4524-B651-3B56BA05F1CE}" srcOrd="10" destOrd="0" presId="urn:microsoft.com/office/officeart/2005/8/layout/list1"/>
    <dgm:cxn modelId="{7C870C62-EC1F-4C16-9BE4-3C4B720F8F19}" type="presParOf" srcId="{3F4C9464-F53F-40ED-A535-CCF733BCC2F3}" destId="{64D56182-3206-40DB-92A9-F9C0B68FC6FC}" srcOrd="11" destOrd="0" presId="urn:microsoft.com/office/officeart/2005/8/layout/list1"/>
    <dgm:cxn modelId="{0DBBE6DE-8801-49BC-807A-806AED0B50A3}" type="presParOf" srcId="{3F4C9464-F53F-40ED-A535-CCF733BCC2F3}" destId="{5D104F11-7D55-46E7-822F-3EBA6B6B930D}" srcOrd="12" destOrd="0" presId="urn:microsoft.com/office/officeart/2005/8/layout/list1"/>
    <dgm:cxn modelId="{A7D97D33-941F-4CEA-AA61-FAC5337EF8B5}" type="presParOf" srcId="{5D104F11-7D55-46E7-822F-3EBA6B6B930D}" destId="{7D3C5B2D-C8E9-4455-9B22-D298D0B2EC26}" srcOrd="0" destOrd="0" presId="urn:microsoft.com/office/officeart/2005/8/layout/list1"/>
    <dgm:cxn modelId="{C55531EE-79D7-412E-BC22-FE2C7EB7F235}" type="presParOf" srcId="{5D104F11-7D55-46E7-822F-3EBA6B6B930D}" destId="{C21AF452-9E1D-4ED2-9102-69FCC1FB2CF5}" srcOrd="1" destOrd="0" presId="urn:microsoft.com/office/officeart/2005/8/layout/list1"/>
    <dgm:cxn modelId="{81623326-D2D8-40D6-B724-911EAAC0F811}" type="presParOf" srcId="{3F4C9464-F53F-40ED-A535-CCF733BCC2F3}" destId="{BC1C7F24-3CF7-4EFC-8958-289A79C7AD03}" srcOrd="13" destOrd="0" presId="urn:microsoft.com/office/officeart/2005/8/layout/list1"/>
    <dgm:cxn modelId="{6EDE872D-00E9-4787-8AB3-BC19C29B76EB}" type="presParOf" srcId="{3F4C9464-F53F-40ED-A535-CCF733BCC2F3}" destId="{4BF13384-61CF-42AC-939A-8FB5A2568EE1}" srcOrd="14" destOrd="0" presId="urn:microsoft.com/office/officeart/2005/8/layout/list1"/>
    <dgm:cxn modelId="{3246CF12-1AEA-4EAC-A394-3E579C7FA11E}" type="presParOf" srcId="{3F4C9464-F53F-40ED-A535-CCF733BCC2F3}" destId="{F62DCE6F-05FA-4E26-B9A8-E463CC986C13}" srcOrd="15" destOrd="0" presId="urn:microsoft.com/office/officeart/2005/8/layout/list1"/>
    <dgm:cxn modelId="{2B81843A-B3BB-4287-BF4C-926E2E435A8E}" type="presParOf" srcId="{3F4C9464-F53F-40ED-A535-CCF733BCC2F3}" destId="{5A1C3AFE-E83E-4C8C-9131-13F71A1DC3F6}" srcOrd="16" destOrd="0" presId="urn:microsoft.com/office/officeart/2005/8/layout/list1"/>
    <dgm:cxn modelId="{65C934C1-EC0F-4DA1-9808-BF2CEE679C4E}" type="presParOf" srcId="{5A1C3AFE-E83E-4C8C-9131-13F71A1DC3F6}" destId="{C5EF1DD5-7E41-4F5E-BF56-902CDAE70242}" srcOrd="0" destOrd="0" presId="urn:microsoft.com/office/officeart/2005/8/layout/list1"/>
    <dgm:cxn modelId="{86554110-601A-4E15-A205-6AE4145EC287}" type="presParOf" srcId="{5A1C3AFE-E83E-4C8C-9131-13F71A1DC3F6}" destId="{2A1912B6-6726-45C6-BC01-E55758D1BBFA}" srcOrd="1" destOrd="0" presId="urn:microsoft.com/office/officeart/2005/8/layout/list1"/>
    <dgm:cxn modelId="{61A0D8AD-3585-46E3-84A5-0A92057F7FA5}" type="presParOf" srcId="{3F4C9464-F53F-40ED-A535-CCF733BCC2F3}" destId="{23FA7176-0213-45B0-8FF4-34657BD35DEC}" srcOrd="17" destOrd="0" presId="urn:microsoft.com/office/officeart/2005/8/layout/list1"/>
    <dgm:cxn modelId="{3994D973-67E3-4268-97AF-33CA6DFFCF07}" type="presParOf" srcId="{3F4C9464-F53F-40ED-A535-CCF733BCC2F3}" destId="{9BBC76BC-1140-4E6C-AF08-BC4ED8F32849}"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8E4C20C-724A-46AC-A968-B5CF701F9C1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657594E5-3BAD-4928-B463-0C2F1CB2B96E}">
      <dgm:prSet phldrT="[Text]" custT="1"/>
      <dgm:spPr>
        <a:solidFill>
          <a:schemeClr val="bg1"/>
        </a:solidFill>
      </dgm:spPr>
      <dgm:t>
        <a:bodyPr/>
        <a:lstStyle/>
        <a:p>
          <a:r>
            <a:rPr lang="en-IN" sz="4400" dirty="0">
              <a:solidFill>
                <a:schemeClr val="tx1"/>
              </a:solidFill>
            </a:rPr>
            <a:t>We sometimes use the verb </a:t>
          </a:r>
          <a:r>
            <a:rPr lang="en-IN" sz="4400" b="1" i="1" dirty="0">
              <a:solidFill>
                <a:schemeClr val="tx1"/>
              </a:solidFill>
            </a:rPr>
            <a:t>get</a:t>
          </a:r>
          <a:r>
            <a:rPr lang="en-IN" sz="4400" dirty="0">
              <a:solidFill>
                <a:schemeClr val="tx1"/>
              </a:solidFill>
            </a:rPr>
            <a:t> to form the passive:</a:t>
          </a:r>
        </a:p>
      </dgm:t>
    </dgm:pt>
    <dgm:pt modelId="{859429E1-22DF-4546-84C8-1032E0C92880}" type="parTrans" cxnId="{3D0EB604-3F04-48E2-A16F-AB183FDFD5C7}">
      <dgm:prSet/>
      <dgm:spPr/>
      <dgm:t>
        <a:bodyPr/>
        <a:lstStyle/>
        <a:p>
          <a:endParaRPr lang="en-IN"/>
        </a:p>
      </dgm:t>
    </dgm:pt>
    <dgm:pt modelId="{0968141C-7905-4E3E-9439-C1364E5F4E46}" type="sibTrans" cxnId="{3D0EB604-3F04-48E2-A16F-AB183FDFD5C7}">
      <dgm:prSet/>
      <dgm:spPr/>
      <dgm:t>
        <a:bodyPr/>
        <a:lstStyle/>
        <a:p>
          <a:endParaRPr lang="en-IN"/>
        </a:p>
      </dgm:t>
    </dgm:pt>
    <dgm:pt modelId="{57CFF9BB-DF8D-4C24-B991-BB231AE6707C}">
      <dgm:prSet custT="1"/>
      <dgm:spPr>
        <a:solidFill>
          <a:schemeClr val="bg1"/>
        </a:solidFill>
      </dgm:spPr>
      <dgm:t>
        <a:bodyPr/>
        <a:lstStyle/>
        <a:p>
          <a:r>
            <a:rPr lang="en-IN" sz="4400" dirty="0">
              <a:solidFill>
                <a:schemeClr val="tx1"/>
              </a:solidFill>
            </a:rPr>
            <a:t>Be careful with the glass. It might </a:t>
          </a:r>
          <a:r>
            <a:rPr lang="en-IN" sz="4400" b="1" dirty="0">
              <a:solidFill>
                <a:schemeClr val="tx1"/>
              </a:solidFill>
            </a:rPr>
            <a:t>get </a:t>
          </a:r>
          <a:r>
            <a:rPr lang="en-IN" sz="4400" dirty="0">
              <a:solidFill>
                <a:schemeClr val="tx1"/>
              </a:solidFill>
            </a:rPr>
            <a:t>broken.</a:t>
          </a:r>
          <a:br>
            <a:rPr lang="en-IN" sz="4400" dirty="0">
              <a:solidFill>
                <a:schemeClr val="tx1"/>
              </a:solidFill>
            </a:rPr>
          </a:br>
          <a:r>
            <a:rPr lang="en-IN" sz="4400" dirty="0">
              <a:solidFill>
                <a:schemeClr val="tx1"/>
              </a:solidFill>
            </a:rPr>
            <a:t>Peter </a:t>
          </a:r>
          <a:r>
            <a:rPr lang="en-IN" sz="4400" b="1" dirty="0">
              <a:solidFill>
                <a:schemeClr val="tx1"/>
              </a:solidFill>
            </a:rPr>
            <a:t>got </a:t>
          </a:r>
          <a:r>
            <a:rPr lang="en-IN" sz="4400" dirty="0">
              <a:solidFill>
                <a:schemeClr val="tx1"/>
              </a:solidFill>
            </a:rPr>
            <a:t>hurt in a crash.</a:t>
          </a:r>
        </a:p>
      </dgm:t>
    </dgm:pt>
    <dgm:pt modelId="{788536B2-A0DE-4DA8-9B74-1FF8AA05A5EB}" type="parTrans" cxnId="{5CD1EA5F-FD3B-4379-B16B-5A5885D13A97}">
      <dgm:prSet/>
      <dgm:spPr/>
      <dgm:t>
        <a:bodyPr/>
        <a:lstStyle/>
        <a:p>
          <a:endParaRPr lang="en-IN"/>
        </a:p>
      </dgm:t>
    </dgm:pt>
    <dgm:pt modelId="{28E6BAAC-C67F-4D8E-B4FB-77C6CFB03DEF}" type="sibTrans" cxnId="{5CD1EA5F-FD3B-4379-B16B-5A5885D13A97}">
      <dgm:prSet/>
      <dgm:spPr/>
      <dgm:t>
        <a:bodyPr/>
        <a:lstStyle/>
        <a:p>
          <a:endParaRPr lang="en-IN"/>
        </a:p>
      </dgm:t>
    </dgm:pt>
    <dgm:pt modelId="{C38EB1D7-5A24-4473-B808-A9272D94CA07}" type="pres">
      <dgm:prSet presAssocID="{68E4C20C-724A-46AC-A968-B5CF701F9C1B}" presName="linear" presStyleCnt="0">
        <dgm:presLayoutVars>
          <dgm:dir/>
          <dgm:animLvl val="lvl"/>
          <dgm:resizeHandles val="exact"/>
        </dgm:presLayoutVars>
      </dgm:prSet>
      <dgm:spPr/>
    </dgm:pt>
    <dgm:pt modelId="{129BC963-9B30-4F1E-B358-FB7605D8924B}" type="pres">
      <dgm:prSet presAssocID="{657594E5-3BAD-4928-B463-0C2F1CB2B96E}" presName="parentLin" presStyleCnt="0"/>
      <dgm:spPr/>
    </dgm:pt>
    <dgm:pt modelId="{9B0A2748-4AB5-44BE-AA48-F3D85F14CAE8}" type="pres">
      <dgm:prSet presAssocID="{657594E5-3BAD-4928-B463-0C2F1CB2B96E}" presName="parentLeftMargin" presStyleLbl="node1" presStyleIdx="0" presStyleCnt="2"/>
      <dgm:spPr/>
    </dgm:pt>
    <dgm:pt modelId="{254704F0-9677-4F77-8531-C460D20ABBFD}" type="pres">
      <dgm:prSet presAssocID="{657594E5-3BAD-4928-B463-0C2F1CB2B96E}" presName="parentText" presStyleLbl="node1" presStyleIdx="0" presStyleCnt="2" custScaleX="142857">
        <dgm:presLayoutVars>
          <dgm:chMax val="0"/>
          <dgm:bulletEnabled val="1"/>
        </dgm:presLayoutVars>
      </dgm:prSet>
      <dgm:spPr/>
    </dgm:pt>
    <dgm:pt modelId="{2B1121BF-773E-4D21-B09E-A19BE15A8807}" type="pres">
      <dgm:prSet presAssocID="{657594E5-3BAD-4928-B463-0C2F1CB2B96E}" presName="negativeSpace" presStyleCnt="0"/>
      <dgm:spPr/>
    </dgm:pt>
    <dgm:pt modelId="{7A4E7393-AD75-4EC4-B3F1-E90E05A42376}" type="pres">
      <dgm:prSet presAssocID="{657594E5-3BAD-4928-B463-0C2F1CB2B96E}" presName="childText" presStyleLbl="conFgAcc1" presStyleIdx="0" presStyleCnt="2">
        <dgm:presLayoutVars>
          <dgm:bulletEnabled val="1"/>
        </dgm:presLayoutVars>
      </dgm:prSet>
      <dgm:spPr/>
    </dgm:pt>
    <dgm:pt modelId="{B7F613EE-8747-4F57-84C3-54E811642B59}" type="pres">
      <dgm:prSet presAssocID="{0968141C-7905-4E3E-9439-C1364E5F4E46}" presName="spaceBetweenRectangles" presStyleCnt="0"/>
      <dgm:spPr/>
    </dgm:pt>
    <dgm:pt modelId="{D8440D02-264C-4BD8-B5A9-2388B5BCA3AC}" type="pres">
      <dgm:prSet presAssocID="{57CFF9BB-DF8D-4C24-B991-BB231AE6707C}" presName="parentLin" presStyleCnt="0"/>
      <dgm:spPr/>
    </dgm:pt>
    <dgm:pt modelId="{E599011B-F776-464E-A1B2-0CA9E13BF45F}" type="pres">
      <dgm:prSet presAssocID="{57CFF9BB-DF8D-4C24-B991-BB231AE6707C}" presName="parentLeftMargin" presStyleLbl="node1" presStyleIdx="0" presStyleCnt="2"/>
      <dgm:spPr/>
    </dgm:pt>
    <dgm:pt modelId="{2C17FC3F-7C79-40BC-804C-971599501BF2}" type="pres">
      <dgm:prSet presAssocID="{57CFF9BB-DF8D-4C24-B991-BB231AE6707C}" presName="parentText" presStyleLbl="node1" presStyleIdx="1" presStyleCnt="2" custScaleX="142857">
        <dgm:presLayoutVars>
          <dgm:chMax val="0"/>
          <dgm:bulletEnabled val="1"/>
        </dgm:presLayoutVars>
      </dgm:prSet>
      <dgm:spPr/>
    </dgm:pt>
    <dgm:pt modelId="{3E1D1A43-5636-410E-992D-A76E4596A8BF}" type="pres">
      <dgm:prSet presAssocID="{57CFF9BB-DF8D-4C24-B991-BB231AE6707C}" presName="negativeSpace" presStyleCnt="0"/>
      <dgm:spPr/>
    </dgm:pt>
    <dgm:pt modelId="{873881DC-9BBC-4445-A07F-0412011395B7}" type="pres">
      <dgm:prSet presAssocID="{57CFF9BB-DF8D-4C24-B991-BB231AE6707C}" presName="childText" presStyleLbl="conFgAcc1" presStyleIdx="1" presStyleCnt="2">
        <dgm:presLayoutVars>
          <dgm:bulletEnabled val="1"/>
        </dgm:presLayoutVars>
      </dgm:prSet>
      <dgm:spPr/>
    </dgm:pt>
  </dgm:ptLst>
  <dgm:cxnLst>
    <dgm:cxn modelId="{3D0EB604-3F04-48E2-A16F-AB183FDFD5C7}" srcId="{68E4C20C-724A-46AC-A968-B5CF701F9C1B}" destId="{657594E5-3BAD-4928-B463-0C2F1CB2B96E}" srcOrd="0" destOrd="0" parTransId="{859429E1-22DF-4546-84C8-1032E0C92880}" sibTransId="{0968141C-7905-4E3E-9439-C1364E5F4E46}"/>
    <dgm:cxn modelId="{324F8D39-1B01-4FCE-9920-5BA0A3A684AE}" type="presOf" srcId="{657594E5-3BAD-4928-B463-0C2F1CB2B96E}" destId="{254704F0-9677-4F77-8531-C460D20ABBFD}" srcOrd="1" destOrd="0" presId="urn:microsoft.com/office/officeart/2005/8/layout/list1"/>
    <dgm:cxn modelId="{5CD1EA5F-FD3B-4379-B16B-5A5885D13A97}" srcId="{68E4C20C-724A-46AC-A968-B5CF701F9C1B}" destId="{57CFF9BB-DF8D-4C24-B991-BB231AE6707C}" srcOrd="1" destOrd="0" parTransId="{788536B2-A0DE-4DA8-9B74-1FF8AA05A5EB}" sibTransId="{28E6BAAC-C67F-4D8E-B4FB-77C6CFB03DEF}"/>
    <dgm:cxn modelId="{A77DCE47-4275-4CD1-BF0F-CE005FFF77E8}" type="presOf" srcId="{57CFF9BB-DF8D-4C24-B991-BB231AE6707C}" destId="{2C17FC3F-7C79-40BC-804C-971599501BF2}" srcOrd="1" destOrd="0" presId="urn:microsoft.com/office/officeart/2005/8/layout/list1"/>
    <dgm:cxn modelId="{2E774B72-D268-4130-99CE-F51ADDDC11F0}" type="presOf" srcId="{57CFF9BB-DF8D-4C24-B991-BB231AE6707C}" destId="{E599011B-F776-464E-A1B2-0CA9E13BF45F}" srcOrd="0" destOrd="0" presId="urn:microsoft.com/office/officeart/2005/8/layout/list1"/>
    <dgm:cxn modelId="{233461D7-109A-42BE-A381-FF130A5A23A3}" type="presOf" srcId="{657594E5-3BAD-4928-B463-0C2F1CB2B96E}" destId="{9B0A2748-4AB5-44BE-AA48-F3D85F14CAE8}" srcOrd="0" destOrd="0" presId="urn:microsoft.com/office/officeart/2005/8/layout/list1"/>
    <dgm:cxn modelId="{EF42B6F2-865A-4198-9AC0-86430D849A92}" type="presOf" srcId="{68E4C20C-724A-46AC-A968-B5CF701F9C1B}" destId="{C38EB1D7-5A24-4473-B808-A9272D94CA07}" srcOrd="0" destOrd="0" presId="urn:microsoft.com/office/officeart/2005/8/layout/list1"/>
    <dgm:cxn modelId="{71DF2A83-570A-40BC-A634-AD5F3E379738}" type="presParOf" srcId="{C38EB1D7-5A24-4473-B808-A9272D94CA07}" destId="{129BC963-9B30-4F1E-B358-FB7605D8924B}" srcOrd="0" destOrd="0" presId="urn:microsoft.com/office/officeart/2005/8/layout/list1"/>
    <dgm:cxn modelId="{C14A2CA2-4CA7-4A41-8DAC-4141B6BB22DC}" type="presParOf" srcId="{129BC963-9B30-4F1E-B358-FB7605D8924B}" destId="{9B0A2748-4AB5-44BE-AA48-F3D85F14CAE8}" srcOrd="0" destOrd="0" presId="urn:microsoft.com/office/officeart/2005/8/layout/list1"/>
    <dgm:cxn modelId="{B2A17FFA-D920-4CCF-A3B6-664C2451ECFD}" type="presParOf" srcId="{129BC963-9B30-4F1E-B358-FB7605D8924B}" destId="{254704F0-9677-4F77-8531-C460D20ABBFD}" srcOrd="1" destOrd="0" presId="urn:microsoft.com/office/officeart/2005/8/layout/list1"/>
    <dgm:cxn modelId="{12A2A993-85D2-4E50-94CA-5EE81270F0EA}" type="presParOf" srcId="{C38EB1D7-5A24-4473-B808-A9272D94CA07}" destId="{2B1121BF-773E-4D21-B09E-A19BE15A8807}" srcOrd="1" destOrd="0" presId="urn:microsoft.com/office/officeart/2005/8/layout/list1"/>
    <dgm:cxn modelId="{D6830DAF-62C3-4A91-B71B-03C10F8E0533}" type="presParOf" srcId="{C38EB1D7-5A24-4473-B808-A9272D94CA07}" destId="{7A4E7393-AD75-4EC4-B3F1-E90E05A42376}" srcOrd="2" destOrd="0" presId="urn:microsoft.com/office/officeart/2005/8/layout/list1"/>
    <dgm:cxn modelId="{C60664F2-C7C1-4866-B5E5-62B9BABB4B2B}" type="presParOf" srcId="{C38EB1D7-5A24-4473-B808-A9272D94CA07}" destId="{B7F613EE-8747-4F57-84C3-54E811642B59}" srcOrd="3" destOrd="0" presId="urn:microsoft.com/office/officeart/2005/8/layout/list1"/>
    <dgm:cxn modelId="{9A8A5670-604E-4E26-9957-2D71FDA2FE3C}" type="presParOf" srcId="{C38EB1D7-5A24-4473-B808-A9272D94CA07}" destId="{D8440D02-264C-4BD8-B5A9-2388B5BCA3AC}" srcOrd="4" destOrd="0" presId="urn:microsoft.com/office/officeart/2005/8/layout/list1"/>
    <dgm:cxn modelId="{B80D38F9-6A74-4498-B068-7F3980587508}" type="presParOf" srcId="{D8440D02-264C-4BD8-B5A9-2388B5BCA3AC}" destId="{E599011B-F776-464E-A1B2-0CA9E13BF45F}" srcOrd="0" destOrd="0" presId="urn:microsoft.com/office/officeart/2005/8/layout/list1"/>
    <dgm:cxn modelId="{8DE9A432-512E-400C-B503-A6A00A090EE9}" type="presParOf" srcId="{D8440D02-264C-4BD8-B5A9-2388B5BCA3AC}" destId="{2C17FC3F-7C79-40BC-804C-971599501BF2}" srcOrd="1" destOrd="0" presId="urn:microsoft.com/office/officeart/2005/8/layout/list1"/>
    <dgm:cxn modelId="{01E64954-F79F-4ECF-8A83-BF82B1DAAF7B}" type="presParOf" srcId="{C38EB1D7-5A24-4473-B808-A9272D94CA07}" destId="{3E1D1A43-5636-410E-992D-A76E4596A8BF}" srcOrd="5" destOrd="0" presId="urn:microsoft.com/office/officeart/2005/8/layout/list1"/>
    <dgm:cxn modelId="{34EFF02E-F8C8-452E-B4C6-4C558556C94B}" type="presParOf" srcId="{C38EB1D7-5A24-4473-B808-A9272D94CA07}" destId="{873881DC-9BBC-4445-A07F-0412011395B7}"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F9120FA-DE35-4F8B-9920-393747CB8763}"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IN"/>
        </a:p>
      </dgm:t>
    </dgm:pt>
    <dgm:pt modelId="{1B1D03FB-3F6E-4FA4-824A-0538733A3F62}">
      <dgm:prSet phldrT="[Text]" custT="1"/>
      <dgm:spPr/>
      <dgm:t>
        <a:bodyPr/>
        <a:lstStyle/>
        <a:p>
          <a:pPr>
            <a:buNone/>
          </a:pPr>
          <a:r>
            <a:rPr lang="en-IN" sz="2800" b="1" u="none" dirty="0"/>
            <a:t>believe: </a:t>
          </a:r>
          <a:r>
            <a:rPr lang="en-IN" sz="2800" b="1" i="1" u="none" dirty="0"/>
            <a:t>He is believed</a:t>
          </a:r>
          <a:r>
            <a:rPr lang="en-IN" sz="2800" b="1" u="none" dirty="0"/>
            <a:t> to be hiding in the mountains.</a:t>
          </a:r>
          <a:endParaRPr lang="en-IN" sz="2800" b="1" dirty="0"/>
        </a:p>
      </dgm:t>
    </dgm:pt>
    <dgm:pt modelId="{1F09BE12-4478-4C89-9B80-D0F65A687D36}" type="parTrans" cxnId="{33A57FF4-E850-4727-BD98-53E77C8B4219}">
      <dgm:prSet/>
      <dgm:spPr/>
      <dgm:t>
        <a:bodyPr/>
        <a:lstStyle/>
        <a:p>
          <a:endParaRPr lang="en-IN"/>
        </a:p>
      </dgm:t>
    </dgm:pt>
    <dgm:pt modelId="{78184033-BC2F-4EEA-A724-7B9BE988EF48}" type="sibTrans" cxnId="{33A57FF4-E850-4727-BD98-53E77C8B4219}">
      <dgm:prSet/>
      <dgm:spPr/>
      <dgm:t>
        <a:bodyPr/>
        <a:lstStyle/>
        <a:p>
          <a:endParaRPr lang="en-IN"/>
        </a:p>
      </dgm:t>
    </dgm:pt>
    <dgm:pt modelId="{25D0FAAB-B647-4E27-B81F-3E19DD721B54}">
      <dgm:prSet phldrT="[Text]" custT="1"/>
      <dgm:spPr/>
      <dgm:t>
        <a:bodyPr/>
        <a:lstStyle/>
        <a:p>
          <a:pPr>
            <a:buNone/>
          </a:pPr>
          <a:r>
            <a:rPr lang="en-IN" sz="2800" b="1" u="none" dirty="0"/>
            <a:t>expect: </a:t>
          </a:r>
          <a:r>
            <a:rPr lang="en-IN" sz="2800" b="1" i="1" u="none" dirty="0"/>
            <a:t>The package is expected</a:t>
          </a:r>
          <a:r>
            <a:rPr lang="en-IN" sz="2800" b="1" u="none" dirty="0"/>
            <a:t> to arrive by Friday</a:t>
          </a:r>
          <a:endParaRPr lang="en-IN" sz="2800" b="1" dirty="0"/>
        </a:p>
      </dgm:t>
    </dgm:pt>
    <dgm:pt modelId="{554BB083-F9C0-494F-ABE4-D6F02B5C1257}" type="parTrans" cxnId="{38A5232D-52B5-4F20-834A-F3598EC990F2}">
      <dgm:prSet/>
      <dgm:spPr/>
      <dgm:t>
        <a:bodyPr/>
        <a:lstStyle/>
        <a:p>
          <a:endParaRPr lang="en-IN"/>
        </a:p>
      </dgm:t>
    </dgm:pt>
    <dgm:pt modelId="{1CB9B580-BA05-46DC-9B63-B68451993129}" type="sibTrans" cxnId="{38A5232D-52B5-4F20-834A-F3598EC990F2}">
      <dgm:prSet/>
      <dgm:spPr/>
      <dgm:t>
        <a:bodyPr/>
        <a:lstStyle/>
        <a:p>
          <a:endParaRPr lang="en-IN"/>
        </a:p>
      </dgm:t>
    </dgm:pt>
    <dgm:pt modelId="{68B6202D-F2EE-470A-B55E-096557E821E9}">
      <dgm:prSet phldrT="[Text]" custT="1"/>
      <dgm:spPr/>
      <dgm:t>
        <a:bodyPr/>
        <a:lstStyle/>
        <a:p>
          <a:pPr>
            <a:buNone/>
          </a:pPr>
          <a:r>
            <a:rPr lang="en-IN" sz="2800" b="1" u="none" dirty="0"/>
            <a:t>.know: </a:t>
          </a:r>
          <a:r>
            <a:rPr lang="en-IN" sz="2800" b="1" i="1" u="none" dirty="0"/>
            <a:t>The technology is known</a:t>
          </a:r>
          <a:r>
            <a:rPr lang="en-IN" sz="2800" b="1" u="none" dirty="0"/>
            <a:t> to improve efficiency.</a:t>
          </a:r>
          <a:endParaRPr lang="en-IN" sz="2800" b="1" dirty="0"/>
        </a:p>
      </dgm:t>
    </dgm:pt>
    <dgm:pt modelId="{72333A5E-AB7A-4D43-B1CB-3ED76C589EDD}" type="parTrans" cxnId="{4910F64B-FF8F-4808-87DD-6E5CEF952E74}">
      <dgm:prSet/>
      <dgm:spPr/>
      <dgm:t>
        <a:bodyPr/>
        <a:lstStyle/>
        <a:p>
          <a:endParaRPr lang="en-IN"/>
        </a:p>
      </dgm:t>
    </dgm:pt>
    <dgm:pt modelId="{F0761EB9-9BBE-4532-AA77-43A2C65C69F1}" type="sibTrans" cxnId="{4910F64B-FF8F-4808-87DD-6E5CEF952E74}">
      <dgm:prSet/>
      <dgm:spPr/>
      <dgm:t>
        <a:bodyPr/>
        <a:lstStyle/>
        <a:p>
          <a:endParaRPr lang="en-IN"/>
        </a:p>
      </dgm:t>
    </dgm:pt>
    <dgm:pt modelId="{027A9F8A-7416-44C3-8C94-C1246CCC8495}">
      <dgm:prSet phldrT="[Text]" custT="1"/>
      <dgm:spPr/>
      <dgm:t>
        <a:bodyPr/>
        <a:lstStyle/>
        <a:p>
          <a:pPr>
            <a:buNone/>
          </a:pPr>
          <a:r>
            <a:rPr lang="en-IN" sz="2800" b="1" u="none" dirty="0"/>
            <a:t>report: </a:t>
          </a:r>
          <a:r>
            <a:rPr lang="en-IN" sz="2800" b="1" i="1" u="none" dirty="0"/>
            <a:t>The CEO is reported</a:t>
          </a:r>
          <a:r>
            <a:rPr lang="en-IN" sz="2800" b="1" u="none" dirty="0"/>
            <a:t> to have resigned.</a:t>
          </a:r>
          <a:endParaRPr lang="en-IN" sz="2800" b="1" dirty="0"/>
        </a:p>
      </dgm:t>
    </dgm:pt>
    <dgm:pt modelId="{86D09671-5AA0-4BE7-98C0-808BD082981B}" type="parTrans" cxnId="{C950C8E7-B425-48B2-B035-DBEAABDC2AED}">
      <dgm:prSet/>
      <dgm:spPr/>
      <dgm:t>
        <a:bodyPr/>
        <a:lstStyle/>
        <a:p>
          <a:endParaRPr lang="en-IN"/>
        </a:p>
      </dgm:t>
    </dgm:pt>
    <dgm:pt modelId="{CB5F4A7A-39C9-4CF3-B8EB-716786FA4C32}" type="sibTrans" cxnId="{C950C8E7-B425-48B2-B035-DBEAABDC2AED}">
      <dgm:prSet/>
      <dgm:spPr/>
      <dgm:t>
        <a:bodyPr/>
        <a:lstStyle/>
        <a:p>
          <a:endParaRPr lang="en-IN"/>
        </a:p>
      </dgm:t>
    </dgm:pt>
    <dgm:pt modelId="{24C5FEC1-F459-4308-B7A7-3E447CE126E0}">
      <dgm:prSet phldrT="[Text]" custT="1"/>
      <dgm:spPr/>
      <dgm:t>
        <a:bodyPr/>
        <a:lstStyle/>
        <a:p>
          <a:pPr>
            <a:buNone/>
          </a:pPr>
          <a:r>
            <a:rPr lang="en-IN" sz="2800" b="1" u="none" dirty="0"/>
            <a:t>advise: </a:t>
          </a:r>
          <a:r>
            <a:rPr lang="en-IN" sz="2800" b="1" i="1" u="none" dirty="0"/>
            <a:t>We were advised</a:t>
          </a:r>
          <a:r>
            <a:rPr lang="en-IN" sz="2800" b="1" u="none" dirty="0"/>
            <a:t> to seek legal counsel.</a:t>
          </a:r>
          <a:endParaRPr lang="en-IN" sz="2800" b="1" dirty="0"/>
        </a:p>
      </dgm:t>
    </dgm:pt>
    <dgm:pt modelId="{283422FC-21D7-4BAC-A16F-BC4DEB88240B}" type="parTrans" cxnId="{B7A9A0A8-5CFF-46C9-A24F-F679B23EFCDC}">
      <dgm:prSet/>
      <dgm:spPr/>
      <dgm:t>
        <a:bodyPr/>
        <a:lstStyle/>
        <a:p>
          <a:endParaRPr lang="en-IN"/>
        </a:p>
      </dgm:t>
    </dgm:pt>
    <dgm:pt modelId="{8CDCB4BA-F2AE-4C3B-AB52-E1FC3D824B7A}" type="sibTrans" cxnId="{B7A9A0A8-5CFF-46C9-A24F-F679B23EFCDC}">
      <dgm:prSet/>
      <dgm:spPr/>
      <dgm:t>
        <a:bodyPr/>
        <a:lstStyle/>
        <a:p>
          <a:endParaRPr lang="en-IN"/>
        </a:p>
      </dgm:t>
    </dgm:pt>
    <dgm:pt modelId="{D6D78D37-D6AC-459A-A056-48B6CBB70D44}">
      <dgm:prSet phldrT="[Text]" custT="1"/>
      <dgm:spPr/>
      <dgm:t>
        <a:bodyPr/>
        <a:lstStyle/>
        <a:p>
          <a:pPr>
            <a:buNone/>
          </a:pPr>
          <a:r>
            <a:rPr lang="en-IN" sz="2800" b="1" u="none" dirty="0"/>
            <a:t>allow: </a:t>
          </a:r>
          <a:r>
            <a:rPr lang="en-IN" sz="2800" b="1" i="1" u="none" dirty="0"/>
            <a:t>Visitors are allowed</a:t>
          </a:r>
          <a:r>
            <a:rPr lang="en-IN" sz="2800" b="1" u="none" dirty="0"/>
            <a:t> to take photographs.</a:t>
          </a:r>
          <a:endParaRPr lang="en-IN" sz="2800" b="1" dirty="0"/>
        </a:p>
      </dgm:t>
    </dgm:pt>
    <dgm:pt modelId="{CF783399-29D5-49E8-A5FC-6D9A1B73D1DC}" type="parTrans" cxnId="{D64E0E49-69C8-4243-86DB-D25F93F34207}">
      <dgm:prSet/>
      <dgm:spPr/>
      <dgm:t>
        <a:bodyPr/>
        <a:lstStyle/>
        <a:p>
          <a:endParaRPr lang="en-IN"/>
        </a:p>
      </dgm:t>
    </dgm:pt>
    <dgm:pt modelId="{83EB8D12-83DA-44AC-BEFA-469E979865BF}" type="sibTrans" cxnId="{D64E0E49-69C8-4243-86DB-D25F93F34207}">
      <dgm:prSet/>
      <dgm:spPr/>
      <dgm:t>
        <a:bodyPr/>
        <a:lstStyle/>
        <a:p>
          <a:endParaRPr lang="en-IN"/>
        </a:p>
      </dgm:t>
    </dgm:pt>
    <dgm:pt modelId="{08E8DAE1-85FD-48C6-8862-C22D31C4BA29}">
      <dgm:prSet phldrT="[Text]" custT="1"/>
      <dgm:spPr/>
      <dgm:t>
        <a:bodyPr/>
        <a:lstStyle/>
        <a:p>
          <a:pPr>
            <a:buNone/>
          </a:pPr>
          <a:r>
            <a:rPr lang="en-IN" sz="2800" b="1" u="none" dirty="0"/>
            <a:t>instruct: </a:t>
          </a:r>
          <a:r>
            <a:rPr lang="en-IN" sz="2800" b="1" i="1" u="none" dirty="0"/>
            <a:t>The staff was instructed</a:t>
          </a:r>
          <a:r>
            <a:rPr lang="en-IN" sz="2800" b="1" u="none" dirty="0"/>
            <a:t> to lock all doors.</a:t>
          </a:r>
          <a:endParaRPr lang="en-IN" sz="2800" b="1" dirty="0"/>
        </a:p>
      </dgm:t>
    </dgm:pt>
    <dgm:pt modelId="{7DA9A6BB-C954-4DC6-8EAD-2491C1F7249F}" type="parTrans" cxnId="{2730EB90-39F6-4F05-B389-0D4F5099AC08}">
      <dgm:prSet/>
      <dgm:spPr/>
      <dgm:t>
        <a:bodyPr/>
        <a:lstStyle/>
        <a:p>
          <a:endParaRPr lang="en-IN"/>
        </a:p>
      </dgm:t>
    </dgm:pt>
    <dgm:pt modelId="{C6920310-07E4-42B1-9BD8-36BCEF9164FD}" type="sibTrans" cxnId="{2730EB90-39F6-4F05-B389-0D4F5099AC08}">
      <dgm:prSet/>
      <dgm:spPr/>
      <dgm:t>
        <a:bodyPr/>
        <a:lstStyle/>
        <a:p>
          <a:endParaRPr lang="en-IN"/>
        </a:p>
      </dgm:t>
    </dgm:pt>
    <dgm:pt modelId="{D6A92D5B-6CAE-43AD-BB80-C94BBBFFC9CC}">
      <dgm:prSet phldrT="[Text]" custT="1"/>
      <dgm:spPr/>
      <dgm:t>
        <a:bodyPr/>
        <a:lstStyle/>
        <a:p>
          <a:pPr>
            <a:buNone/>
          </a:pPr>
          <a:r>
            <a:rPr lang="en-IN" sz="2800" b="1" u="none" dirty="0"/>
            <a:t>tell: </a:t>
          </a:r>
          <a:r>
            <a:rPr lang="en-IN" sz="2800" b="1" i="1" u="none" dirty="0"/>
            <a:t>The students were told</a:t>
          </a:r>
          <a:r>
            <a:rPr lang="en-IN" sz="2800" b="1" u="none" dirty="0"/>
            <a:t> to be quiet.</a:t>
          </a:r>
          <a:endParaRPr lang="en-IN" sz="2800" b="1" dirty="0"/>
        </a:p>
      </dgm:t>
    </dgm:pt>
    <dgm:pt modelId="{9C221E47-C331-41D9-9452-7BFDD908CB11}" type="parTrans" cxnId="{1F5B297D-3B1B-44D2-B90E-8717FC1C3541}">
      <dgm:prSet/>
      <dgm:spPr/>
      <dgm:t>
        <a:bodyPr/>
        <a:lstStyle/>
        <a:p>
          <a:endParaRPr lang="en-IN"/>
        </a:p>
      </dgm:t>
    </dgm:pt>
    <dgm:pt modelId="{4B7E5ECA-D39A-4758-BC2B-8F6F035B1FD0}" type="sibTrans" cxnId="{1F5B297D-3B1B-44D2-B90E-8717FC1C3541}">
      <dgm:prSet/>
      <dgm:spPr/>
      <dgm:t>
        <a:bodyPr/>
        <a:lstStyle/>
        <a:p>
          <a:endParaRPr lang="en-IN"/>
        </a:p>
      </dgm:t>
    </dgm:pt>
    <dgm:pt modelId="{D9E7C84D-1F12-4B8A-913A-783153B47010}" type="pres">
      <dgm:prSet presAssocID="{0F9120FA-DE35-4F8B-9920-393747CB8763}" presName="linear" presStyleCnt="0">
        <dgm:presLayoutVars>
          <dgm:dir/>
          <dgm:animLvl val="lvl"/>
          <dgm:resizeHandles val="exact"/>
        </dgm:presLayoutVars>
      </dgm:prSet>
      <dgm:spPr/>
    </dgm:pt>
    <dgm:pt modelId="{43993574-0762-4212-93C1-B080976B8FAB}" type="pres">
      <dgm:prSet presAssocID="{1B1D03FB-3F6E-4FA4-824A-0538733A3F62}" presName="parentLin" presStyleCnt="0"/>
      <dgm:spPr/>
    </dgm:pt>
    <dgm:pt modelId="{305DB952-D5F9-42CC-AF6C-50FCD91BC62E}" type="pres">
      <dgm:prSet presAssocID="{1B1D03FB-3F6E-4FA4-824A-0538733A3F62}" presName="parentLeftMargin" presStyleLbl="node1" presStyleIdx="0" presStyleCnt="8"/>
      <dgm:spPr/>
    </dgm:pt>
    <dgm:pt modelId="{DDAAE809-307D-4D17-82BB-999F9CB54AB2}" type="pres">
      <dgm:prSet presAssocID="{1B1D03FB-3F6E-4FA4-824A-0538733A3F62}" presName="parentText" presStyleLbl="node1" presStyleIdx="0" presStyleCnt="8" custScaleX="142857">
        <dgm:presLayoutVars>
          <dgm:chMax val="0"/>
          <dgm:bulletEnabled val="1"/>
        </dgm:presLayoutVars>
      </dgm:prSet>
      <dgm:spPr/>
    </dgm:pt>
    <dgm:pt modelId="{749E2C2E-3A70-4EF5-9335-8C5F42B18862}" type="pres">
      <dgm:prSet presAssocID="{1B1D03FB-3F6E-4FA4-824A-0538733A3F62}" presName="negativeSpace" presStyleCnt="0"/>
      <dgm:spPr/>
    </dgm:pt>
    <dgm:pt modelId="{FDD7D7C0-7613-4703-9064-7718A98E2F24}" type="pres">
      <dgm:prSet presAssocID="{1B1D03FB-3F6E-4FA4-824A-0538733A3F62}" presName="childText" presStyleLbl="conFgAcc1" presStyleIdx="0" presStyleCnt="8">
        <dgm:presLayoutVars>
          <dgm:bulletEnabled val="1"/>
        </dgm:presLayoutVars>
      </dgm:prSet>
      <dgm:spPr/>
    </dgm:pt>
    <dgm:pt modelId="{CAE9BD3A-38B3-46D3-ABE6-3C1A5FAD0530}" type="pres">
      <dgm:prSet presAssocID="{78184033-BC2F-4EEA-A724-7B9BE988EF48}" presName="spaceBetweenRectangles" presStyleCnt="0"/>
      <dgm:spPr/>
    </dgm:pt>
    <dgm:pt modelId="{9D6406D2-41B4-4276-93D4-73ED984E4E98}" type="pres">
      <dgm:prSet presAssocID="{25D0FAAB-B647-4E27-B81F-3E19DD721B54}" presName="parentLin" presStyleCnt="0"/>
      <dgm:spPr/>
    </dgm:pt>
    <dgm:pt modelId="{2408472E-2F28-4747-A141-A37C5836C05E}" type="pres">
      <dgm:prSet presAssocID="{25D0FAAB-B647-4E27-B81F-3E19DD721B54}" presName="parentLeftMargin" presStyleLbl="node1" presStyleIdx="0" presStyleCnt="8"/>
      <dgm:spPr/>
    </dgm:pt>
    <dgm:pt modelId="{398CCF6D-8707-470A-837F-E8F66051D3B3}" type="pres">
      <dgm:prSet presAssocID="{25D0FAAB-B647-4E27-B81F-3E19DD721B54}" presName="parentText" presStyleLbl="node1" presStyleIdx="1" presStyleCnt="8" custScaleX="142857">
        <dgm:presLayoutVars>
          <dgm:chMax val="0"/>
          <dgm:bulletEnabled val="1"/>
        </dgm:presLayoutVars>
      </dgm:prSet>
      <dgm:spPr/>
    </dgm:pt>
    <dgm:pt modelId="{8BE4E371-E87C-4B80-AFC6-A9E3DD9A816B}" type="pres">
      <dgm:prSet presAssocID="{25D0FAAB-B647-4E27-B81F-3E19DD721B54}" presName="negativeSpace" presStyleCnt="0"/>
      <dgm:spPr/>
    </dgm:pt>
    <dgm:pt modelId="{472A4168-4558-43D2-A8CF-8198AAB11E3E}" type="pres">
      <dgm:prSet presAssocID="{25D0FAAB-B647-4E27-B81F-3E19DD721B54}" presName="childText" presStyleLbl="conFgAcc1" presStyleIdx="1" presStyleCnt="8">
        <dgm:presLayoutVars>
          <dgm:bulletEnabled val="1"/>
        </dgm:presLayoutVars>
      </dgm:prSet>
      <dgm:spPr/>
    </dgm:pt>
    <dgm:pt modelId="{B484871E-6EE9-42C7-A9D7-D3737EA417C9}" type="pres">
      <dgm:prSet presAssocID="{1CB9B580-BA05-46DC-9B63-B68451993129}" presName="spaceBetweenRectangles" presStyleCnt="0"/>
      <dgm:spPr/>
    </dgm:pt>
    <dgm:pt modelId="{40CFF085-3E7D-42F8-8E4D-968DC099330E}" type="pres">
      <dgm:prSet presAssocID="{68B6202D-F2EE-470A-B55E-096557E821E9}" presName="parentLin" presStyleCnt="0"/>
      <dgm:spPr/>
    </dgm:pt>
    <dgm:pt modelId="{5567907E-C6A3-4C67-81E4-8FC2E89691EA}" type="pres">
      <dgm:prSet presAssocID="{68B6202D-F2EE-470A-B55E-096557E821E9}" presName="parentLeftMargin" presStyleLbl="node1" presStyleIdx="1" presStyleCnt="8"/>
      <dgm:spPr/>
    </dgm:pt>
    <dgm:pt modelId="{EFE678DD-4210-4AC1-81E1-88D06AC8C335}" type="pres">
      <dgm:prSet presAssocID="{68B6202D-F2EE-470A-B55E-096557E821E9}" presName="parentText" presStyleLbl="node1" presStyleIdx="2" presStyleCnt="8" custScaleX="142857">
        <dgm:presLayoutVars>
          <dgm:chMax val="0"/>
          <dgm:bulletEnabled val="1"/>
        </dgm:presLayoutVars>
      </dgm:prSet>
      <dgm:spPr/>
    </dgm:pt>
    <dgm:pt modelId="{2E9D9A66-48D4-4F35-881C-ABE2A9F7856E}" type="pres">
      <dgm:prSet presAssocID="{68B6202D-F2EE-470A-B55E-096557E821E9}" presName="negativeSpace" presStyleCnt="0"/>
      <dgm:spPr/>
    </dgm:pt>
    <dgm:pt modelId="{AFEF651F-98B3-4DB7-A8B3-2926EB0E5908}" type="pres">
      <dgm:prSet presAssocID="{68B6202D-F2EE-470A-B55E-096557E821E9}" presName="childText" presStyleLbl="conFgAcc1" presStyleIdx="2" presStyleCnt="8">
        <dgm:presLayoutVars>
          <dgm:bulletEnabled val="1"/>
        </dgm:presLayoutVars>
      </dgm:prSet>
      <dgm:spPr/>
    </dgm:pt>
    <dgm:pt modelId="{19DA583E-5E6B-4595-91E2-664582775C88}" type="pres">
      <dgm:prSet presAssocID="{F0761EB9-9BBE-4532-AA77-43A2C65C69F1}" presName="spaceBetweenRectangles" presStyleCnt="0"/>
      <dgm:spPr/>
    </dgm:pt>
    <dgm:pt modelId="{AC9FDF0A-C178-4EA6-9A91-E6B5DB6911ED}" type="pres">
      <dgm:prSet presAssocID="{027A9F8A-7416-44C3-8C94-C1246CCC8495}" presName="parentLin" presStyleCnt="0"/>
      <dgm:spPr/>
    </dgm:pt>
    <dgm:pt modelId="{078B2F28-32CE-4EB9-9F4D-CA657C440018}" type="pres">
      <dgm:prSet presAssocID="{027A9F8A-7416-44C3-8C94-C1246CCC8495}" presName="parentLeftMargin" presStyleLbl="node1" presStyleIdx="2" presStyleCnt="8"/>
      <dgm:spPr/>
    </dgm:pt>
    <dgm:pt modelId="{6C851AF5-E2F0-483F-B947-A73246BD7246}" type="pres">
      <dgm:prSet presAssocID="{027A9F8A-7416-44C3-8C94-C1246CCC8495}" presName="parentText" presStyleLbl="node1" presStyleIdx="3" presStyleCnt="8" custScaleX="142857">
        <dgm:presLayoutVars>
          <dgm:chMax val="0"/>
          <dgm:bulletEnabled val="1"/>
        </dgm:presLayoutVars>
      </dgm:prSet>
      <dgm:spPr/>
    </dgm:pt>
    <dgm:pt modelId="{8F28DA28-F6AB-488B-8B67-B5A7EC638C28}" type="pres">
      <dgm:prSet presAssocID="{027A9F8A-7416-44C3-8C94-C1246CCC8495}" presName="negativeSpace" presStyleCnt="0"/>
      <dgm:spPr/>
    </dgm:pt>
    <dgm:pt modelId="{3ADCFC5D-3683-4245-A1D6-3EB4D5D2EAF5}" type="pres">
      <dgm:prSet presAssocID="{027A9F8A-7416-44C3-8C94-C1246CCC8495}" presName="childText" presStyleLbl="conFgAcc1" presStyleIdx="3" presStyleCnt="8">
        <dgm:presLayoutVars>
          <dgm:bulletEnabled val="1"/>
        </dgm:presLayoutVars>
      </dgm:prSet>
      <dgm:spPr/>
    </dgm:pt>
    <dgm:pt modelId="{E16043E9-1075-480D-BAC3-2F850D559E4D}" type="pres">
      <dgm:prSet presAssocID="{CB5F4A7A-39C9-4CF3-B8EB-716786FA4C32}" presName="spaceBetweenRectangles" presStyleCnt="0"/>
      <dgm:spPr/>
    </dgm:pt>
    <dgm:pt modelId="{18403EC0-638A-4AFF-BBDF-1BA86E977A6D}" type="pres">
      <dgm:prSet presAssocID="{24C5FEC1-F459-4308-B7A7-3E447CE126E0}" presName="parentLin" presStyleCnt="0"/>
      <dgm:spPr/>
    </dgm:pt>
    <dgm:pt modelId="{9C4B744B-F68D-4880-8117-1D3C2A7014EC}" type="pres">
      <dgm:prSet presAssocID="{24C5FEC1-F459-4308-B7A7-3E447CE126E0}" presName="parentLeftMargin" presStyleLbl="node1" presStyleIdx="3" presStyleCnt="8"/>
      <dgm:spPr/>
    </dgm:pt>
    <dgm:pt modelId="{FB8555EC-AEBC-4F83-BCE2-19019425C6BB}" type="pres">
      <dgm:prSet presAssocID="{24C5FEC1-F459-4308-B7A7-3E447CE126E0}" presName="parentText" presStyleLbl="node1" presStyleIdx="4" presStyleCnt="8" custScaleX="142857">
        <dgm:presLayoutVars>
          <dgm:chMax val="0"/>
          <dgm:bulletEnabled val="1"/>
        </dgm:presLayoutVars>
      </dgm:prSet>
      <dgm:spPr/>
    </dgm:pt>
    <dgm:pt modelId="{DAE040BB-71D3-4CCD-A213-DAAAEFD33E9C}" type="pres">
      <dgm:prSet presAssocID="{24C5FEC1-F459-4308-B7A7-3E447CE126E0}" presName="negativeSpace" presStyleCnt="0"/>
      <dgm:spPr/>
    </dgm:pt>
    <dgm:pt modelId="{4FBE89EA-2BE7-4CEB-8345-B29DDB6FCA9B}" type="pres">
      <dgm:prSet presAssocID="{24C5FEC1-F459-4308-B7A7-3E447CE126E0}" presName="childText" presStyleLbl="conFgAcc1" presStyleIdx="4" presStyleCnt="8">
        <dgm:presLayoutVars>
          <dgm:bulletEnabled val="1"/>
        </dgm:presLayoutVars>
      </dgm:prSet>
      <dgm:spPr/>
    </dgm:pt>
    <dgm:pt modelId="{A5A6F864-C2E9-437D-A0A2-975B5A24D117}" type="pres">
      <dgm:prSet presAssocID="{8CDCB4BA-F2AE-4C3B-AB52-E1FC3D824B7A}" presName="spaceBetweenRectangles" presStyleCnt="0"/>
      <dgm:spPr/>
    </dgm:pt>
    <dgm:pt modelId="{20FB3C15-73A3-4165-BA98-24921BDC588C}" type="pres">
      <dgm:prSet presAssocID="{D6D78D37-D6AC-459A-A056-48B6CBB70D44}" presName="parentLin" presStyleCnt="0"/>
      <dgm:spPr/>
    </dgm:pt>
    <dgm:pt modelId="{2F7FF3F2-3491-484F-9A56-42EE88C86BD9}" type="pres">
      <dgm:prSet presAssocID="{D6D78D37-D6AC-459A-A056-48B6CBB70D44}" presName="parentLeftMargin" presStyleLbl="node1" presStyleIdx="4" presStyleCnt="8"/>
      <dgm:spPr/>
    </dgm:pt>
    <dgm:pt modelId="{DC2112FC-3D78-4B5D-847E-75C1742C27DF}" type="pres">
      <dgm:prSet presAssocID="{D6D78D37-D6AC-459A-A056-48B6CBB70D44}" presName="parentText" presStyleLbl="node1" presStyleIdx="5" presStyleCnt="8" custScaleX="142857">
        <dgm:presLayoutVars>
          <dgm:chMax val="0"/>
          <dgm:bulletEnabled val="1"/>
        </dgm:presLayoutVars>
      </dgm:prSet>
      <dgm:spPr/>
    </dgm:pt>
    <dgm:pt modelId="{F0779C81-D55E-4F12-97A5-89F3FBE78AD3}" type="pres">
      <dgm:prSet presAssocID="{D6D78D37-D6AC-459A-A056-48B6CBB70D44}" presName="negativeSpace" presStyleCnt="0"/>
      <dgm:spPr/>
    </dgm:pt>
    <dgm:pt modelId="{88E963BD-6FA2-4C10-BCA7-4EEA3F3E6122}" type="pres">
      <dgm:prSet presAssocID="{D6D78D37-D6AC-459A-A056-48B6CBB70D44}" presName="childText" presStyleLbl="conFgAcc1" presStyleIdx="5" presStyleCnt="8">
        <dgm:presLayoutVars>
          <dgm:bulletEnabled val="1"/>
        </dgm:presLayoutVars>
      </dgm:prSet>
      <dgm:spPr/>
    </dgm:pt>
    <dgm:pt modelId="{E51AACAF-B0C5-46D9-9409-D6692FE03270}" type="pres">
      <dgm:prSet presAssocID="{83EB8D12-83DA-44AC-BEFA-469E979865BF}" presName="spaceBetweenRectangles" presStyleCnt="0"/>
      <dgm:spPr/>
    </dgm:pt>
    <dgm:pt modelId="{DFA1614E-BA03-4E2C-A812-E9CBBFBC2949}" type="pres">
      <dgm:prSet presAssocID="{08E8DAE1-85FD-48C6-8862-C22D31C4BA29}" presName="parentLin" presStyleCnt="0"/>
      <dgm:spPr/>
    </dgm:pt>
    <dgm:pt modelId="{7A41144D-A0C8-4772-A98B-C61A04C30992}" type="pres">
      <dgm:prSet presAssocID="{08E8DAE1-85FD-48C6-8862-C22D31C4BA29}" presName="parentLeftMargin" presStyleLbl="node1" presStyleIdx="5" presStyleCnt="8"/>
      <dgm:spPr/>
    </dgm:pt>
    <dgm:pt modelId="{FA410010-462C-4572-9AA8-CF1E0F128190}" type="pres">
      <dgm:prSet presAssocID="{08E8DAE1-85FD-48C6-8862-C22D31C4BA29}" presName="parentText" presStyleLbl="node1" presStyleIdx="6" presStyleCnt="8" custScaleX="142857">
        <dgm:presLayoutVars>
          <dgm:chMax val="0"/>
          <dgm:bulletEnabled val="1"/>
        </dgm:presLayoutVars>
      </dgm:prSet>
      <dgm:spPr/>
    </dgm:pt>
    <dgm:pt modelId="{35FA9190-7E84-42B4-B27C-49ADBA3573E3}" type="pres">
      <dgm:prSet presAssocID="{08E8DAE1-85FD-48C6-8862-C22D31C4BA29}" presName="negativeSpace" presStyleCnt="0"/>
      <dgm:spPr/>
    </dgm:pt>
    <dgm:pt modelId="{207E6EC4-49E5-4E5C-8F9F-95BE3846EEB2}" type="pres">
      <dgm:prSet presAssocID="{08E8DAE1-85FD-48C6-8862-C22D31C4BA29}" presName="childText" presStyleLbl="conFgAcc1" presStyleIdx="6" presStyleCnt="8">
        <dgm:presLayoutVars>
          <dgm:bulletEnabled val="1"/>
        </dgm:presLayoutVars>
      </dgm:prSet>
      <dgm:spPr/>
    </dgm:pt>
    <dgm:pt modelId="{611427F1-EC8D-4F2A-A4D5-4F192F4BFED9}" type="pres">
      <dgm:prSet presAssocID="{C6920310-07E4-42B1-9BD8-36BCEF9164FD}" presName="spaceBetweenRectangles" presStyleCnt="0"/>
      <dgm:spPr/>
    </dgm:pt>
    <dgm:pt modelId="{657C4D13-DFB7-48F4-8F15-75BD1AE1A1AF}" type="pres">
      <dgm:prSet presAssocID="{D6A92D5B-6CAE-43AD-BB80-C94BBBFFC9CC}" presName="parentLin" presStyleCnt="0"/>
      <dgm:spPr/>
    </dgm:pt>
    <dgm:pt modelId="{1ABE4554-0994-4BB9-88C1-8E3184578408}" type="pres">
      <dgm:prSet presAssocID="{D6A92D5B-6CAE-43AD-BB80-C94BBBFFC9CC}" presName="parentLeftMargin" presStyleLbl="node1" presStyleIdx="6" presStyleCnt="8"/>
      <dgm:spPr/>
    </dgm:pt>
    <dgm:pt modelId="{380D7823-4D3C-4B09-BD29-1D32819418CA}" type="pres">
      <dgm:prSet presAssocID="{D6A92D5B-6CAE-43AD-BB80-C94BBBFFC9CC}" presName="parentText" presStyleLbl="node1" presStyleIdx="7" presStyleCnt="8" custScaleX="142857">
        <dgm:presLayoutVars>
          <dgm:chMax val="0"/>
          <dgm:bulletEnabled val="1"/>
        </dgm:presLayoutVars>
      </dgm:prSet>
      <dgm:spPr/>
    </dgm:pt>
    <dgm:pt modelId="{7CEE5B0F-F103-4794-86B8-5E6017D797AD}" type="pres">
      <dgm:prSet presAssocID="{D6A92D5B-6CAE-43AD-BB80-C94BBBFFC9CC}" presName="negativeSpace" presStyleCnt="0"/>
      <dgm:spPr/>
    </dgm:pt>
    <dgm:pt modelId="{23BE58E9-31BB-419D-A83E-8B0C945D5E0D}" type="pres">
      <dgm:prSet presAssocID="{D6A92D5B-6CAE-43AD-BB80-C94BBBFFC9CC}" presName="childText" presStyleLbl="conFgAcc1" presStyleIdx="7" presStyleCnt="8">
        <dgm:presLayoutVars>
          <dgm:bulletEnabled val="1"/>
        </dgm:presLayoutVars>
      </dgm:prSet>
      <dgm:spPr/>
    </dgm:pt>
  </dgm:ptLst>
  <dgm:cxnLst>
    <dgm:cxn modelId="{E6CE190F-408E-4D89-919A-044F5AC7EA08}" type="presOf" srcId="{08E8DAE1-85FD-48C6-8862-C22D31C4BA29}" destId="{FA410010-462C-4572-9AA8-CF1E0F128190}" srcOrd="1" destOrd="0" presId="urn:microsoft.com/office/officeart/2005/8/layout/list1"/>
    <dgm:cxn modelId="{EEEEC91B-1C1A-48C3-9E93-C1EABC0C0DE2}" type="presOf" srcId="{1B1D03FB-3F6E-4FA4-824A-0538733A3F62}" destId="{305DB952-D5F9-42CC-AF6C-50FCD91BC62E}" srcOrd="0" destOrd="0" presId="urn:microsoft.com/office/officeart/2005/8/layout/list1"/>
    <dgm:cxn modelId="{FC16D32C-F7E0-4A84-A6F2-F7AB29FF8A72}" type="presOf" srcId="{1B1D03FB-3F6E-4FA4-824A-0538733A3F62}" destId="{DDAAE809-307D-4D17-82BB-999F9CB54AB2}" srcOrd="1" destOrd="0" presId="urn:microsoft.com/office/officeart/2005/8/layout/list1"/>
    <dgm:cxn modelId="{38A5232D-52B5-4F20-834A-F3598EC990F2}" srcId="{0F9120FA-DE35-4F8B-9920-393747CB8763}" destId="{25D0FAAB-B647-4E27-B81F-3E19DD721B54}" srcOrd="1" destOrd="0" parTransId="{554BB083-F9C0-494F-ABE4-D6F02B5C1257}" sibTransId="{1CB9B580-BA05-46DC-9B63-B68451993129}"/>
    <dgm:cxn modelId="{1270F62D-DE25-4D73-BACB-DD71A658CDBA}" type="presOf" srcId="{68B6202D-F2EE-470A-B55E-096557E821E9}" destId="{5567907E-C6A3-4C67-81E4-8FC2E89691EA}" srcOrd="0" destOrd="0" presId="urn:microsoft.com/office/officeart/2005/8/layout/list1"/>
    <dgm:cxn modelId="{636EEF42-62B7-42F3-83C4-DB5FDB13343C}" type="presOf" srcId="{027A9F8A-7416-44C3-8C94-C1246CCC8495}" destId="{6C851AF5-E2F0-483F-B947-A73246BD7246}" srcOrd="1" destOrd="0" presId="urn:microsoft.com/office/officeart/2005/8/layout/list1"/>
    <dgm:cxn modelId="{3CCBF543-EE1F-47EE-BCB1-77CA66B1396B}" type="presOf" srcId="{027A9F8A-7416-44C3-8C94-C1246CCC8495}" destId="{078B2F28-32CE-4EB9-9F4D-CA657C440018}" srcOrd="0" destOrd="0" presId="urn:microsoft.com/office/officeart/2005/8/layout/list1"/>
    <dgm:cxn modelId="{230F7647-0922-4B70-9948-A8CB555BA48D}" type="presOf" srcId="{24C5FEC1-F459-4308-B7A7-3E447CE126E0}" destId="{FB8555EC-AEBC-4F83-BCE2-19019425C6BB}" srcOrd="1" destOrd="0" presId="urn:microsoft.com/office/officeart/2005/8/layout/list1"/>
    <dgm:cxn modelId="{D64E0E49-69C8-4243-86DB-D25F93F34207}" srcId="{0F9120FA-DE35-4F8B-9920-393747CB8763}" destId="{D6D78D37-D6AC-459A-A056-48B6CBB70D44}" srcOrd="5" destOrd="0" parTransId="{CF783399-29D5-49E8-A5FC-6D9A1B73D1DC}" sibTransId="{83EB8D12-83DA-44AC-BEFA-469E979865BF}"/>
    <dgm:cxn modelId="{4910F64B-FF8F-4808-87DD-6E5CEF952E74}" srcId="{0F9120FA-DE35-4F8B-9920-393747CB8763}" destId="{68B6202D-F2EE-470A-B55E-096557E821E9}" srcOrd="2" destOrd="0" parTransId="{72333A5E-AB7A-4D43-B1CB-3ED76C589EDD}" sibTransId="{F0761EB9-9BBE-4532-AA77-43A2C65C69F1}"/>
    <dgm:cxn modelId="{A791DC51-FB6E-4BD2-9806-CA2369AFA514}" type="presOf" srcId="{25D0FAAB-B647-4E27-B81F-3E19DD721B54}" destId="{2408472E-2F28-4747-A141-A37C5836C05E}" srcOrd="0" destOrd="0" presId="urn:microsoft.com/office/officeart/2005/8/layout/list1"/>
    <dgm:cxn modelId="{AA25EB59-F375-4201-B8F4-D4993A6B5DF4}" type="presOf" srcId="{08E8DAE1-85FD-48C6-8862-C22D31C4BA29}" destId="{7A41144D-A0C8-4772-A98B-C61A04C30992}" srcOrd="0" destOrd="0" presId="urn:microsoft.com/office/officeart/2005/8/layout/list1"/>
    <dgm:cxn modelId="{1F5B297D-3B1B-44D2-B90E-8717FC1C3541}" srcId="{0F9120FA-DE35-4F8B-9920-393747CB8763}" destId="{D6A92D5B-6CAE-43AD-BB80-C94BBBFFC9CC}" srcOrd="7" destOrd="0" parTransId="{9C221E47-C331-41D9-9452-7BFDD908CB11}" sibTransId="{4B7E5ECA-D39A-4758-BC2B-8F6F035B1FD0}"/>
    <dgm:cxn modelId="{3D6FB182-5808-453E-8923-647C27D63C38}" type="presOf" srcId="{D6D78D37-D6AC-459A-A056-48B6CBB70D44}" destId="{2F7FF3F2-3491-484F-9A56-42EE88C86BD9}" srcOrd="0" destOrd="0" presId="urn:microsoft.com/office/officeart/2005/8/layout/list1"/>
    <dgm:cxn modelId="{DE009083-91A6-4FC4-9F9B-91FC91936C45}" type="presOf" srcId="{24C5FEC1-F459-4308-B7A7-3E447CE126E0}" destId="{9C4B744B-F68D-4880-8117-1D3C2A7014EC}" srcOrd="0" destOrd="0" presId="urn:microsoft.com/office/officeart/2005/8/layout/list1"/>
    <dgm:cxn modelId="{2730EB90-39F6-4F05-B389-0D4F5099AC08}" srcId="{0F9120FA-DE35-4F8B-9920-393747CB8763}" destId="{08E8DAE1-85FD-48C6-8862-C22D31C4BA29}" srcOrd="6" destOrd="0" parTransId="{7DA9A6BB-C954-4DC6-8EAD-2491C1F7249F}" sibTransId="{C6920310-07E4-42B1-9BD8-36BCEF9164FD}"/>
    <dgm:cxn modelId="{CF74BB99-8496-47A3-89D5-76D98D9B6DEF}" type="presOf" srcId="{0F9120FA-DE35-4F8B-9920-393747CB8763}" destId="{D9E7C84D-1F12-4B8A-913A-783153B47010}" srcOrd="0" destOrd="0" presId="urn:microsoft.com/office/officeart/2005/8/layout/list1"/>
    <dgm:cxn modelId="{B7A9A0A8-5CFF-46C9-A24F-F679B23EFCDC}" srcId="{0F9120FA-DE35-4F8B-9920-393747CB8763}" destId="{24C5FEC1-F459-4308-B7A7-3E447CE126E0}" srcOrd="4" destOrd="0" parTransId="{283422FC-21D7-4BAC-A16F-BC4DEB88240B}" sibTransId="{8CDCB4BA-F2AE-4C3B-AB52-E1FC3D824B7A}"/>
    <dgm:cxn modelId="{AB0D51AE-66E4-4381-947A-31351A1176F3}" type="presOf" srcId="{D6D78D37-D6AC-459A-A056-48B6CBB70D44}" destId="{DC2112FC-3D78-4B5D-847E-75C1742C27DF}" srcOrd="1" destOrd="0" presId="urn:microsoft.com/office/officeart/2005/8/layout/list1"/>
    <dgm:cxn modelId="{8FC3AACB-C984-4D31-9DD1-2AFD7EE666B5}" type="presOf" srcId="{D6A92D5B-6CAE-43AD-BB80-C94BBBFFC9CC}" destId="{1ABE4554-0994-4BB9-88C1-8E3184578408}" srcOrd="0" destOrd="0" presId="urn:microsoft.com/office/officeart/2005/8/layout/list1"/>
    <dgm:cxn modelId="{9079BED7-800B-46E2-A6A5-6343C471BF7F}" type="presOf" srcId="{68B6202D-F2EE-470A-B55E-096557E821E9}" destId="{EFE678DD-4210-4AC1-81E1-88D06AC8C335}" srcOrd="1" destOrd="0" presId="urn:microsoft.com/office/officeart/2005/8/layout/list1"/>
    <dgm:cxn modelId="{8A2671E1-2223-4C9B-8D69-C8A257634D3B}" type="presOf" srcId="{D6A92D5B-6CAE-43AD-BB80-C94BBBFFC9CC}" destId="{380D7823-4D3C-4B09-BD29-1D32819418CA}" srcOrd="1" destOrd="0" presId="urn:microsoft.com/office/officeart/2005/8/layout/list1"/>
    <dgm:cxn modelId="{C950C8E7-B425-48B2-B035-DBEAABDC2AED}" srcId="{0F9120FA-DE35-4F8B-9920-393747CB8763}" destId="{027A9F8A-7416-44C3-8C94-C1246CCC8495}" srcOrd="3" destOrd="0" parTransId="{86D09671-5AA0-4BE7-98C0-808BD082981B}" sibTransId="{CB5F4A7A-39C9-4CF3-B8EB-716786FA4C32}"/>
    <dgm:cxn modelId="{33A57FF4-E850-4727-BD98-53E77C8B4219}" srcId="{0F9120FA-DE35-4F8B-9920-393747CB8763}" destId="{1B1D03FB-3F6E-4FA4-824A-0538733A3F62}" srcOrd="0" destOrd="0" parTransId="{1F09BE12-4478-4C89-9B80-D0F65A687D36}" sibTransId="{78184033-BC2F-4EEA-A724-7B9BE988EF48}"/>
    <dgm:cxn modelId="{D15420FB-BA6B-4C90-910F-4F1FA0869319}" type="presOf" srcId="{25D0FAAB-B647-4E27-B81F-3E19DD721B54}" destId="{398CCF6D-8707-470A-837F-E8F66051D3B3}" srcOrd="1" destOrd="0" presId="urn:microsoft.com/office/officeart/2005/8/layout/list1"/>
    <dgm:cxn modelId="{038D636D-92BC-4519-9206-916625919CC7}" type="presParOf" srcId="{D9E7C84D-1F12-4B8A-913A-783153B47010}" destId="{43993574-0762-4212-93C1-B080976B8FAB}" srcOrd="0" destOrd="0" presId="urn:microsoft.com/office/officeart/2005/8/layout/list1"/>
    <dgm:cxn modelId="{4AC6F760-FC43-4E6C-9E68-E04C9E864BDD}" type="presParOf" srcId="{43993574-0762-4212-93C1-B080976B8FAB}" destId="{305DB952-D5F9-42CC-AF6C-50FCD91BC62E}" srcOrd="0" destOrd="0" presId="urn:microsoft.com/office/officeart/2005/8/layout/list1"/>
    <dgm:cxn modelId="{D2B93822-F301-47DC-AB06-3D71EF49552E}" type="presParOf" srcId="{43993574-0762-4212-93C1-B080976B8FAB}" destId="{DDAAE809-307D-4D17-82BB-999F9CB54AB2}" srcOrd="1" destOrd="0" presId="urn:microsoft.com/office/officeart/2005/8/layout/list1"/>
    <dgm:cxn modelId="{2772CC5A-69CE-464D-9F28-CF3523E40887}" type="presParOf" srcId="{D9E7C84D-1F12-4B8A-913A-783153B47010}" destId="{749E2C2E-3A70-4EF5-9335-8C5F42B18862}" srcOrd="1" destOrd="0" presId="urn:microsoft.com/office/officeart/2005/8/layout/list1"/>
    <dgm:cxn modelId="{62CF4FB6-849A-490A-B5FE-060AA37B5CEF}" type="presParOf" srcId="{D9E7C84D-1F12-4B8A-913A-783153B47010}" destId="{FDD7D7C0-7613-4703-9064-7718A98E2F24}" srcOrd="2" destOrd="0" presId="urn:microsoft.com/office/officeart/2005/8/layout/list1"/>
    <dgm:cxn modelId="{75DC99EC-EF5B-4FD9-894D-D5E053352395}" type="presParOf" srcId="{D9E7C84D-1F12-4B8A-913A-783153B47010}" destId="{CAE9BD3A-38B3-46D3-ABE6-3C1A5FAD0530}" srcOrd="3" destOrd="0" presId="urn:microsoft.com/office/officeart/2005/8/layout/list1"/>
    <dgm:cxn modelId="{731D0403-B316-4E0E-B0C0-FEE7D421F2F9}" type="presParOf" srcId="{D9E7C84D-1F12-4B8A-913A-783153B47010}" destId="{9D6406D2-41B4-4276-93D4-73ED984E4E98}" srcOrd="4" destOrd="0" presId="urn:microsoft.com/office/officeart/2005/8/layout/list1"/>
    <dgm:cxn modelId="{E0AA8ADD-8390-4B97-BC37-E95413AE668C}" type="presParOf" srcId="{9D6406D2-41B4-4276-93D4-73ED984E4E98}" destId="{2408472E-2F28-4747-A141-A37C5836C05E}" srcOrd="0" destOrd="0" presId="urn:microsoft.com/office/officeart/2005/8/layout/list1"/>
    <dgm:cxn modelId="{A514012C-1A12-4BDA-96EC-15D03A9C9296}" type="presParOf" srcId="{9D6406D2-41B4-4276-93D4-73ED984E4E98}" destId="{398CCF6D-8707-470A-837F-E8F66051D3B3}" srcOrd="1" destOrd="0" presId="urn:microsoft.com/office/officeart/2005/8/layout/list1"/>
    <dgm:cxn modelId="{AD611C07-5FD2-4A0A-A622-0D0CBF070235}" type="presParOf" srcId="{D9E7C84D-1F12-4B8A-913A-783153B47010}" destId="{8BE4E371-E87C-4B80-AFC6-A9E3DD9A816B}" srcOrd="5" destOrd="0" presId="urn:microsoft.com/office/officeart/2005/8/layout/list1"/>
    <dgm:cxn modelId="{E40C3602-B21E-45BE-B091-499CD51E3FD0}" type="presParOf" srcId="{D9E7C84D-1F12-4B8A-913A-783153B47010}" destId="{472A4168-4558-43D2-A8CF-8198AAB11E3E}" srcOrd="6" destOrd="0" presId="urn:microsoft.com/office/officeart/2005/8/layout/list1"/>
    <dgm:cxn modelId="{5F025E9C-FC60-48FC-9368-5CF6F9F4CAE2}" type="presParOf" srcId="{D9E7C84D-1F12-4B8A-913A-783153B47010}" destId="{B484871E-6EE9-42C7-A9D7-D3737EA417C9}" srcOrd="7" destOrd="0" presId="urn:microsoft.com/office/officeart/2005/8/layout/list1"/>
    <dgm:cxn modelId="{DB58639B-26F1-4BD5-B20D-364F5491C6D8}" type="presParOf" srcId="{D9E7C84D-1F12-4B8A-913A-783153B47010}" destId="{40CFF085-3E7D-42F8-8E4D-968DC099330E}" srcOrd="8" destOrd="0" presId="urn:microsoft.com/office/officeart/2005/8/layout/list1"/>
    <dgm:cxn modelId="{EF8167E1-5D06-4F1B-8383-2A2D5B52D6EC}" type="presParOf" srcId="{40CFF085-3E7D-42F8-8E4D-968DC099330E}" destId="{5567907E-C6A3-4C67-81E4-8FC2E89691EA}" srcOrd="0" destOrd="0" presId="urn:microsoft.com/office/officeart/2005/8/layout/list1"/>
    <dgm:cxn modelId="{81950945-B156-460E-8657-32702000005A}" type="presParOf" srcId="{40CFF085-3E7D-42F8-8E4D-968DC099330E}" destId="{EFE678DD-4210-4AC1-81E1-88D06AC8C335}" srcOrd="1" destOrd="0" presId="urn:microsoft.com/office/officeart/2005/8/layout/list1"/>
    <dgm:cxn modelId="{E520F6D1-0AF1-4E73-A0DC-43DBDDD01705}" type="presParOf" srcId="{D9E7C84D-1F12-4B8A-913A-783153B47010}" destId="{2E9D9A66-48D4-4F35-881C-ABE2A9F7856E}" srcOrd="9" destOrd="0" presId="urn:microsoft.com/office/officeart/2005/8/layout/list1"/>
    <dgm:cxn modelId="{D28A6772-4107-45B1-B391-1026E565EF2C}" type="presParOf" srcId="{D9E7C84D-1F12-4B8A-913A-783153B47010}" destId="{AFEF651F-98B3-4DB7-A8B3-2926EB0E5908}" srcOrd="10" destOrd="0" presId="urn:microsoft.com/office/officeart/2005/8/layout/list1"/>
    <dgm:cxn modelId="{22CCE53B-C281-42FC-A3E7-182EA4761766}" type="presParOf" srcId="{D9E7C84D-1F12-4B8A-913A-783153B47010}" destId="{19DA583E-5E6B-4595-91E2-664582775C88}" srcOrd="11" destOrd="0" presId="urn:microsoft.com/office/officeart/2005/8/layout/list1"/>
    <dgm:cxn modelId="{6F9A7DC0-11A6-43A7-9340-812CBFB2A702}" type="presParOf" srcId="{D9E7C84D-1F12-4B8A-913A-783153B47010}" destId="{AC9FDF0A-C178-4EA6-9A91-E6B5DB6911ED}" srcOrd="12" destOrd="0" presId="urn:microsoft.com/office/officeart/2005/8/layout/list1"/>
    <dgm:cxn modelId="{FB07D6A7-30D3-4BDD-91F7-2A644A57B939}" type="presParOf" srcId="{AC9FDF0A-C178-4EA6-9A91-E6B5DB6911ED}" destId="{078B2F28-32CE-4EB9-9F4D-CA657C440018}" srcOrd="0" destOrd="0" presId="urn:microsoft.com/office/officeart/2005/8/layout/list1"/>
    <dgm:cxn modelId="{D7F66069-9651-4523-9D05-DAA254D9A0F9}" type="presParOf" srcId="{AC9FDF0A-C178-4EA6-9A91-E6B5DB6911ED}" destId="{6C851AF5-E2F0-483F-B947-A73246BD7246}" srcOrd="1" destOrd="0" presId="urn:microsoft.com/office/officeart/2005/8/layout/list1"/>
    <dgm:cxn modelId="{FB9E2DB8-82F8-46A3-924B-6B0A59ED4595}" type="presParOf" srcId="{D9E7C84D-1F12-4B8A-913A-783153B47010}" destId="{8F28DA28-F6AB-488B-8B67-B5A7EC638C28}" srcOrd="13" destOrd="0" presId="urn:microsoft.com/office/officeart/2005/8/layout/list1"/>
    <dgm:cxn modelId="{2A6CFD0E-3A12-4CF0-8D51-7614B3E08793}" type="presParOf" srcId="{D9E7C84D-1F12-4B8A-913A-783153B47010}" destId="{3ADCFC5D-3683-4245-A1D6-3EB4D5D2EAF5}" srcOrd="14" destOrd="0" presId="urn:microsoft.com/office/officeart/2005/8/layout/list1"/>
    <dgm:cxn modelId="{41C2F14B-496F-42A1-891B-FF193BFB7611}" type="presParOf" srcId="{D9E7C84D-1F12-4B8A-913A-783153B47010}" destId="{E16043E9-1075-480D-BAC3-2F850D559E4D}" srcOrd="15" destOrd="0" presId="urn:microsoft.com/office/officeart/2005/8/layout/list1"/>
    <dgm:cxn modelId="{758F0240-64B2-417E-821A-4B72082C1831}" type="presParOf" srcId="{D9E7C84D-1F12-4B8A-913A-783153B47010}" destId="{18403EC0-638A-4AFF-BBDF-1BA86E977A6D}" srcOrd="16" destOrd="0" presId="urn:microsoft.com/office/officeart/2005/8/layout/list1"/>
    <dgm:cxn modelId="{08125F21-2DD3-467F-8DBB-FB2C55C7C715}" type="presParOf" srcId="{18403EC0-638A-4AFF-BBDF-1BA86E977A6D}" destId="{9C4B744B-F68D-4880-8117-1D3C2A7014EC}" srcOrd="0" destOrd="0" presId="urn:microsoft.com/office/officeart/2005/8/layout/list1"/>
    <dgm:cxn modelId="{49360FE0-23EC-4BEA-A494-A9C427382BB5}" type="presParOf" srcId="{18403EC0-638A-4AFF-BBDF-1BA86E977A6D}" destId="{FB8555EC-AEBC-4F83-BCE2-19019425C6BB}" srcOrd="1" destOrd="0" presId="urn:microsoft.com/office/officeart/2005/8/layout/list1"/>
    <dgm:cxn modelId="{9F984D29-F9BB-4039-8662-7E222FDD5900}" type="presParOf" srcId="{D9E7C84D-1F12-4B8A-913A-783153B47010}" destId="{DAE040BB-71D3-4CCD-A213-DAAAEFD33E9C}" srcOrd="17" destOrd="0" presId="urn:microsoft.com/office/officeart/2005/8/layout/list1"/>
    <dgm:cxn modelId="{6BEBC408-EE04-4538-92B3-F060492A5279}" type="presParOf" srcId="{D9E7C84D-1F12-4B8A-913A-783153B47010}" destId="{4FBE89EA-2BE7-4CEB-8345-B29DDB6FCA9B}" srcOrd="18" destOrd="0" presId="urn:microsoft.com/office/officeart/2005/8/layout/list1"/>
    <dgm:cxn modelId="{C227A608-5C10-4FFF-AD22-6575C4965247}" type="presParOf" srcId="{D9E7C84D-1F12-4B8A-913A-783153B47010}" destId="{A5A6F864-C2E9-437D-A0A2-975B5A24D117}" srcOrd="19" destOrd="0" presId="urn:microsoft.com/office/officeart/2005/8/layout/list1"/>
    <dgm:cxn modelId="{CDEBAF12-186E-4D2C-947E-D6A1827BBA19}" type="presParOf" srcId="{D9E7C84D-1F12-4B8A-913A-783153B47010}" destId="{20FB3C15-73A3-4165-BA98-24921BDC588C}" srcOrd="20" destOrd="0" presId="urn:microsoft.com/office/officeart/2005/8/layout/list1"/>
    <dgm:cxn modelId="{7B002C15-B674-44BB-9CB8-966AA120C099}" type="presParOf" srcId="{20FB3C15-73A3-4165-BA98-24921BDC588C}" destId="{2F7FF3F2-3491-484F-9A56-42EE88C86BD9}" srcOrd="0" destOrd="0" presId="urn:microsoft.com/office/officeart/2005/8/layout/list1"/>
    <dgm:cxn modelId="{1E8FF86A-B5F3-4A3E-9C42-44C96AFFBABF}" type="presParOf" srcId="{20FB3C15-73A3-4165-BA98-24921BDC588C}" destId="{DC2112FC-3D78-4B5D-847E-75C1742C27DF}" srcOrd="1" destOrd="0" presId="urn:microsoft.com/office/officeart/2005/8/layout/list1"/>
    <dgm:cxn modelId="{78082CDC-A97B-4E3B-A3E8-8C8703BD1F2C}" type="presParOf" srcId="{D9E7C84D-1F12-4B8A-913A-783153B47010}" destId="{F0779C81-D55E-4F12-97A5-89F3FBE78AD3}" srcOrd="21" destOrd="0" presId="urn:microsoft.com/office/officeart/2005/8/layout/list1"/>
    <dgm:cxn modelId="{6E77363F-7419-4E46-A17F-EE9AF2C0A52C}" type="presParOf" srcId="{D9E7C84D-1F12-4B8A-913A-783153B47010}" destId="{88E963BD-6FA2-4C10-BCA7-4EEA3F3E6122}" srcOrd="22" destOrd="0" presId="urn:microsoft.com/office/officeart/2005/8/layout/list1"/>
    <dgm:cxn modelId="{ADFD9325-4195-4EC4-AB85-E5B918F2B18B}" type="presParOf" srcId="{D9E7C84D-1F12-4B8A-913A-783153B47010}" destId="{E51AACAF-B0C5-46D9-9409-D6692FE03270}" srcOrd="23" destOrd="0" presId="urn:microsoft.com/office/officeart/2005/8/layout/list1"/>
    <dgm:cxn modelId="{314CA3D8-2A0C-447E-93CE-1749378F1C4D}" type="presParOf" srcId="{D9E7C84D-1F12-4B8A-913A-783153B47010}" destId="{DFA1614E-BA03-4E2C-A812-E9CBBFBC2949}" srcOrd="24" destOrd="0" presId="urn:microsoft.com/office/officeart/2005/8/layout/list1"/>
    <dgm:cxn modelId="{5584E8E7-C76E-49F4-9A1E-0443188C97AB}" type="presParOf" srcId="{DFA1614E-BA03-4E2C-A812-E9CBBFBC2949}" destId="{7A41144D-A0C8-4772-A98B-C61A04C30992}" srcOrd="0" destOrd="0" presId="urn:microsoft.com/office/officeart/2005/8/layout/list1"/>
    <dgm:cxn modelId="{ADCD8B45-96B6-4616-B5B3-80C110712551}" type="presParOf" srcId="{DFA1614E-BA03-4E2C-A812-E9CBBFBC2949}" destId="{FA410010-462C-4572-9AA8-CF1E0F128190}" srcOrd="1" destOrd="0" presId="urn:microsoft.com/office/officeart/2005/8/layout/list1"/>
    <dgm:cxn modelId="{CBCEB68B-8213-4AB5-8C4D-360B737D2B41}" type="presParOf" srcId="{D9E7C84D-1F12-4B8A-913A-783153B47010}" destId="{35FA9190-7E84-42B4-B27C-49ADBA3573E3}" srcOrd="25" destOrd="0" presId="urn:microsoft.com/office/officeart/2005/8/layout/list1"/>
    <dgm:cxn modelId="{EF46BEE9-9CA3-4BFE-82C1-B688A5FBA3A8}" type="presParOf" srcId="{D9E7C84D-1F12-4B8A-913A-783153B47010}" destId="{207E6EC4-49E5-4E5C-8F9F-95BE3846EEB2}" srcOrd="26" destOrd="0" presId="urn:microsoft.com/office/officeart/2005/8/layout/list1"/>
    <dgm:cxn modelId="{F0AE3A30-3317-4FCE-AB5D-FAAE5B0ACDAC}" type="presParOf" srcId="{D9E7C84D-1F12-4B8A-913A-783153B47010}" destId="{611427F1-EC8D-4F2A-A4D5-4F192F4BFED9}" srcOrd="27" destOrd="0" presId="urn:microsoft.com/office/officeart/2005/8/layout/list1"/>
    <dgm:cxn modelId="{4F759B48-4940-4A85-9ACC-B23AE4B92E96}" type="presParOf" srcId="{D9E7C84D-1F12-4B8A-913A-783153B47010}" destId="{657C4D13-DFB7-48F4-8F15-75BD1AE1A1AF}" srcOrd="28" destOrd="0" presId="urn:microsoft.com/office/officeart/2005/8/layout/list1"/>
    <dgm:cxn modelId="{710E7B85-1F53-4A92-A3C7-D01704DAAB3D}" type="presParOf" srcId="{657C4D13-DFB7-48F4-8F15-75BD1AE1A1AF}" destId="{1ABE4554-0994-4BB9-88C1-8E3184578408}" srcOrd="0" destOrd="0" presId="urn:microsoft.com/office/officeart/2005/8/layout/list1"/>
    <dgm:cxn modelId="{F8BD0AAA-6774-4605-808D-382A3CAA71BB}" type="presParOf" srcId="{657C4D13-DFB7-48F4-8F15-75BD1AE1A1AF}" destId="{380D7823-4D3C-4B09-BD29-1D32819418CA}" srcOrd="1" destOrd="0" presId="urn:microsoft.com/office/officeart/2005/8/layout/list1"/>
    <dgm:cxn modelId="{417AEA91-3133-4391-A1AB-068A9B1CC4B2}" type="presParOf" srcId="{D9E7C84D-1F12-4B8A-913A-783153B47010}" destId="{7CEE5B0F-F103-4794-86B8-5E6017D797AD}" srcOrd="29" destOrd="0" presId="urn:microsoft.com/office/officeart/2005/8/layout/list1"/>
    <dgm:cxn modelId="{A1947559-30AD-41DD-ABBD-5BD6E03184E3}" type="presParOf" srcId="{D9E7C84D-1F12-4B8A-913A-783153B47010}" destId="{23BE58E9-31BB-419D-A83E-8B0C945D5E0D}" srcOrd="3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8C25162-0288-403B-BF67-40E512B0AEB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21F2DC0F-669A-4E46-9F77-B0013CFDE00A}">
      <dgm:prSet phldrT="[Text]" custT="1"/>
      <dgm:spPr>
        <a:solidFill>
          <a:schemeClr val="bg1"/>
        </a:solidFill>
      </dgm:spPr>
      <dgm:t>
        <a:bodyPr/>
        <a:lstStyle/>
        <a:p>
          <a:r>
            <a:rPr lang="en-IN" sz="2800" b="1" dirty="0">
              <a:solidFill>
                <a:schemeClr val="tx1"/>
              </a:solidFill>
            </a:rPr>
            <a:t>Sentences which express request, order, advice, suggestion, prohibition etc., are called imperative sentences.</a:t>
          </a:r>
        </a:p>
      </dgm:t>
    </dgm:pt>
    <dgm:pt modelId="{5C2F5CF1-A6C9-46D9-BEC8-C78D0BBCB1EA}" type="parTrans" cxnId="{6A03F814-1276-49DD-BFEE-878D8F7847CD}">
      <dgm:prSet/>
      <dgm:spPr/>
      <dgm:t>
        <a:bodyPr/>
        <a:lstStyle/>
        <a:p>
          <a:endParaRPr lang="en-IN"/>
        </a:p>
      </dgm:t>
    </dgm:pt>
    <dgm:pt modelId="{FB70CBD6-8DF2-4C74-B898-3F2B09EE52BA}" type="sibTrans" cxnId="{6A03F814-1276-49DD-BFEE-878D8F7847CD}">
      <dgm:prSet/>
      <dgm:spPr/>
      <dgm:t>
        <a:bodyPr/>
        <a:lstStyle/>
        <a:p>
          <a:endParaRPr lang="en-IN"/>
        </a:p>
      </dgm:t>
    </dgm:pt>
    <dgm:pt modelId="{1C4795A8-B059-4D32-A62C-61D77B91E39D}">
      <dgm:prSet custT="1"/>
      <dgm:spPr>
        <a:solidFill>
          <a:schemeClr val="bg1"/>
        </a:solidFill>
      </dgm:spPr>
      <dgm:t>
        <a:bodyPr/>
        <a:lstStyle/>
        <a:p>
          <a:r>
            <a:rPr lang="en-IN" sz="2800" b="1" dirty="0">
              <a:solidFill>
                <a:schemeClr val="tx1"/>
              </a:solidFill>
            </a:rPr>
            <a:t>The imperative sentence in the passive voice has the following structure:</a:t>
          </a:r>
          <a:br>
            <a:rPr lang="en-IN" sz="2800" b="1" dirty="0">
              <a:solidFill>
                <a:schemeClr val="tx1"/>
              </a:solidFill>
            </a:rPr>
          </a:br>
          <a:r>
            <a:rPr lang="en-IN" sz="2800" b="1" dirty="0">
              <a:solidFill>
                <a:schemeClr val="tx1"/>
              </a:solidFill>
            </a:rPr>
            <a:t>Let + object + be + past participle</a:t>
          </a:r>
          <a:br>
            <a:rPr lang="en-IN" sz="2800" b="1" dirty="0">
              <a:solidFill>
                <a:schemeClr val="tx1"/>
              </a:solidFill>
            </a:rPr>
          </a:br>
          <a:r>
            <a:rPr lang="en-IN" sz="2800" b="1" dirty="0">
              <a:solidFill>
                <a:schemeClr val="tx1"/>
              </a:solidFill>
            </a:rPr>
            <a:t>When the active voice begins with do not, the passive voice has the following structure:</a:t>
          </a:r>
          <a:br>
            <a:rPr lang="en-IN" sz="2800" b="1" dirty="0">
              <a:solidFill>
                <a:schemeClr val="tx1"/>
              </a:solidFill>
            </a:rPr>
          </a:br>
          <a:r>
            <a:rPr lang="en-IN" sz="2800" b="1" dirty="0">
              <a:solidFill>
                <a:schemeClr val="tx1"/>
              </a:solidFill>
            </a:rPr>
            <a:t>Let not + object + be + past participle</a:t>
          </a:r>
        </a:p>
      </dgm:t>
    </dgm:pt>
    <dgm:pt modelId="{E08DE8F2-71B6-46E6-8352-2AF55B6DD893}" type="parTrans" cxnId="{F1643B90-4278-4826-8211-30470DF0F697}">
      <dgm:prSet/>
      <dgm:spPr/>
      <dgm:t>
        <a:bodyPr/>
        <a:lstStyle/>
        <a:p>
          <a:endParaRPr lang="en-IN"/>
        </a:p>
      </dgm:t>
    </dgm:pt>
    <dgm:pt modelId="{FF54F8B0-61E7-47F1-A451-5EFBE49F97F6}" type="sibTrans" cxnId="{F1643B90-4278-4826-8211-30470DF0F697}">
      <dgm:prSet/>
      <dgm:spPr/>
      <dgm:t>
        <a:bodyPr/>
        <a:lstStyle/>
        <a:p>
          <a:endParaRPr lang="en-IN"/>
        </a:p>
      </dgm:t>
    </dgm:pt>
    <dgm:pt modelId="{0E9FC83A-ED46-46F1-95BB-9B6AB1F582D5}">
      <dgm:prSet custT="1"/>
      <dgm:spPr>
        <a:solidFill>
          <a:schemeClr val="bg1"/>
        </a:solidFill>
      </dgm:spPr>
      <dgm:t>
        <a:bodyPr/>
        <a:lstStyle/>
        <a:p>
          <a:r>
            <a:rPr lang="en-IN" sz="2800" b="1" dirty="0">
              <a:solidFill>
                <a:schemeClr val="tx1"/>
              </a:solidFill>
            </a:rPr>
            <a:t>In some sentences it is possible to put not after the object or be.</a:t>
          </a:r>
        </a:p>
      </dgm:t>
    </dgm:pt>
    <dgm:pt modelId="{6D2D2966-FDFE-4593-849C-5751813AD901}" type="parTrans" cxnId="{412464A4-6701-4D2B-94B4-2D9854E06080}">
      <dgm:prSet/>
      <dgm:spPr/>
      <dgm:t>
        <a:bodyPr/>
        <a:lstStyle/>
        <a:p>
          <a:endParaRPr lang="en-IN"/>
        </a:p>
      </dgm:t>
    </dgm:pt>
    <dgm:pt modelId="{64EF46D5-3D1C-4C86-8ED2-65907923EDC4}" type="sibTrans" cxnId="{412464A4-6701-4D2B-94B4-2D9854E06080}">
      <dgm:prSet/>
      <dgm:spPr/>
      <dgm:t>
        <a:bodyPr/>
        <a:lstStyle/>
        <a:p>
          <a:endParaRPr lang="en-IN"/>
        </a:p>
      </dgm:t>
    </dgm:pt>
    <dgm:pt modelId="{9D193184-A808-4504-A25E-8607D051EEF8}" type="pres">
      <dgm:prSet presAssocID="{A8C25162-0288-403B-BF67-40E512B0AEBE}" presName="linear" presStyleCnt="0">
        <dgm:presLayoutVars>
          <dgm:dir/>
          <dgm:animLvl val="lvl"/>
          <dgm:resizeHandles val="exact"/>
        </dgm:presLayoutVars>
      </dgm:prSet>
      <dgm:spPr/>
    </dgm:pt>
    <dgm:pt modelId="{9522FD64-E6DE-4B08-968A-9736905D1570}" type="pres">
      <dgm:prSet presAssocID="{21F2DC0F-669A-4E46-9F77-B0013CFDE00A}" presName="parentLin" presStyleCnt="0"/>
      <dgm:spPr/>
    </dgm:pt>
    <dgm:pt modelId="{C17235B4-99A3-4CCB-AA26-7A6C4B297122}" type="pres">
      <dgm:prSet presAssocID="{21F2DC0F-669A-4E46-9F77-B0013CFDE00A}" presName="parentLeftMargin" presStyleLbl="node1" presStyleIdx="0" presStyleCnt="3"/>
      <dgm:spPr/>
    </dgm:pt>
    <dgm:pt modelId="{06223502-AF76-4C0B-9147-6FBC27F403C5}" type="pres">
      <dgm:prSet presAssocID="{21F2DC0F-669A-4E46-9F77-B0013CFDE00A}" presName="parentText" presStyleLbl="node1" presStyleIdx="0" presStyleCnt="3" custScaleX="142857">
        <dgm:presLayoutVars>
          <dgm:chMax val="0"/>
          <dgm:bulletEnabled val="1"/>
        </dgm:presLayoutVars>
      </dgm:prSet>
      <dgm:spPr/>
    </dgm:pt>
    <dgm:pt modelId="{6022B406-D7A8-46BA-8BD9-2C82CC66CF7F}" type="pres">
      <dgm:prSet presAssocID="{21F2DC0F-669A-4E46-9F77-B0013CFDE00A}" presName="negativeSpace" presStyleCnt="0"/>
      <dgm:spPr/>
    </dgm:pt>
    <dgm:pt modelId="{434B4E1A-72A6-46C4-8708-010CD6800F2C}" type="pres">
      <dgm:prSet presAssocID="{21F2DC0F-669A-4E46-9F77-B0013CFDE00A}" presName="childText" presStyleLbl="conFgAcc1" presStyleIdx="0" presStyleCnt="3">
        <dgm:presLayoutVars>
          <dgm:bulletEnabled val="1"/>
        </dgm:presLayoutVars>
      </dgm:prSet>
      <dgm:spPr/>
    </dgm:pt>
    <dgm:pt modelId="{52A5E3E7-ED63-498B-B71A-1E91307397AB}" type="pres">
      <dgm:prSet presAssocID="{FB70CBD6-8DF2-4C74-B898-3F2B09EE52BA}" presName="spaceBetweenRectangles" presStyleCnt="0"/>
      <dgm:spPr/>
    </dgm:pt>
    <dgm:pt modelId="{F817ED97-5C91-4306-BC86-F37604966A92}" type="pres">
      <dgm:prSet presAssocID="{1C4795A8-B059-4D32-A62C-61D77B91E39D}" presName="parentLin" presStyleCnt="0"/>
      <dgm:spPr/>
    </dgm:pt>
    <dgm:pt modelId="{9369D941-4A06-4B40-A30A-AC67C54DCE08}" type="pres">
      <dgm:prSet presAssocID="{1C4795A8-B059-4D32-A62C-61D77B91E39D}" presName="parentLeftMargin" presStyleLbl="node1" presStyleIdx="0" presStyleCnt="3"/>
      <dgm:spPr/>
    </dgm:pt>
    <dgm:pt modelId="{3BD0C64B-5522-4AA9-860C-709B7C48F721}" type="pres">
      <dgm:prSet presAssocID="{1C4795A8-B059-4D32-A62C-61D77B91E39D}" presName="parentText" presStyleLbl="node1" presStyleIdx="1" presStyleCnt="3" custScaleX="142857" custScaleY="228195">
        <dgm:presLayoutVars>
          <dgm:chMax val="0"/>
          <dgm:bulletEnabled val="1"/>
        </dgm:presLayoutVars>
      </dgm:prSet>
      <dgm:spPr/>
    </dgm:pt>
    <dgm:pt modelId="{CAE23AB9-1BC9-485A-ACC1-BBEC10EC6CE7}" type="pres">
      <dgm:prSet presAssocID="{1C4795A8-B059-4D32-A62C-61D77B91E39D}" presName="negativeSpace" presStyleCnt="0"/>
      <dgm:spPr/>
    </dgm:pt>
    <dgm:pt modelId="{0E5E55F1-8808-4370-A51F-862E99D73F01}" type="pres">
      <dgm:prSet presAssocID="{1C4795A8-B059-4D32-A62C-61D77B91E39D}" presName="childText" presStyleLbl="conFgAcc1" presStyleIdx="1" presStyleCnt="3">
        <dgm:presLayoutVars>
          <dgm:bulletEnabled val="1"/>
        </dgm:presLayoutVars>
      </dgm:prSet>
      <dgm:spPr/>
    </dgm:pt>
    <dgm:pt modelId="{4E435206-25A8-4785-81A1-08FF855CC005}" type="pres">
      <dgm:prSet presAssocID="{FF54F8B0-61E7-47F1-A451-5EFBE49F97F6}" presName="spaceBetweenRectangles" presStyleCnt="0"/>
      <dgm:spPr/>
    </dgm:pt>
    <dgm:pt modelId="{5150CDF3-C1A5-4411-96B1-2BDA3EAB603D}" type="pres">
      <dgm:prSet presAssocID="{0E9FC83A-ED46-46F1-95BB-9B6AB1F582D5}" presName="parentLin" presStyleCnt="0"/>
      <dgm:spPr/>
    </dgm:pt>
    <dgm:pt modelId="{3DD8B75A-4905-49CB-BFB0-8A7030A114FC}" type="pres">
      <dgm:prSet presAssocID="{0E9FC83A-ED46-46F1-95BB-9B6AB1F582D5}" presName="parentLeftMargin" presStyleLbl="node1" presStyleIdx="1" presStyleCnt="3"/>
      <dgm:spPr/>
    </dgm:pt>
    <dgm:pt modelId="{7E0318D9-9D7B-4B25-A557-1B56020EA0BC}" type="pres">
      <dgm:prSet presAssocID="{0E9FC83A-ED46-46F1-95BB-9B6AB1F582D5}" presName="parentText" presStyleLbl="node1" presStyleIdx="2" presStyleCnt="3" custScaleX="142857">
        <dgm:presLayoutVars>
          <dgm:chMax val="0"/>
          <dgm:bulletEnabled val="1"/>
        </dgm:presLayoutVars>
      </dgm:prSet>
      <dgm:spPr/>
    </dgm:pt>
    <dgm:pt modelId="{58EDC6A8-331B-481B-BA8F-3FE48B20E30F}" type="pres">
      <dgm:prSet presAssocID="{0E9FC83A-ED46-46F1-95BB-9B6AB1F582D5}" presName="negativeSpace" presStyleCnt="0"/>
      <dgm:spPr/>
    </dgm:pt>
    <dgm:pt modelId="{C21D74AF-D02B-45F7-AF42-3548BA1E15AF}" type="pres">
      <dgm:prSet presAssocID="{0E9FC83A-ED46-46F1-95BB-9B6AB1F582D5}" presName="childText" presStyleLbl="conFgAcc1" presStyleIdx="2" presStyleCnt="3">
        <dgm:presLayoutVars>
          <dgm:bulletEnabled val="1"/>
        </dgm:presLayoutVars>
      </dgm:prSet>
      <dgm:spPr/>
    </dgm:pt>
  </dgm:ptLst>
  <dgm:cxnLst>
    <dgm:cxn modelId="{8829B003-CADA-4719-A277-7EB05A26D36E}" type="presOf" srcId="{0E9FC83A-ED46-46F1-95BB-9B6AB1F582D5}" destId="{3DD8B75A-4905-49CB-BFB0-8A7030A114FC}" srcOrd="0" destOrd="0" presId="urn:microsoft.com/office/officeart/2005/8/layout/list1"/>
    <dgm:cxn modelId="{6A03F814-1276-49DD-BFEE-878D8F7847CD}" srcId="{A8C25162-0288-403B-BF67-40E512B0AEBE}" destId="{21F2DC0F-669A-4E46-9F77-B0013CFDE00A}" srcOrd="0" destOrd="0" parTransId="{5C2F5CF1-A6C9-46D9-BEC8-C78D0BBCB1EA}" sibTransId="{FB70CBD6-8DF2-4C74-B898-3F2B09EE52BA}"/>
    <dgm:cxn modelId="{43CFCF38-3612-44BF-B4BD-E2BF19AA2950}" type="presOf" srcId="{0E9FC83A-ED46-46F1-95BB-9B6AB1F582D5}" destId="{7E0318D9-9D7B-4B25-A557-1B56020EA0BC}" srcOrd="1" destOrd="0" presId="urn:microsoft.com/office/officeart/2005/8/layout/list1"/>
    <dgm:cxn modelId="{5EB4506B-27B0-4EBF-95D7-6575EEFB8472}" type="presOf" srcId="{21F2DC0F-669A-4E46-9F77-B0013CFDE00A}" destId="{06223502-AF76-4C0B-9147-6FBC27F403C5}" srcOrd="1" destOrd="0" presId="urn:microsoft.com/office/officeart/2005/8/layout/list1"/>
    <dgm:cxn modelId="{71E4CA55-72C4-4C68-AC46-56BE9926A1C7}" type="presOf" srcId="{1C4795A8-B059-4D32-A62C-61D77B91E39D}" destId="{3BD0C64B-5522-4AA9-860C-709B7C48F721}" srcOrd="1" destOrd="0" presId="urn:microsoft.com/office/officeart/2005/8/layout/list1"/>
    <dgm:cxn modelId="{F1643B90-4278-4826-8211-30470DF0F697}" srcId="{A8C25162-0288-403B-BF67-40E512B0AEBE}" destId="{1C4795A8-B059-4D32-A62C-61D77B91E39D}" srcOrd="1" destOrd="0" parTransId="{E08DE8F2-71B6-46E6-8352-2AF55B6DD893}" sibTransId="{FF54F8B0-61E7-47F1-A451-5EFBE49F97F6}"/>
    <dgm:cxn modelId="{412464A4-6701-4D2B-94B4-2D9854E06080}" srcId="{A8C25162-0288-403B-BF67-40E512B0AEBE}" destId="{0E9FC83A-ED46-46F1-95BB-9B6AB1F582D5}" srcOrd="2" destOrd="0" parTransId="{6D2D2966-FDFE-4593-849C-5751813AD901}" sibTransId="{64EF46D5-3D1C-4C86-8ED2-65907923EDC4}"/>
    <dgm:cxn modelId="{FEFD29C5-69B7-4CC2-82D3-B8CBA13DCC18}" type="presOf" srcId="{A8C25162-0288-403B-BF67-40E512B0AEBE}" destId="{9D193184-A808-4504-A25E-8607D051EEF8}" srcOrd="0" destOrd="0" presId="urn:microsoft.com/office/officeart/2005/8/layout/list1"/>
    <dgm:cxn modelId="{AFB293ED-1F1C-4DDD-A0C9-1DEB6E6B0366}" type="presOf" srcId="{21F2DC0F-669A-4E46-9F77-B0013CFDE00A}" destId="{C17235B4-99A3-4CCB-AA26-7A6C4B297122}" srcOrd="0" destOrd="0" presId="urn:microsoft.com/office/officeart/2005/8/layout/list1"/>
    <dgm:cxn modelId="{7D8C31FA-6670-4B41-BD42-1F93A59473C5}" type="presOf" srcId="{1C4795A8-B059-4D32-A62C-61D77B91E39D}" destId="{9369D941-4A06-4B40-A30A-AC67C54DCE08}" srcOrd="0" destOrd="0" presId="urn:microsoft.com/office/officeart/2005/8/layout/list1"/>
    <dgm:cxn modelId="{7F30B959-0364-48A1-9B96-CC0561732642}" type="presParOf" srcId="{9D193184-A808-4504-A25E-8607D051EEF8}" destId="{9522FD64-E6DE-4B08-968A-9736905D1570}" srcOrd="0" destOrd="0" presId="urn:microsoft.com/office/officeart/2005/8/layout/list1"/>
    <dgm:cxn modelId="{B3561048-B7EC-42E4-8E02-DE383D3D6DA2}" type="presParOf" srcId="{9522FD64-E6DE-4B08-968A-9736905D1570}" destId="{C17235B4-99A3-4CCB-AA26-7A6C4B297122}" srcOrd="0" destOrd="0" presId="urn:microsoft.com/office/officeart/2005/8/layout/list1"/>
    <dgm:cxn modelId="{59DFDDE0-497A-4889-957B-31F27145791D}" type="presParOf" srcId="{9522FD64-E6DE-4B08-968A-9736905D1570}" destId="{06223502-AF76-4C0B-9147-6FBC27F403C5}" srcOrd="1" destOrd="0" presId="urn:microsoft.com/office/officeart/2005/8/layout/list1"/>
    <dgm:cxn modelId="{F34158DB-3D8D-42DB-9EF6-145897BBD2C5}" type="presParOf" srcId="{9D193184-A808-4504-A25E-8607D051EEF8}" destId="{6022B406-D7A8-46BA-8BD9-2C82CC66CF7F}" srcOrd="1" destOrd="0" presId="urn:microsoft.com/office/officeart/2005/8/layout/list1"/>
    <dgm:cxn modelId="{D6712D4B-A273-44E6-93A1-ED4DF05556CD}" type="presParOf" srcId="{9D193184-A808-4504-A25E-8607D051EEF8}" destId="{434B4E1A-72A6-46C4-8708-010CD6800F2C}" srcOrd="2" destOrd="0" presId="urn:microsoft.com/office/officeart/2005/8/layout/list1"/>
    <dgm:cxn modelId="{D252AB51-8DBE-463C-A0B5-A2E96A1D6F96}" type="presParOf" srcId="{9D193184-A808-4504-A25E-8607D051EEF8}" destId="{52A5E3E7-ED63-498B-B71A-1E91307397AB}" srcOrd="3" destOrd="0" presId="urn:microsoft.com/office/officeart/2005/8/layout/list1"/>
    <dgm:cxn modelId="{F04FDBA8-9B6F-459F-B42F-7A70A9258D56}" type="presParOf" srcId="{9D193184-A808-4504-A25E-8607D051EEF8}" destId="{F817ED97-5C91-4306-BC86-F37604966A92}" srcOrd="4" destOrd="0" presId="urn:microsoft.com/office/officeart/2005/8/layout/list1"/>
    <dgm:cxn modelId="{D619ED92-70E3-4292-8EA2-91F0059FCC76}" type="presParOf" srcId="{F817ED97-5C91-4306-BC86-F37604966A92}" destId="{9369D941-4A06-4B40-A30A-AC67C54DCE08}" srcOrd="0" destOrd="0" presId="urn:microsoft.com/office/officeart/2005/8/layout/list1"/>
    <dgm:cxn modelId="{CA913C2E-DAC5-41FF-8C9A-A05C6C6A82B5}" type="presParOf" srcId="{F817ED97-5C91-4306-BC86-F37604966A92}" destId="{3BD0C64B-5522-4AA9-860C-709B7C48F721}" srcOrd="1" destOrd="0" presId="urn:microsoft.com/office/officeart/2005/8/layout/list1"/>
    <dgm:cxn modelId="{BF7F8184-7AE9-425C-A6CC-077983B4F629}" type="presParOf" srcId="{9D193184-A808-4504-A25E-8607D051EEF8}" destId="{CAE23AB9-1BC9-485A-ACC1-BBEC10EC6CE7}" srcOrd="5" destOrd="0" presId="urn:microsoft.com/office/officeart/2005/8/layout/list1"/>
    <dgm:cxn modelId="{E0F2117E-0452-4082-A546-39C1C7AFA50A}" type="presParOf" srcId="{9D193184-A808-4504-A25E-8607D051EEF8}" destId="{0E5E55F1-8808-4370-A51F-862E99D73F01}" srcOrd="6" destOrd="0" presId="urn:microsoft.com/office/officeart/2005/8/layout/list1"/>
    <dgm:cxn modelId="{F6A175F1-0003-4FA5-91A1-F10278EA31D4}" type="presParOf" srcId="{9D193184-A808-4504-A25E-8607D051EEF8}" destId="{4E435206-25A8-4785-81A1-08FF855CC005}" srcOrd="7" destOrd="0" presId="urn:microsoft.com/office/officeart/2005/8/layout/list1"/>
    <dgm:cxn modelId="{FA84A534-8F74-4DF0-A866-5FD10C884E05}" type="presParOf" srcId="{9D193184-A808-4504-A25E-8607D051EEF8}" destId="{5150CDF3-C1A5-4411-96B1-2BDA3EAB603D}" srcOrd="8" destOrd="0" presId="urn:microsoft.com/office/officeart/2005/8/layout/list1"/>
    <dgm:cxn modelId="{11A9AF8E-5F9C-44BB-8320-8C50CC689825}" type="presParOf" srcId="{5150CDF3-C1A5-4411-96B1-2BDA3EAB603D}" destId="{3DD8B75A-4905-49CB-BFB0-8A7030A114FC}" srcOrd="0" destOrd="0" presId="urn:microsoft.com/office/officeart/2005/8/layout/list1"/>
    <dgm:cxn modelId="{5EEC9E60-27ED-46AC-B484-4745F95DE4B7}" type="presParOf" srcId="{5150CDF3-C1A5-4411-96B1-2BDA3EAB603D}" destId="{7E0318D9-9D7B-4B25-A557-1B56020EA0BC}" srcOrd="1" destOrd="0" presId="urn:microsoft.com/office/officeart/2005/8/layout/list1"/>
    <dgm:cxn modelId="{230390C2-C854-4638-BA8B-2B91327339A4}" type="presParOf" srcId="{9D193184-A808-4504-A25E-8607D051EEF8}" destId="{58EDC6A8-331B-481B-BA8F-3FE48B20E30F}" srcOrd="9" destOrd="0" presId="urn:microsoft.com/office/officeart/2005/8/layout/list1"/>
    <dgm:cxn modelId="{60891D74-16D3-4933-8BBB-7011FE1076E7}" type="presParOf" srcId="{9D193184-A808-4504-A25E-8607D051EEF8}" destId="{C21D74AF-D02B-45F7-AF42-3548BA1E15AF}"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8C25162-0288-403B-BF67-40E512B0AEBE}"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21F2DC0F-669A-4E46-9F77-B0013CFDE00A}">
      <dgm:prSet phldrT="[Text]" custT="1"/>
      <dgm:spPr/>
      <dgm:t>
        <a:bodyPr/>
        <a:lstStyle/>
        <a:p>
          <a:r>
            <a:rPr lang="en-IN" sz="2800" b="1" dirty="0"/>
            <a:t> </a:t>
          </a:r>
          <a:r>
            <a:rPr lang="en-IN" sz="2800" dirty="0"/>
            <a:t>Active: </a:t>
          </a:r>
          <a:r>
            <a:rPr lang="en-IN" sz="2800" b="1" dirty="0"/>
            <a:t>Bring</a:t>
          </a:r>
          <a:r>
            <a:rPr lang="en-IN" sz="2800" dirty="0"/>
            <a:t> it home.</a:t>
          </a:r>
          <a:endParaRPr lang="en-IN" sz="2800" b="1" dirty="0"/>
        </a:p>
      </dgm:t>
    </dgm:pt>
    <dgm:pt modelId="{5C2F5CF1-A6C9-46D9-BEC8-C78D0BBCB1EA}" type="parTrans" cxnId="{6A03F814-1276-49DD-BFEE-878D8F7847CD}">
      <dgm:prSet/>
      <dgm:spPr/>
      <dgm:t>
        <a:bodyPr/>
        <a:lstStyle/>
        <a:p>
          <a:endParaRPr lang="en-IN"/>
        </a:p>
      </dgm:t>
    </dgm:pt>
    <dgm:pt modelId="{FB70CBD6-8DF2-4C74-B898-3F2B09EE52BA}" type="sibTrans" cxnId="{6A03F814-1276-49DD-BFEE-878D8F7847CD}">
      <dgm:prSet/>
      <dgm:spPr/>
      <dgm:t>
        <a:bodyPr/>
        <a:lstStyle/>
        <a:p>
          <a:endParaRPr lang="en-IN"/>
        </a:p>
      </dgm:t>
    </dgm:pt>
    <dgm:pt modelId="{E39AFD8D-4B51-403C-81B4-D16EA854DA46}">
      <dgm:prSet phldrT="[Text]" custT="1"/>
      <dgm:spPr/>
      <dgm:t>
        <a:bodyPr/>
        <a:lstStyle/>
        <a:p>
          <a:r>
            <a:rPr lang="en-IN" sz="2800"/>
            <a:t>Passive: </a:t>
          </a:r>
          <a:r>
            <a:rPr lang="en-IN" sz="2800" b="1"/>
            <a:t>Let it be brought</a:t>
          </a:r>
          <a:r>
            <a:rPr lang="en-IN" sz="2800"/>
            <a:t> home.</a:t>
          </a:r>
          <a:br>
            <a:rPr lang="en-IN" sz="2800"/>
          </a:br>
          <a:r>
            <a:rPr lang="en-IN" sz="2800"/>
            <a:t>Active: </a:t>
          </a:r>
          <a:r>
            <a:rPr lang="en-IN" sz="2800" b="1"/>
            <a:t>Do</a:t>
          </a:r>
          <a:r>
            <a:rPr lang="en-IN" sz="2800"/>
            <a:t> it at once.</a:t>
          </a:r>
          <a:br>
            <a:rPr lang="en-IN" sz="2800"/>
          </a:br>
          <a:r>
            <a:rPr lang="en-IN" sz="2800"/>
            <a:t>Passive: </a:t>
          </a:r>
          <a:r>
            <a:rPr lang="en-IN" sz="2800" b="1"/>
            <a:t>Let it be done </a:t>
          </a:r>
          <a:r>
            <a:rPr lang="en-IN" sz="2800"/>
            <a:t>at once.</a:t>
          </a:r>
          <a:endParaRPr lang="en-IN" sz="2800" b="1" dirty="0"/>
        </a:p>
      </dgm:t>
    </dgm:pt>
    <dgm:pt modelId="{F0164D1D-B145-4003-8DDB-9FB66BDB8F7B}" type="parTrans" cxnId="{51CB3B2C-9650-4277-BB80-9083C59EDBE3}">
      <dgm:prSet/>
      <dgm:spPr/>
      <dgm:t>
        <a:bodyPr/>
        <a:lstStyle/>
        <a:p>
          <a:endParaRPr lang="en-IN"/>
        </a:p>
      </dgm:t>
    </dgm:pt>
    <dgm:pt modelId="{967C2CCC-5BF2-46D1-8D4D-27B974DCC050}" type="sibTrans" cxnId="{51CB3B2C-9650-4277-BB80-9083C59EDBE3}">
      <dgm:prSet/>
      <dgm:spPr/>
      <dgm:t>
        <a:bodyPr/>
        <a:lstStyle/>
        <a:p>
          <a:endParaRPr lang="en-IN"/>
        </a:p>
      </dgm:t>
    </dgm:pt>
    <dgm:pt modelId="{5F3F1784-2C52-40E8-A24B-B45D2C1D645E}">
      <dgm:prSet phldrT="[Text]" custT="1"/>
      <dgm:spPr/>
      <dgm:t>
        <a:bodyPr/>
        <a:lstStyle/>
        <a:p>
          <a:r>
            <a:rPr lang="en-IN" sz="2800"/>
            <a:t>Active: </a:t>
          </a:r>
          <a:r>
            <a:rPr lang="en-IN" sz="2800" b="1"/>
            <a:t>Do not beat </a:t>
          </a:r>
          <a:r>
            <a:rPr lang="en-IN" sz="2800"/>
            <a:t>the dog.</a:t>
          </a:r>
          <a:br>
            <a:rPr lang="en-IN" sz="2800"/>
          </a:br>
          <a:r>
            <a:rPr lang="en-IN" sz="2800"/>
            <a:t>Passive: </a:t>
          </a:r>
          <a:r>
            <a:rPr lang="en-IN" sz="2800" b="1"/>
            <a:t>Let the dog not be beaten.</a:t>
          </a:r>
          <a:endParaRPr lang="en-IN" sz="2800" b="1" dirty="0"/>
        </a:p>
      </dgm:t>
    </dgm:pt>
    <dgm:pt modelId="{E5BFE766-9D35-462B-A1F4-374A506C4585}" type="parTrans" cxnId="{7CF9960C-7F7C-4540-8795-CF16C079A707}">
      <dgm:prSet/>
      <dgm:spPr/>
      <dgm:t>
        <a:bodyPr/>
        <a:lstStyle/>
        <a:p>
          <a:endParaRPr lang="en-IN"/>
        </a:p>
      </dgm:t>
    </dgm:pt>
    <dgm:pt modelId="{3A8393AC-2944-4809-9009-3402525128E5}" type="sibTrans" cxnId="{7CF9960C-7F7C-4540-8795-CF16C079A707}">
      <dgm:prSet/>
      <dgm:spPr/>
      <dgm:t>
        <a:bodyPr/>
        <a:lstStyle/>
        <a:p>
          <a:endParaRPr lang="en-IN"/>
        </a:p>
      </dgm:t>
    </dgm:pt>
    <dgm:pt modelId="{07F284D9-7FF9-4638-B434-1A0D40C6B9A2}">
      <dgm:prSet phldrT="[Text]" custT="1"/>
      <dgm:spPr/>
      <dgm:t>
        <a:bodyPr/>
        <a:lstStyle/>
        <a:p>
          <a:r>
            <a:rPr lang="en-IN" sz="2800"/>
            <a:t>Active: Let me do it.</a:t>
          </a:r>
          <a:endParaRPr lang="en-IN" sz="2800" b="1" dirty="0"/>
        </a:p>
      </dgm:t>
    </dgm:pt>
    <dgm:pt modelId="{AFE78E6F-FF43-4B55-893B-B040968CCA86}" type="parTrans" cxnId="{FF6F6420-EF2D-4690-A367-FEF51BA0A065}">
      <dgm:prSet/>
      <dgm:spPr/>
      <dgm:t>
        <a:bodyPr/>
        <a:lstStyle/>
        <a:p>
          <a:endParaRPr lang="en-IN"/>
        </a:p>
      </dgm:t>
    </dgm:pt>
    <dgm:pt modelId="{E3139B4B-D716-4704-A1CB-B7C059CD4BEC}" type="sibTrans" cxnId="{FF6F6420-EF2D-4690-A367-FEF51BA0A065}">
      <dgm:prSet/>
      <dgm:spPr/>
      <dgm:t>
        <a:bodyPr/>
        <a:lstStyle/>
        <a:p>
          <a:endParaRPr lang="en-IN"/>
        </a:p>
      </dgm:t>
    </dgm:pt>
    <dgm:pt modelId="{81330661-24B8-4DF1-A50A-FC91F74D4D93}">
      <dgm:prSet phldrT="[Text]" custT="1"/>
      <dgm:spPr/>
      <dgm:t>
        <a:bodyPr/>
        <a:lstStyle/>
        <a:p>
          <a:r>
            <a:rPr lang="en-IN" sz="2800"/>
            <a:t>Passive: </a:t>
          </a:r>
          <a:r>
            <a:rPr lang="en-IN" sz="2800" b="1"/>
            <a:t>Let it be done</a:t>
          </a:r>
          <a:r>
            <a:rPr lang="en-IN" sz="2800"/>
            <a:t> by me. OR </a:t>
          </a:r>
          <a:r>
            <a:rPr lang="en-IN" sz="2800" b="1"/>
            <a:t>Let me be allowed to do</a:t>
          </a:r>
          <a:r>
            <a:rPr lang="en-IN" sz="2800"/>
            <a:t> it.</a:t>
          </a:r>
          <a:endParaRPr lang="en-IN" sz="2800" b="1" dirty="0"/>
        </a:p>
      </dgm:t>
    </dgm:pt>
    <dgm:pt modelId="{0BB96B9D-ACD8-404D-89C1-E18CE62F03F9}" type="parTrans" cxnId="{9E07F014-FB29-4F4C-A469-F64F6D6D2392}">
      <dgm:prSet/>
      <dgm:spPr/>
      <dgm:t>
        <a:bodyPr/>
        <a:lstStyle/>
        <a:p>
          <a:endParaRPr lang="en-IN"/>
        </a:p>
      </dgm:t>
    </dgm:pt>
    <dgm:pt modelId="{BED03310-4E43-4F3B-9869-8143732C9DE0}" type="sibTrans" cxnId="{9E07F014-FB29-4F4C-A469-F64F6D6D2392}">
      <dgm:prSet/>
      <dgm:spPr/>
      <dgm:t>
        <a:bodyPr/>
        <a:lstStyle/>
        <a:p>
          <a:endParaRPr lang="en-IN"/>
        </a:p>
      </dgm:t>
    </dgm:pt>
    <dgm:pt modelId="{9D193184-A808-4504-A25E-8607D051EEF8}" type="pres">
      <dgm:prSet presAssocID="{A8C25162-0288-403B-BF67-40E512B0AEBE}" presName="linear" presStyleCnt="0">
        <dgm:presLayoutVars>
          <dgm:dir/>
          <dgm:animLvl val="lvl"/>
          <dgm:resizeHandles val="exact"/>
        </dgm:presLayoutVars>
      </dgm:prSet>
      <dgm:spPr/>
    </dgm:pt>
    <dgm:pt modelId="{9522FD64-E6DE-4B08-968A-9736905D1570}" type="pres">
      <dgm:prSet presAssocID="{21F2DC0F-669A-4E46-9F77-B0013CFDE00A}" presName="parentLin" presStyleCnt="0"/>
      <dgm:spPr/>
    </dgm:pt>
    <dgm:pt modelId="{C17235B4-99A3-4CCB-AA26-7A6C4B297122}" type="pres">
      <dgm:prSet presAssocID="{21F2DC0F-669A-4E46-9F77-B0013CFDE00A}" presName="parentLeftMargin" presStyleLbl="node1" presStyleIdx="0" presStyleCnt="5"/>
      <dgm:spPr/>
    </dgm:pt>
    <dgm:pt modelId="{06223502-AF76-4C0B-9147-6FBC27F403C5}" type="pres">
      <dgm:prSet presAssocID="{21F2DC0F-669A-4E46-9F77-B0013CFDE00A}" presName="parentText" presStyleLbl="node1" presStyleIdx="0" presStyleCnt="5" custScaleX="150037" custScaleY="134719">
        <dgm:presLayoutVars>
          <dgm:chMax val="0"/>
          <dgm:bulletEnabled val="1"/>
        </dgm:presLayoutVars>
      </dgm:prSet>
      <dgm:spPr/>
    </dgm:pt>
    <dgm:pt modelId="{6022B406-D7A8-46BA-8BD9-2C82CC66CF7F}" type="pres">
      <dgm:prSet presAssocID="{21F2DC0F-669A-4E46-9F77-B0013CFDE00A}" presName="negativeSpace" presStyleCnt="0"/>
      <dgm:spPr/>
    </dgm:pt>
    <dgm:pt modelId="{434B4E1A-72A6-46C4-8708-010CD6800F2C}" type="pres">
      <dgm:prSet presAssocID="{21F2DC0F-669A-4E46-9F77-B0013CFDE00A}" presName="childText" presStyleLbl="conFgAcc1" presStyleIdx="0" presStyleCnt="5">
        <dgm:presLayoutVars>
          <dgm:bulletEnabled val="1"/>
        </dgm:presLayoutVars>
      </dgm:prSet>
      <dgm:spPr/>
    </dgm:pt>
    <dgm:pt modelId="{32EB139E-54DD-41E8-B1FF-9E5581F558EA}" type="pres">
      <dgm:prSet presAssocID="{FB70CBD6-8DF2-4C74-B898-3F2B09EE52BA}" presName="spaceBetweenRectangles" presStyleCnt="0"/>
      <dgm:spPr/>
    </dgm:pt>
    <dgm:pt modelId="{09E25015-B9CB-4BFB-B898-3935BF35A80F}" type="pres">
      <dgm:prSet presAssocID="{E39AFD8D-4B51-403C-81B4-D16EA854DA46}" presName="parentLin" presStyleCnt="0"/>
      <dgm:spPr/>
    </dgm:pt>
    <dgm:pt modelId="{B52CEC76-DA8C-45AB-BA8B-147E2D89EFC8}" type="pres">
      <dgm:prSet presAssocID="{E39AFD8D-4B51-403C-81B4-D16EA854DA46}" presName="parentLeftMargin" presStyleLbl="node1" presStyleIdx="0" presStyleCnt="5"/>
      <dgm:spPr/>
    </dgm:pt>
    <dgm:pt modelId="{864BFEB9-90E8-4ABE-825A-0D819A085630}" type="pres">
      <dgm:prSet presAssocID="{E39AFD8D-4B51-403C-81B4-D16EA854DA46}" presName="parentText" presStyleLbl="node1" presStyleIdx="1" presStyleCnt="5" custScaleX="142857" custScaleY="134719">
        <dgm:presLayoutVars>
          <dgm:chMax val="0"/>
          <dgm:bulletEnabled val="1"/>
        </dgm:presLayoutVars>
      </dgm:prSet>
      <dgm:spPr/>
    </dgm:pt>
    <dgm:pt modelId="{ADE79730-BEF8-4611-99F1-EA415DCF14E4}" type="pres">
      <dgm:prSet presAssocID="{E39AFD8D-4B51-403C-81B4-D16EA854DA46}" presName="negativeSpace" presStyleCnt="0"/>
      <dgm:spPr/>
    </dgm:pt>
    <dgm:pt modelId="{F10C302C-1375-4B95-ABAE-DFEA1893D4E8}" type="pres">
      <dgm:prSet presAssocID="{E39AFD8D-4B51-403C-81B4-D16EA854DA46}" presName="childText" presStyleLbl="conFgAcc1" presStyleIdx="1" presStyleCnt="5">
        <dgm:presLayoutVars>
          <dgm:bulletEnabled val="1"/>
        </dgm:presLayoutVars>
      </dgm:prSet>
      <dgm:spPr/>
    </dgm:pt>
    <dgm:pt modelId="{4DD22644-8FEC-4980-89D7-CBF0C3872CF5}" type="pres">
      <dgm:prSet presAssocID="{967C2CCC-5BF2-46D1-8D4D-27B974DCC050}" presName="spaceBetweenRectangles" presStyleCnt="0"/>
      <dgm:spPr/>
    </dgm:pt>
    <dgm:pt modelId="{6303CFEF-413F-4444-A24C-12200489DDA0}" type="pres">
      <dgm:prSet presAssocID="{5F3F1784-2C52-40E8-A24B-B45D2C1D645E}" presName="parentLin" presStyleCnt="0"/>
      <dgm:spPr/>
    </dgm:pt>
    <dgm:pt modelId="{CFF9FB3F-4968-4522-802E-CAF98F437075}" type="pres">
      <dgm:prSet presAssocID="{5F3F1784-2C52-40E8-A24B-B45D2C1D645E}" presName="parentLeftMargin" presStyleLbl="node1" presStyleIdx="1" presStyleCnt="5"/>
      <dgm:spPr/>
    </dgm:pt>
    <dgm:pt modelId="{1E3B5254-7712-440B-B41E-9231FFDD536F}" type="pres">
      <dgm:prSet presAssocID="{5F3F1784-2C52-40E8-A24B-B45D2C1D645E}" presName="parentText" presStyleLbl="node1" presStyleIdx="2" presStyleCnt="5" custScaleX="142857" custScaleY="134719">
        <dgm:presLayoutVars>
          <dgm:chMax val="0"/>
          <dgm:bulletEnabled val="1"/>
        </dgm:presLayoutVars>
      </dgm:prSet>
      <dgm:spPr/>
    </dgm:pt>
    <dgm:pt modelId="{29A9CE72-C6D3-487C-8A3E-82804D14359A}" type="pres">
      <dgm:prSet presAssocID="{5F3F1784-2C52-40E8-A24B-B45D2C1D645E}" presName="negativeSpace" presStyleCnt="0"/>
      <dgm:spPr/>
    </dgm:pt>
    <dgm:pt modelId="{6F38991D-306B-40C3-9548-7B72982B2FD6}" type="pres">
      <dgm:prSet presAssocID="{5F3F1784-2C52-40E8-A24B-B45D2C1D645E}" presName="childText" presStyleLbl="conFgAcc1" presStyleIdx="2" presStyleCnt="5">
        <dgm:presLayoutVars>
          <dgm:bulletEnabled val="1"/>
        </dgm:presLayoutVars>
      </dgm:prSet>
      <dgm:spPr/>
    </dgm:pt>
    <dgm:pt modelId="{DD0B5532-EBF6-40C0-807F-7F04DFD8D989}" type="pres">
      <dgm:prSet presAssocID="{3A8393AC-2944-4809-9009-3402525128E5}" presName="spaceBetweenRectangles" presStyleCnt="0"/>
      <dgm:spPr/>
    </dgm:pt>
    <dgm:pt modelId="{095ED2F5-5FED-4B42-A3EA-475CDB332716}" type="pres">
      <dgm:prSet presAssocID="{07F284D9-7FF9-4638-B434-1A0D40C6B9A2}" presName="parentLin" presStyleCnt="0"/>
      <dgm:spPr/>
    </dgm:pt>
    <dgm:pt modelId="{9343CC87-DE1E-48FE-B605-FAC8837D9772}" type="pres">
      <dgm:prSet presAssocID="{07F284D9-7FF9-4638-B434-1A0D40C6B9A2}" presName="parentLeftMargin" presStyleLbl="node1" presStyleIdx="2" presStyleCnt="5"/>
      <dgm:spPr/>
    </dgm:pt>
    <dgm:pt modelId="{F49B960C-0056-4C87-A731-1190D4A32FCF}" type="pres">
      <dgm:prSet presAssocID="{07F284D9-7FF9-4638-B434-1A0D40C6B9A2}" presName="parentText" presStyleLbl="node1" presStyleIdx="3" presStyleCnt="5" custScaleX="142857" custScaleY="134719">
        <dgm:presLayoutVars>
          <dgm:chMax val="0"/>
          <dgm:bulletEnabled val="1"/>
        </dgm:presLayoutVars>
      </dgm:prSet>
      <dgm:spPr/>
    </dgm:pt>
    <dgm:pt modelId="{0A5C14F9-1F12-4B46-8577-49B64D1A27AA}" type="pres">
      <dgm:prSet presAssocID="{07F284D9-7FF9-4638-B434-1A0D40C6B9A2}" presName="negativeSpace" presStyleCnt="0"/>
      <dgm:spPr/>
    </dgm:pt>
    <dgm:pt modelId="{7A1F01FF-C02C-4072-9F8E-485E133E1329}" type="pres">
      <dgm:prSet presAssocID="{07F284D9-7FF9-4638-B434-1A0D40C6B9A2}" presName="childText" presStyleLbl="conFgAcc1" presStyleIdx="3" presStyleCnt="5">
        <dgm:presLayoutVars>
          <dgm:bulletEnabled val="1"/>
        </dgm:presLayoutVars>
      </dgm:prSet>
      <dgm:spPr/>
    </dgm:pt>
    <dgm:pt modelId="{17EE616D-0F47-4718-9F80-C495522A255B}" type="pres">
      <dgm:prSet presAssocID="{E3139B4B-D716-4704-A1CB-B7C059CD4BEC}" presName="spaceBetweenRectangles" presStyleCnt="0"/>
      <dgm:spPr/>
    </dgm:pt>
    <dgm:pt modelId="{DD2BDEEA-FA52-4B65-87FA-E137C100DF90}" type="pres">
      <dgm:prSet presAssocID="{81330661-24B8-4DF1-A50A-FC91F74D4D93}" presName="parentLin" presStyleCnt="0"/>
      <dgm:spPr/>
    </dgm:pt>
    <dgm:pt modelId="{11E95267-FE18-454B-B239-9199F0F61CDF}" type="pres">
      <dgm:prSet presAssocID="{81330661-24B8-4DF1-A50A-FC91F74D4D93}" presName="parentLeftMargin" presStyleLbl="node1" presStyleIdx="3" presStyleCnt="5"/>
      <dgm:spPr/>
    </dgm:pt>
    <dgm:pt modelId="{01812B3A-B073-49E4-AC0E-E56FB2F25A2D}" type="pres">
      <dgm:prSet presAssocID="{81330661-24B8-4DF1-A50A-FC91F74D4D93}" presName="parentText" presStyleLbl="node1" presStyleIdx="4" presStyleCnt="5" custScaleX="142857" custScaleY="134719">
        <dgm:presLayoutVars>
          <dgm:chMax val="0"/>
          <dgm:bulletEnabled val="1"/>
        </dgm:presLayoutVars>
      </dgm:prSet>
      <dgm:spPr/>
    </dgm:pt>
    <dgm:pt modelId="{A47DAEA4-36C0-4DD9-A127-20AD151E9155}" type="pres">
      <dgm:prSet presAssocID="{81330661-24B8-4DF1-A50A-FC91F74D4D93}" presName="negativeSpace" presStyleCnt="0"/>
      <dgm:spPr/>
    </dgm:pt>
    <dgm:pt modelId="{E2F3294F-00C4-4F8B-8C29-63CF5DDC878E}" type="pres">
      <dgm:prSet presAssocID="{81330661-24B8-4DF1-A50A-FC91F74D4D93}" presName="childText" presStyleLbl="conFgAcc1" presStyleIdx="4" presStyleCnt="5">
        <dgm:presLayoutVars>
          <dgm:bulletEnabled val="1"/>
        </dgm:presLayoutVars>
      </dgm:prSet>
      <dgm:spPr/>
    </dgm:pt>
  </dgm:ptLst>
  <dgm:cxnLst>
    <dgm:cxn modelId="{7CF9960C-7F7C-4540-8795-CF16C079A707}" srcId="{A8C25162-0288-403B-BF67-40E512B0AEBE}" destId="{5F3F1784-2C52-40E8-A24B-B45D2C1D645E}" srcOrd="2" destOrd="0" parTransId="{E5BFE766-9D35-462B-A1F4-374A506C4585}" sibTransId="{3A8393AC-2944-4809-9009-3402525128E5}"/>
    <dgm:cxn modelId="{9E07F014-FB29-4F4C-A469-F64F6D6D2392}" srcId="{A8C25162-0288-403B-BF67-40E512B0AEBE}" destId="{81330661-24B8-4DF1-A50A-FC91F74D4D93}" srcOrd="4" destOrd="0" parTransId="{0BB96B9D-ACD8-404D-89C1-E18CE62F03F9}" sibTransId="{BED03310-4E43-4F3B-9869-8143732C9DE0}"/>
    <dgm:cxn modelId="{6A03F814-1276-49DD-BFEE-878D8F7847CD}" srcId="{A8C25162-0288-403B-BF67-40E512B0AEBE}" destId="{21F2DC0F-669A-4E46-9F77-B0013CFDE00A}" srcOrd="0" destOrd="0" parTransId="{5C2F5CF1-A6C9-46D9-BEC8-C78D0BBCB1EA}" sibTransId="{FB70CBD6-8DF2-4C74-B898-3F2B09EE52BA}"/>
    <dgm:cxn modelId="{FF6F6420-EF2D-4690-A367-FEF51BA0A065}" srcId="{A8C25162-0288-403B-BF67-40E512B0AEBE}" destId="{07F284D9-7FF9-4638-B434-1A0D40C6B9A2}" srcOrd="3" destOrd="0" parTransId="{AFE78E6F-FF43-4B55-893B-B040968CCA86}" sibTransId="{E3139B4B-D716-4704-A1CB-B7C059CD4BEC}"/>
    <dgm:cxn modelId="{937DDE29-6B35-4290-8AE1-8AE71AE11444}" type="presOf" srcId="{5F3F1784-2C52-40E8-A24B-B45D2C1D645E}" destId="{CFF9FB3F-4968-4522-802E-CAF98F437075}" srcOrd="0" destOrd="0" presId="urn:microsoft.com/office/officeart/2005/8/layout/list1"/>
    <dgm:cxn modelId="{51CB3B2C-9650-4277-BB80-9083C59EDBE3}" srcId="{A8C25162-0288-403B-BF67-40E512B0AEBE}" destId="{E39AFD8D-4B51-403C-81B4-D16EA854DA46}" srcOrd="1" destOrd="0" parTransId="{F0164D1D-B145-4003-8DDB-9FB66BDB8F7B}" sibTransId="{967C2CCC-5BF2-46D1-8D4D-27B974DCC050}"/>
    <dgm:cxn modelId="{5EB4506B-27B0-4EBF-95D7-6575EEFB8472}" type="presOf" srcId="{21F2DC0F-669A-4E46-9F77-B0013CFDE00A}" destId="{06223502-AF76-4C0B-9147-6FBC27F403C5}" srcOrd="1" destOrd="0" presId="urn:microsoft.com/office/officeart/2005/8/layout/list1"/>
    <dgm:cxn modelId="{E16E2471-E8B9-4204-9C01-A3B52D82234F}" type="presOf" srcId="{E39AFD8D-4B51-403C-81B4-D16EA854DA46}" destId="{864BFEB9-90E8-4ABE-825A-0D819A085630}" srcOrd="1" destOrd="0" presId="urn:microsoft.com/office/officeart/2005/8/layout/list1"/>
    <dgm:cxn modelId="{3D0B0EB0-B884-4013-9930-E9D745611157}" type="presOf" srcId="{81330661-24B8-4DF1-A50A-FC91F74D4D93}" destId="{01812B3A-B073-49E4-AC0E-E56FB2F25A2D}" srcOrd="1" destOrd="0" presId="urn:microsoft.com/office/officeart/2005/8/layout/list1"/>
    <dgm:cxn modelId="{14CAC9BB-4CAE-4F05-9129-E79D5C682E34}" type="presOf" srcId="{07F284D9-7FF9-4638-B434-1A0D40C6B9A2}" destId="{9343CC87-DE1E-48FE-B605-FAC8837D9772}" srcOrd="0" destOrd="0" presId="urn:microsoft.com/office/officeart/2005/8/layout/list1"/>
    <dgm:cxn modelId="{FEFD29C5-69B7-4CC2-82D3-B8CBA13DCC18}" type="presOf" srcId="{A8C25162-0288-403B-BF67-40E512B0AEBE}" destId="{9D193184-A808-4504-A25E-8607D051EEF8}" srcOrd="0" destOrd="0" presId="urn:microsoft.com/office/officeart/2005/8/layout/list1"/>
    <dgm:cxn modelId="{2CCEC4E0-FB79-465B-BA0B-A5FB4D6622E1}" type="presOf" srcId="{07F284D9-7FF9-4638-B434-1A0D40C6B9A2}" destId="{F49B960C-0056-4C87-A731-1190D4A32FCF}" srcOrd="1" destOrd="0" presId="urn:microsoft.com/office/officeart/2005/8/layout/list1"/>
    <dgm:cxn modelId="{2FB788E5-8174-4E4B-BDB0-D6F7A41809F6}" type="presOf" srcId="{5F3F1784-2C52-40E8-A24B-B45D2C1D645E}" destId="{1E3B5254-7712-440B-B41E-9231FFDD536F}" srcOrd="1" destOrd="0" presId="urn:microsoft.com/office/officeart/2005/8/layout/list1"/>
    <dgm:cxn modelId="{FAAB3FE7-C74E-4EEB-B0C4-F68414961302}" type="presOf" srcId="{E39AFD8D-4B51-403C-81B4-D16EA854DA46}" destId="{B52CEC76-DA8C-45AB-BA8B-147E2D89EFC8}" srcOrd="0" destOrd="0" presId="urn:microsoft.com/office/officeart/2005/8/layout/list1"/>
    <dgm:cxn modelId="{AFB293ED-1F1C-4DDD-A0C9-1DEB6E6B0366}" type="presOf" srcId="{21F2DC0F-669A-4E46-9F77-B0013CFDE00A}" destId="{C17235B4-99A3-4CCB-AA26-7A6C4B297122}" srcOrd="0" destOrd="0" presId="urn:microsoft.com/office/officeart/2005/8/layout/list1"/>
    <dgm:cxn modelId="{C85018FE-8812-42B2-A0AE-E26B8CA8D357}" type="presOf" srcId="{81330661-24B8-4DF1-A50A-FC91F74D4D93}" destId="{11E95267-FE18-454B-B239-9199F0F61CDF}" srcOrd="0" destOrd="0" presId="urn:microsoft.com/office/officeart/2005/8/layout/list1"/>
    <dgm:cxn modelId="{7F30B959-0364-48A1-9B96-CC0561732642}" type="presParOf" srcId="{9D193184-A808-4504-A25E-8607D051EEF8}" destId="{9522FD64-E6DE-4B08-968A-9736905D1570}" srcOrd="0" destOrd="0" presId="urn:microsoft.com/office/officeart/2005/8/layout/list1"/>
    <dgm:cxn modelId="{B3561048-B7EC-42E4-8E02-DE383D3D6DA2}" type="presParOf" srcId="{9522FD64-E6DE-4B08-968A-9736905D1570}" destId="{C17235B4-99A3-4CCB-AA26-7A6C4B297122}" srcOrd="0" destOrd="0" presId="urn:microsoft.com/office/officeart/2005/8/layout/list1"/>
    <dgm:cxn modelId="{59DFDDE0-497A-4889-957B-31F27145791D}" type="presParOf" srcId="{9522FD64-E6DE-4B08-968A-9736905D1570}" destId="{06223502-AF76-4C0B-9147-6FBC27F403C5}" srcOrd="1" destOrd="0" presId="urn:microsoft.com/office/officeart/2005/8/layout/list1"/>
    <dgm:cxn modelId="{F34158DB-3D8D-42DB-9EF6-145897BBD2C5}" type="presParOf" srcId="{9D193184-A808-4504-A25E-8607D051EEF8}" destId="{6022B406-D7A8-46BA-8BD9-2C82CC66CF7F}" srcOrd="1" destOrd="0" presId="urn:microsoft.com/office/officeart/2005/8/layout/list1"/>
    <dgm:cxn modelId="{D6712D4B-A273-44E6-93A1-ED4DF05556CD}" type="presParOf" srcId="{9D193184-A808-4504-A25E-8607D051EEF8}" destId="{434B4E1A-72A6-46C4-8708-010CD6800F2C}" srcOrd="2" destOrd="0" presId="urn:microsoft.com/office/officeart/2005/8/layout/list1"/>
    <dgm:cxn modelId="{2FC5F414-0A31-417F-883D-0939C7B2587C}" type="presParOf" srcId="{9D193184-A808-4504-A25E-8607D051EEF8}" destId="{32EB139E-54DD-41E8-B1FF-9E5581F558EA}" srcOrd="3" destOrd="0" presId="urn:microsoft.com/office/officeart/2005/8/layout/list1"/>
    <dgm:cxn modelId="{F23D5C19-555C-4355-82CE-92E8ABD171DA}" type="presParOf" srcId="{9D193184-A808-4504-A25E-8607D051EEF8}" destId="{09E25015-B9CB-4BFB-B898-3935BF35A80F}" srcOrd="4" destOrd="0" presId="urn:microsoft.com/office/officeart/2005/8/layout/list1"/>
    <dgm:cxn modelId="{807C4A86-38D4-4C7C-AD59-10080FC3FE38}" type="presParOf" srcId="{09E25015-B9CB-4BFB-B898-3935BF35A80F}" destId="{B52CEC76-DA8C-45AB-BA8B-147E2D89EFC8}" srcOrd="0" destOrd="0" presId="urn:microsoft.com/office/officeart/2005/8/layout/list1"/>
    <dgm:cxn modelId="{1406087F-3E72-497D-B6BF-268239CADABA}" type="presParOf" srcId="{09E25015-B9CB-4BFB-B898-3935BF35A80F}" destId="{864BFEB9-90E8-4ABE-825A-0D819A085630}" srcOrd="1" destOrd="0" presId="urn:microsoft.com/office/officeart/2005/8/layout/list1"/>
    <dgm:cxn modelId="{1BB3D009-9F07-4F46-A26D-C6E830D2ED80}" type="presParOf" srcId="{9D193184-A808-4504-A25E-8607D051EEF8}" destId="{ADE79730-BEF8-4611-99F1-EA415DCF14E4}" srcOrd="5" destOrd="0" presId="urn:microsoft.com/office/officeart/2005/8/layout/list1"/>
    <dgm:cxn modelId="{5F184A58-2743-44F0-98A9-5E70CD5CE199}" type="presParOf" srcId="{9D193184-A808-4504-A25E-8607D051EEF8}" destId="{F10C302C-1375-4B95-ABAE-DFEA1893D4E8}" srcOrd="6" destOrd="0" presId="urn:microsoft.com/office/officeart/2005/8/layout/list1"/>
    <dgm:cxn modelId="{E44CDAB0-741E-4181-9D25-A9751352434F}" type="presParOf" srcId="{9D193184-A808-4504-A25E-8607D051EEF8}" destId="{4DD22644-8FEC-4980-89D7-CBF0C3872CF5}" srcOrd="7" destOrd="0" presId="urn:microsoft.com/office/officeart/2005/8/layout/list1"/>
    <dgm:cxn modelId="{85E1BAB9-A275-410F-9520-8156FC773EAE}" type="presParOf" srcId="{9D193184-A808-4504-A25E-8607D051EEF8}" destId="{6303CFEF-413F-4444-A24C-12200489DDA0}" srcOrd="8" destOrd="0" presId="urn:microsoft.com/office/officeart/2005/8/layout/list1"/>
    <dgm:cxn modelId="{8D38B588-B9C1-4C50-B1F1-3E73C3C84BA4}" type="presParOf" srcId="{6303CFEF-413F-4444-A24C-12200489DDA0}" destId="{CFF9FB3F-4968-4522-802E-CAF98F437075}" srcOrd="0" destOrd="0" presId="urn:microsoft.com/office/officeart/2005/8/layout/list1"/>
    <dgm:cxn modelId="{4E417905-6392-435E-8892-F868B6ACD47E}" type="presParOf" srcId="{6303CFEF-413F-4444-A24C-12200489DDA0}" destId="{1E3B5254-7712-440B-B41E-9231FFDD536F}" srcOrd="1" destOrd="0" presId="urn:microsoft.com/office/officeart/2005/8/layout/list1"/>
    <dgm:cxn modelId="{346E99AC-E0E1-48B3-9DA9-351428277ED0}" type="presParOf" srcId="{9D193184-A808-4504-A25E-8607D051EEF8}" destId="{29A9CE72-C6D3-487C-8A3E-82804D14359A}" srcOrd="9" destOrd="0" presId="urn:microsoft.com/office/officeart/2005/8/layout/list1"/>
    <dgm:cxn modelId="{CD4EFBEC-5179-4F4A-84E8-DB4F1F582693}" type="presParOf" srcId="{9D193184-A808-4504-A25E-8607D051EEF8}" destId="{6F38991D-306B-40C3-9548-7B72982B2FD6}" srcOrd="10" destOrd="0" presId="urn:microsoft.com/office/officeart/2005/8/layout/list1"/>
    <dgm:cxn modelId="{4A6F5B53-F1B1-4EE3-ABE8-92DA937477C9}" type="presParOf" srcId="{9D193184-A808-4504-A25E-8607D051EEF8}" destId="{DD0B5532-EBF6-40C0-807F-7F04DFD8D989}" srcOrd="11" destOrd="0" presId="urn:microsoft.com/office/officeart/2005/8/layout/list1"/>
    <dgm:cxn modelId="{F8875FCB-9C44-4355-8009-1D308AC92EDA}" type="presParOf" srcId="{9D193184-A808-4504-A25E-8607D051EEF8}" destId="{095ED2F5-5FED-4B42-A3EA-475CDB332716}" srcOrd="12" destOrd="0" presId="urn:microsoft.com/office/officeart/2005/8/layout/list1"/>
    <dgm:cxn modelId="{F90ECE0D-8950-4B9B-9A96-3EEF307371C7}" type="presParOf" srcId="{095ED2F5-5FED-4B42-A3EA-475CDB332716}" destId="{9343CC87-DE1E-48FE-B605-FAC8837D9772}" srcOrd="0" destOrd="0" presId="urn:microsoft.com/office/officeart/2005/8/layout/list1"/>
    <dgm:cxn modelId="{AB9DD744-9F48-4CC2-90AC-D955F871A37F}" type="presParOf" srcId="{095ED2F5-5FED-4B42-A3EA-475CDB332716}" destId="{F49B960C-0056-4C87-A731-1190D4A32FCF}" srcOrd="1" destOrd="0" presId="urn:microsoft.com/office/officeart/2005/8/layout/list1"/>
    <dgm:cxn modelId="{085BC888-2D8C-4E91-ABB1-863503D47B58}" type="presParOf" srcId="{9D193184-A808-4504-A25E-8607D051EEF8}" destId="{0A5C14F9-1F12-4B46-8577-49B64D1A27AA}" srcOrd="13" destOrd="0" presId="urn:microsoft.com/office/officeart/2005/8/layout/list1"/>
    <dgm:cxn modelId="{94024E38-0934-48F8-955C-2832B135E7F6}" type="presParOf" srcId="{9D193184-A808-4504-A25E-8607D051EEF8}" destId="{7A1F01FF-C02C-4072-9F8E-485E133E1329}" srcOrd="14" destOrd="0" presId="urn:microsoft.com/office/officeart/2005/8/layout/list1"/>
    <dgm:cxn modelId="{017C79C5-B14C-46BE-A23A-083B85B78807}" type="presParOf" srcId="{9D193184-A808-4504-A25E-8607D051EEF8}" destId="{17EE616D-0F47-4718-9F80-C495522A255B}" srcOrd="15" destOrd="0" presId="urn:microsoft.com/office/officeart/2005/8/layout/list1"/>
    <dgm:cxn modelId="{576DE465-3892-46DF-B782-B0EC8854EB98}" type="presParOf" srcId="{9D193184-A808-4504-A25E-8607D051EEF8}" destId="{DD2BDEEA-FA52-4B65-87FA-E137C100DF90}" srcOrd="16" destOrd="0" presId="urn:microsoft.com/office/officeart/2005/8/layout/list1"/>
    <dgm:cxn modelId="{E8F109D1-31AE-4CCD-85E6-1C5048AA3583}" type="presParOf" srcId="{DD2BDEEA-FA52-4B65-87FA-E137C100DF90}" destId="{11E95267-FE18-454B-B239-9199F0F61CDF}" srcOrd="0" destOrd="0" presId="urn:microsoft.com/office/officeart/2005/8/layout/list1"/>
    <dgm:cxn modelId="{C506623D-6937-4F37-9C89-C6286D43A63F}" type="presParOf" srcId="{DD2BDEEA-FA52-4B65-87FA-E137C100DF90}" destId="{01812B3A-B073-49E4-AC0E-E56FB2F25A2D}" srcOrd="1" destOrd="0" presId="urn:microsoft.com/office/officeart/2005/8/layout/list1"/>
    <dgm:cxn modelId="{12372FE8-84FB-4F16-8BEE-0CAEAC8291E5}" type="presParOf" srcId="{9D193184-A808-4504-A25E-8607D051EEF8}" destId="{A47DAEA4-36C0-4DD9-A127-20AD151E9155}" srcOrd="17" destOrd="0" presId="urn:microsoft.com/office/officeart/2005/8/layout/list1"/>
    <dgm:cxn modelId="{3A8E122B-DE5B-4461-A68A-1800CB200CB2}" type="presParOf" srcId="{9D193184-A808-4504-A25E-8607D051EEF8}" destId="{E2F3294F-00C4-4F8B-8C29-63CF5DDC878E}"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8C25162-0288-403B-BF67-40E512B0AEBE}"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9F31E689-71B3-40FD-B30A-2F168ACF8E35}">
      <dgm:prSet custT="1"/>
      <dgm:spPr/>
      <dgm:t>
        <a:bodyPr/>
        <a:lstStyle/>
        <a:p>
          <a:r>
            <a:rPr lang="en-IN" sz="2800" b="1" dirty="0"/>
            <a:t>Let + object + be + past participle.</a:t>
          </a:r>
        </a:p>
      </dgm:t>
    </dgm:pt>
    <dgm:pt modelId="{0B3D7243-462F-4D5E-8ED9-21544BAA19CD}" type="parTrans" cxnId="{AF418415-4632-45EA-9811-D44960D70C18}">
      <dgm:prSet/>
      <dgm:spPr/>
      <dgm:t>
        <a:bodyPr/>
        <a:lstStyle/>
        <a:p>
          <a:endParaRPr lang="en-IN"/>
        </a:p>
      </dgm:t>
    </dgm:pt>
    <dgm:pt modelId="{93CDB39A-1E99-4E16-9D31-D891D9F55B5E}" type="sibTrans" cxnId="{AF418415-4632-45EA-9811-D44960D70C18}">
      <dgm:prSet/>
      <dgm:spPr/>
      <dgm:t>
        <a:bodyPr/>
        <a:lstStyle/>
        <a:p>
          <a:endParaRPr lang="en-IN"/>
        </a:p>
      </dgm:t>
    </dgm:pt>
    <dgm:pt modelId="{C79377D3-B847-489B-B881-FDDEC5E90A6A}">
      <dgm:prSet custT="1"/>
      <dgm:spPr/>
      <dgm:t>
        <a:bodyPr/>
        <a:lstStyle/>
        <a:p>
          <a:r>
            <a:rPr lang="en-IN" sz="2800" b="1" dirty="0"/>
            <a:t>Active: Carry it home.</a:t>
          </a:r>
        </a:p>
      </dgm:t>
    </dgm:pt>
    <dgm:pt modelId="{7F20B35D-8893-4588-AB0E-368D4C081231}" type="parTrans" cxnId="{A37BC96B-7A86-49D3-B99D-94D275F74BC3}">
      <dgm:prSet/>
      <dgm:spPr/>
      <dgm:t>
        <a:bodyPr/>
        <a:lstStyle/>
        <a:p>
          <a:endParaRPr lang="en-IN"/>
        </a:p>
      </dgm:t>
    </dgm:pt>
    <dgm:pt modelId="{B4F9F3FF-7372-4FF5-9723-EE294F1D483A}" type="sibTrans" cxnId="{A37BC96B-7A86-49D3-B99D-94D275F74BC3}">
      <dgm:prSet/>
      <dgm:spPr/>
      <dgm:t>
        <a:bodyPr/>
        <a:lstStyle/>
        <a:p>
          <a:endParaRPr lang="en-IN"/>
        </a:p>
      </dgm:t>
    </dgm:pt>
    <dgm:pt modelId="{BE9B35A5-7CF9-4DBA-99D0-30FDCF9E3B88}">
      <dgm:prSet custT="1"/>
      <dgm:spPr/>
      <dgm:t>
        <a:bodyPr/>
        <a:lstStyle/>
        <a:p>
          <a:r>
            <a:rPr lang="en-IN" sz="2800" b="1" dirty="0"/>
            <a:t>Active: Do it at once.</a:t>
          </a:r>
        </a:p>
      </dgm:t>
    </dgm:pt>
    <dgm:pt modelId="{B255E2FB-7496-4B00-AEAE-B8C78232BF19}" type="parTrans" cxnId="{FE4F7580-C192-416A-B93B-3F2931909C4D}">
      <dgm:prSet/>
      <dgm:spPr/>
      <dgm:t>
        <a:bodyPr/>
        <a:lstStyle/>
        <a:p>
          <a:endParaRPr lang="en-IN"/>
        </a:p>
      </dgm:t>
    </dgm:pt>
    <dgm:pt modelId="{5ED24907-AB97-4B1B-984A-9B77FB185E4C}" type="sibTrans" cxnId="{FE4F7580-C192-416A-B93B-3F2931909C4D}">
      <dgm:prSet/>
      <dgm:spPr/>
      <dgm:t>
        <a:bodyPr/>
        <a:lstStyle/>
        <a:p>
          <a:endParaRPr lang="en-IN"/>
        </a:p>
      </dgm:t>
    </dgm:pt>
    <dgm:pt modelId="{4368ED4F-677D-4E3A-870A-04143415C6EB}">
      <dgm:prSet custT="1"/>
      <dgm:spPr/>
      <dgm:t>
        <a:bodyPr/>
        <a:lstStyle/>
        <a:p>
          <a:r>
            <a:rPr lang="en-IN" sz="2800" b="1" dirty="0"/>
            <a:t>Active: Open the door.</a:t>
          </a:r>
        </a:p>
      </dgm:t>
    </dgm:pt>
    <dgm:pt modelId="{0222BF06-C808-4023-BA9A-D10E22B63A20}" type="parTrans" cxnId="{AD30519F-95F7-464C-9531-A2658E3E8DF8}">
      <dgm:prSet/>
      <dgm:spPr/>
      <dgm:t>
        <a:bodyPr/>
        <a:lstStyle/>
        <a:p>
          <a:endParaRPr lang="en-IN"/>
        </a:p>
      </dgm:t>
    </dgm:pt>
    <dgm:pt modelId="{B3E9DA68-B28E-4049-8066-D9C7A6EEE504}" type="sibTrans" cxnId="{AD30519F-95F7-464C-9531-A2658E3E8DF8}">
      <dgm:prSet/>
      <dgm:spPr/>
      <dgm:t>
        <a:bodyPr/>
        <a:lstStyle/>
        <a:p>
          <a:endParaRPr lang="en-IN"/>
        </a:p>
      </dgm:t>
    </dgm:pt>
    <dgm:pt modelId="{80F04B79-C530-4640-A461-38CCA77DFEBC}">
      <dgm:prSet custT="1"/>
      <dgm:spPr/>
      <dgm:t>
        <a:bodyPr/>
        <a:lstStyle/>
        <a:p>
          <a:r>
            <a:rPr lang="en-IN" sz="2800" b="1" dirty="0"/>
            <a:t>Active: Throw the ball.</a:t>
          </a:r>
        </a:p>
      </dgm:t>
    </dgm:pt>
    <dgm:pt modelId="{3F4A09E0-9F33-4A93-9376-E572A817D736}" type="parTrans" cxnId="{4A8D2238-5F20-45E2-858B-1FC3635A9846}">
      <dgm:prSet/>
      <dgm:spPr/>
      <dgm:t>
        <a:bodyPr/>
        <a:lstStyle/>
        <a:p>
          <a:endParaRPr lang="en-IN"/>
        </a:p>
      </dgm:t>
    </dgm:pt>
    <dgm:pt modelId="{AC147294-73A4-4532-8B68-CF1006F1DD19}" type="sibTrans" cxnId="{4A8D2238-5F20-45E2-858B-1FC3635A9846}">
      <dgm:prSet/>
      <dgm:spPr/>
      <dgm:t>
        <a:bodyPr/>
        <a:lstStyle/>
        <a:p>
          <a:endParaRPr lang="en-IN"/>
        </a:p>
      </dgm:t>
    </dgm:pt>
    <dgm:pt modelId="{B2F0DA90-50D9-496A-ACBA-013F27371453}">
      <dgm:prSet custT="1"/>
      <dgm:spPr/>
      <dgm:t>
        <a:bodyPr/>
        <a:lstStyle/>
        <a:p>
          <a:r>
            <a:rPr lang="en-IN" sz="2800" b="1" dirty="0"/>
            <a:t>Passive: Let it be carried home.</a:t>
          </a:r>
        </a:p>
      </dgm:t>
    </dgm:pt>
    <dgm:pt modelId="{AA4869ED-DD64-41D5-9B67-0A2B8C57092D}" type="parTrans" cxnId="{AB35DF36-5240-49A7-BB61-4C5FFF0DEAC6}">
      <dgm:prSet/>
      <dgm:spPr/>
      <dgm:t>
        <a:bodyPr/>
        <a:lstStyle/>
        <a:p>
          <a:endParaRPr lang="en-IN"/>
        </a:p>
      </dgm:t>
    </dgm:pt>
    <dgm:pt modelId="{905D1F96-7AC9-438A-AED9-55A5609EFD7D}" type="sibTrans" cxnId="{AB35DF36-5240-49A7-BB61-4C5FFF0DEAC6}">
      <dgm:prSet/>
      <dgm:spPr/>
      <dgm:t>
        <a:bodyPr/>
        <a:lstStyle/>
        <a:p>
          <a:endParaRPr lang="en-IN"/>
        </a:p>
      </dgm:t>
    </dgm:pt>
    <dgm:pt modelId="{32F58B02-7344-4ED8-94D8-329C83508AC9}">
      <dgm:prSet custT="1"/>
      <dgm:spPr/>
      <dgm:t>
        <a:bodyPr/>
        <a:lstStyle/>
        <a:p>
          <a:r>
            <a:rPr lang="en-IN" sz="2800" b="1" dirty="0"/>
            <a:t>Passive: Let it be done at once.</a:t>
          </a:r>
        </a:p>
      </dgm:t>
    </dgm:pt>
    <dgm:pt modelId="{E9D8F4EB-881F-4C1B-9CD6-C4AABF9957B8}" type="parTrans" cxnId="{CFFAE2D2-ACDA-4F85-8B95-89E3BBAB1905}">
      <dgm:prSet/>
      <dgm:spPr/>
      <dgm:t>
        <a:bodyPr/>
        <a:lstStyle/>
        <a:p>
          <a:endParaRPr lang="en-IN"/>
        </a:p>
      </dgm:t>
    </dgm:pt>
    <dgm:pt modelId="{A30D5363-FAB0-4AFA-843F-62A9BC05A083}" type="sibTrans" cxnId="{CFFAE2D2-ACDA-4F85-8B95-89E3BBAB1905}">
      <dgm:prSet/>
      <dgm:spPr/>
      <dgm:t>
        <a:bodyPr/>
        <a:lstStyle/>
        <a:p>
          <a:endParaRPr lang="en-IN"/>
        </a:p>
      </dgm:t>
    </dgm:pt>
    <dgm:pt modelId="{8C1A70C7-747E-4A79-AC06-3BF5CC8AD103}">
      <dgm:prSet custT="1"/>
      <dgm:spPr/>
      <dgm:t>
        <a:bodyPr/>
        <a:lstStyle/>
        <a:p>
          <a:r>
            <a:rPr lang="en-IN" sz="2800" b="1" dirty="0"/>
            <a:t>Passive: Let the door be opened.</a:t>
          </a:r>
        </a:p>
      </dgm:t>
    </dgm:pt>
    <dgm:pt modelId="{94C00A88-5D18-4044-A81A-8A589DD6815D}" type="parTrans" cxnId="{82907BE8-1A45-41A2-9D3E-F6DAAC3D3CA8}">
      <dgm:prSet/>
      <dgm:spPr/>
      <dgm:t>
        <a:bodyPr/>
        <a:lstStyle/>
        <a:p>
          <a:endParaRPr lang="en-IN"/>
        </a:p>
      </dgm:t>
    </dgm:pt>
    <dgm:pt modelId="{93B684B6-F261-4B1D-BFBE-FE0F92B173C4}" type="sibTrans" cxnId="{82907BE8-1A45-41A2-9D3E-F6DAAC3D3CA8}">
      <dgm:prSet/>
      <dgm:spPr/>
      <dgm:t>
        <a:bodyPr/>
        <a:lstStyle/>
        <a:p>
          <a:endParaRPr lang="en-IN"/>
        </a:p>
      </dgm:t>
    </dgm:pt>
    <dgm:pt modelId="{41730543-2418-4496-8A81-A26968C7EB46}">
      <dgm:prSet custT="1"/>
      <dgm:spPr/>
      <dgm:t>
        <a:bodyPr/>
        <a:lstStyle/>
        <a:p>
          <a:r>
            <a:rPr lang="en-IN" sz="2800" b="1" dirty="0"/>
            <a:t>Passive: Let the ball be thrown.</a:t>
          </a:r>
        </a:p>
      </dgm:t>
    </dgm:pt>
    <dgm:pt modelId="{92C284AD-95FA-4BEA-8549-6C4F47085793}" type="parTrans" cxnId="{097547BD-5B89-43FC-AC68-A4908C5BF958}">
      <dgm:prSet/>
      <dgm:spPr/>
      <dgm:t>
        <a:bodyPr/>
        <a:lstStyle/>
        <a:p>
          <a:endParaRPr lang="en-IN"/>
        </a:p>
      </dgm:t>
    </dgm:pt>
    <dgm:pt modelId="{800E6C69-BA66-462A-B323-A9AB422D8735}" type="sibTrans" cxnId="{097547BD-5B89-43FC-AC68-A4908C5BF958}">
      <dgm:prSet/>
      <dgm:spPr/>
      <dgm:t>
        <a:bodyPr/>
        <a:lstStyle/>
        <a:p>
          <a:endParaRPr lang="en-IN"/>
        </a:p>
      </dgm:t>
    </dgm:pt>
    <dgm:pt modelId="{9D193184-A808-4504-A25E-8607D051EEF8}" type="pres">
      <dgm:prSet presAssocID="{A8C25162-0288-403B-BF67-40E512B0AEBE}" presName="linear" presStyleCnt="0">
        <dgm:presLayoutVars>
          <dgm:dir/>
          <dgm:animLvl val="lvl"/>
          <dgm:resizeHandles val="exact"/>
        </dgm:presLayoutVars>
      </dgm:prSet>
      <dgm:spPr/>
    </dgm:pt>
    <dgm:pt modelId="{4047F558-83D6-4211-90F2-F1A1842F2DFB}" type="pres">
      <dgm:prSet presAssocID="{9F31E689-71B3-40FD-B30A-2F168ACF8E35}" presName="parentLin" presStyleCnt="0"/>
      <dgm:spPr/>
    </dgm:pt>
    <dgm:pt modelId="{0B78F1FC-6C32-4B52-A9FA-BAC6B7C66695}" type="pres">
      <dgm:prSet presAssocID="{9F31E689-71B3-40FD-B30A-2F168ACF8E35}" presName="parentLeftMargin" presStyleLbl="node1" presStyleIdx="0" presStyleCnt="9"/>
      <dgm:spPr/>
    </dgm:pt>
    <dgm:pt modelId="{D5A2B3CE-A4C6-495F-B02D-34FE86EE033E}" type="pres">
      <dgm:prSet presAssocID="{9F31E689-71B3-40FD-B30A-2F168ACF8E35}" presName="parentText" presStyleLbl="node1" presStyleIdx="0" presStyleCnt="9">
        <dgm:presLayoutVars>
          <dgm:chMax val="0"/>
          <dgm:bulletEnabled val="1"/>
        </dgm:presLayoutVars>
      </dgm:prSet>
      <dgm:spPr/>
    </dgm:pt>
    <dgm:pt modelId="{4135A812-DA40-4462-BFF4-076ADDFF39A5}" type="pres">
      <dgm:prSet presAssocID="{9F31E689-71B3-40FD-B30A-2F168ACF8E35}" presName="negativeSpace" presStyleCnt="0"/>
      <dgm:spPr/>
    </dgm:pt>
    <dgm:pt modelId="{FA367B09-50AD-4E68-A0EA-30FF45B1B88E}" type="pres">
      <dgm:prSet presAssocID="{9F31E689-71B3-40FD-B30A-2F168ACF8E35}" presName="childText" presStyleLbl="conFgAcc1" presStyleIdx="0" presStyleCnt="9">
        <dgm:presLayoutVars>
          <dgm:bulletEnabled val="1"/>
        </dgm:presLayoutVars>
      </dgm:prSet>
      <dgm:spPr/>
    </dgm:pt>
    <dgm:pt modelId="{7CE42379-2533-4042-970D-074591C2EBCB}" type="pres">
      <dgm:prSet presAssocID="{93CDB39A-1E99-4E16-9D31-D891D9F55B5E}" presName="spaceBetweenRectangles" presStyleCnt="0"/>
      <dgm:spPr/>
    </dgm:pt>
    <dgm:pt modelId="{3B3D41C3-001D-406F-99EF-C24AC53912AE}" type="pres">
      <dgm:prSet presAssocID="{C79377D3-B847-489B-B881-FDDEC5E90A6A}" presName="parentLin" presStyleCnt="0"/>
      <dgm:spPr/>
    </dgm:pt>
    <dgm:pt modelId="{9203B4E1-7355-46CD-9DA7-5755AD5E39F9}" type="pres">
      <dgm:prSet presAssocID="{C79377D3-B847-489B-B881-FDDEC5E90A6A}" presName="parentLeftMargin" presStyleLbl="node1" presStyleIdx="0" presStyleCnt="9"/>
      <dgm:spPr/>
    </dgm:pt>
    <dgm:pt modelId="{F3DB9E10-589B-4077-BBD0-D15C343DCC39}" type="pres">
      <dgm:prSet presAssocID="{C79377D3-B847-489B-B881-FDDEC5E90A6A}" presName="parentText" presStyleLbl="node1" presStyleIdx="1" presStyleCnt="9">
        <dgm:presLayoutVars>
          <dgm:chMax val="0"/>
          <dgm:bulletEnabled val="1"/>
        </dgm:presLayoutVars>
      </dgm:prSet>
      <dgm:spPr/>
    </dgm:pt>
    <dgm:pt modelId="{450CDDC3-576F-483D-9026-B22F8232ED6F}" type="pres">
      <dgm:prSet presAssocID="{C79377D3-B847-489B-B881-FDDEC5E90A6A}" presName="negativeSpace" presStyleCnt="0"/>
      <dgm:spPr/>
    </dgm:pt>
    <dgm:pt modelId="{16C343DB-5660-485C-BDD7-51C40D2A87CF}" type="pres">
      <dgm:prSet presAssocID="{C79377D3-B847-489B-B881-FDDEC5E90A6A}" presName="childText" presStyleLbl="conFgAcc1" presStyleIdx="1" presStyleCnt="9">
        <dgm:presLayoutVars>
          <dgm:bulletEnabled val="1"/>
        </dgm:presLayoutVars>
      </dgm:prSet>
      <dgm:spPr/>
    </dgm:pt>
    <dgm:pt modelId="{61BB4F1C-C41D-4989-BC33-5C5C6CFFAC10}" type="pres">
      <dgm:prSet presAssocID="{B4F9F3FF-7372-4FF5-9723-EE294F1D483A}" presName="spaceBetweenRectangles" presStyleCnt="0"/>
      <dgm:spPr/>
    </dgm:pt>
    <dgm:pt modelId="{04F7FBAC-C4F4-4100-B66E-58C96BDB0373}" type="pres">
      <dgm:prSet presAssocID="{BE9B35A5-7CF9-4DBA-99D0-30FDCF9E3B88}" presName="parentLin" presStyleCnt="0"/>
      <dgm:spPr/>
    </dgm:pt>
    <dgm:pt modelId="{9580000B-26B8-44DF-9056-76F07FAB0AA7}" type="pres">
      <dgm:prSet presAssocID="{BE9B35A5-7CF9-4DBA-99D0-30FDCF9E3B88}" presName="parentLeftMargin" presStyleLbl="node1" presStyleIdx="1" presStyleCnt="9"/>
      <dgm:spPr/>
    </dgm:pt>
    <dgm:pt modelId="{70C93716-DF66-4E91-85AC-31401BDAB199}" type="pres">
      <dgm:prSet presAssocID="{BE9B35A5-7CF9-4DBA-99D0-30FDCF9E3B88}" presName="parentText" presStyleLbl="node1" presStyleIdx="2" presStyleCnt="9">
        <dgm:presLayoutVars>
          <dgm:chMax val="0"/>
          <dgm:bulletEnabled val="1"/>
        </dgm:presLayoutVars>
      </dgm:prSet>
      <dgm:spPr/>
    </dgm:pt>
    <dgm:pt modelId="{DDE026B3-BB37-4DA9-929B-BDB49A429B3B}" type="pres">
      <dgm:prSet presAssocID="{BE9B35A5-7CF9-4DBA-99D0-30FDCF9E3B88}" presName="negativeSpace" presStyleCnt="0"/>
      <dgm:spPr/>
    </dgm:pt>
    <dgm:pt modelId="{2500905F-31AE-4903-9B94-6996AFF72732}" type="pres">
      <dgm:prSet presAssocID="{BE9B35A5-7CF9-4DBA-99D0-30FDCF9E3B88}" presName="childText" presStyleLbl="conFgAcc1" presStyleIdx="2" presStyleCnt="9">
        <dgm:presLayoutVars>
          <dgm:bulletEnabled val="1"/>
        </dgm:presLayoutVars>
      </dgm:prSet>
      <dgm:spPr/>
    </dgm:pt>
    <dgm:pt modelId="{4192E697-4368-4D07-BBF1-0982DF92A3AD}" type="pres">
      <dgm:prSet presAssocID="{5ED24907-AB97-4B1B-984A-9B77FB185E4C}" presName="spaceBetweenRectangles" presStyleCnt="0"/>
      <dgm:spPr/>
    </dgm:pt>
    <dgm:pt modelId="{CD2E679C-D199-40BC-B183-830D858A744B}" type="pres">
      <dgm:prSet presAssocID="{4368ED4F-677D-4E3A-870A-04143415C6EB}" presName="parentLin" presStyleCnt="0"/>
      <dgm:spPr/>
    </dgm:pt>
    <dgm:pt modelId="{AF52FC48-C5E9-4DD0-8029-A97F0B82F3F4}" type="pres">
      <dgm:prSet presAssocID="{4368ED4F-677D-4E3A-870A-04143415C6EB}" presName="parentLeftMargin" presStyleLbl="node1" presStyleIdx="2" presStyleCnt="9"/>
      <dgm:spPr/>
    </dgm:pt>
    <dgm:pt modelId="{705402AC-8213-471B-8683-EBC3AE546013}" type="pres">
      <dgm:prSet presAssocID="{4368ED4F-677D-4E3A-870A-04143415C6EB}" presName="parentText" presStyleLbl="node1" presStyleIdx="3" presStyleCnt="9">
        <dgm:presLayoutVars>
          <dgm:chMax val="0"/>
          <dgm:bulletEnabled val="1"/>
        </dgm:presLayoutVars>
      </dgm:prSet>
      <dgm:spPr/>
    </dgm:pt>
    <dgm:pt modelId="{D1D617F3-0081-4FDC-BEC9-DA55B8885683}" type="pres">
      <dgm:prSet presAssocID="{4368ED4F-677D-4E3A-870A-04143415C6EB}" presName="negativeSpace" presStyleCnt="0"/>
      <dgm:spPr/>
    </dgm:pt>
    <dgm:pt modelId="{971EC6C7-0A30-4D7D-B60E-03177F2E3543}" type="pres">
      <dgm:prSet presAssocID="{4368ED4F-677D-4E3A-870A-04143415C6EB}" presName="childText" presStyleLbl="conFgAcc1" presStyleIdx="3" presStyleCnt="9">
        <dgm:presLayoutVars>
          <dgm:bulletEnabled val="1"/>
        </dgm:presLayoutVars>
      </dgm:prSet>
      <dgm:spPr/>
    </dgm:pt>
    <dgm:pt modelId="{73E78D2E-9BA1-4061-81B4-DB4F0EF47441}" type="pres">
      <dgm:prSet presAssocID="{B3E9DA68-B28E-4049-8066-D9C7A6EEE504}" presName="spaceBetweenRectangles" presStyleCnt="0"/>
      <dgm:spPr/>
    </dgm:pt>
    <dgm:pt modelId="{B6FC963C-6DA4-4851-B1FE-F984E7FC28E3}" type="pres">
      <dgm:prSet presAssocID="{80F04B79-C530-4640-A461-38CCA77DFEBC}" presName="parentLin" presStyleCnt="0"/>
      <dgm:spPr/>
    </dgm:pt>
    <dgm:pt modelId="{2071B165-899F-4507-92EA-F03802D2419D}" type="pres">
      <dgm:prSet presAssocID="{80F04B79-C530-4640-A461-38CCA77DFEBC}" presName="parentLeftMargin" presStyleLbl="node1" presStyleIdx="3" presStyleCnt="9"/>
      <dgm:spPr/>
    </dgm:pt>
    <dgm:pt modelId="{65A0E4F0-0990-4CF9-90EB-679C1960E03E}" type="pres">
      <dgm:prSet presAssocID="{80F04B79-C530-4640-A461-38CCA77DFEBC}" presName="parentText" presStyleLbl="node1" presStyleIdx="4" presStyleCnt="9">
        <dgm:presLayoutVars>
          <dgm:chMax val="0"/>
          <dgm:bulletEnabled val="1"/>
        </dgm:presLayoutVars>
      </dgm:prSet>
      <dgm:spPr/>
    </dgm:pt>
    <dgm:pt modelId="{C505DDFC-42CD-424F-BC98-71E8DCF2EDFA}" type="pres">
      <dgm:prSet presAssocID="{80F04B79-C530-4640-A461-38CCA77DFEBC}" presName="negativeSpace" presStyleCnt="0"/>
      <dgm:spPr/>
    </dgm:pt>
    <dgm:pt modelId="{9DE4C927-A4CB-4B50-BFE2-7CCFDCB83BB9}" type="pres">
      <dgm:prSet presAssocID="{80F04B79-C530-4640-A461-38CCA77DFEBC}" presName="childText" presStyleLbl="conFgAcc1" presStyleIdx="4" presStyleCnt="9">
        <dgm:presLayoutVars>
          <dgm:bulletEnabled val="1"/>
        </dgm:presLayoutVars>
      </dgm:prSet>
      <dgm:spPr/>
    </dgm:pt>
    <dgm:pt modelId="{2C2C9F2D-6E8D-488E-B4F8-90FB6626E0E0}" type="pres">
      <dgm:prSet presAssocID="{AC147294-73A4-4532-8B68-CF1006F1DD19}" presName="spaceBetweenRectangles" presStyleCnt="0"/>
      <dgm:spPr/>
    </dgm:pt>
    <dgm:pt modelId="{33FD3F3D-EE06-4E0F-A8DC-92EE673909F3}" type="pres">
      <dgm:prSet presAssocID="{B2F0DA90-50D9-496A-ACBA-013F27371453}" presName="parentLin" presStyleCnt="0"/>
      <dgm:spPr/>
    </dgm:pt>
    <dgm:pt modelId="{42291CF6-83A4-4363-8846-A77E57FB4A6E}" type="pres">
      <dgm:prSet presAssocID="{B2F0DA90-50D9-496A-ACBA-013F27371453}" presName="parentLeftMargin" presStyleLbl="node1" presStyleIdx="4" presStyleCnt="9"/>
      <dgm:spPr/>
    </dgm:pt>
    <dgm:pt modelId="{CAA471FD-E34A-4CC8-982B-8240605EA700}" type="pres">
      <dgm:prSet presAssocID="{B2F0DA90-50D9-496A-ACBA-013F27371453}" presName="parentText" presStyleLbl="node1" presStyleIdx="5" presStyleCnt="9">
        <dgm:presLayoutVars>
          <dgm:chMax val="0"/>
          <dgm:bulletEnabled val="1"/>
        </dgm:presLayoutVars>
      </dgm:prSet>
      <dgm:spPr/>
    </dgm:pt>
    <dgm:pt modelId="{3A5DEB59-8711-4E3E-BB55-5D2B0108CD03}" type="pres">
      <dgm:prSet presAssocID="{B2F0DA90-50D9-496A-ACBA-013F27371453}" presName="negativeSpace" presStyleCnt="0"/>
      <dgm:spPr/>
    </dgm:pt>
    <dgm:pt modelId="{0DA8D1D2-98CF-4A6B-827F-637F1C860289}" type="pres">
      <dgm:prSet presAssocID="{B2F0DA90-50D9-496A-ACBA-013F27371453}" presName="childText" presStyleLbl="conFgAcc1" presStyleIdx="5" presStyleCnt="9">
        <dgm:presLayoutVars>
          <dgm:bulletEnabled val="1"/>
        </dgm:presLayoutVars>
      </dgm:prSet>
      <dgm:spPr/>
    </dgm:pt>
    <dgm:pt modelId="{30AC8DD2-06D8-4745-8154-73F639911BA0}" type="pres">
      <dgm:prSet presAssocID="{905D1F96-7AC9-438A-AED9-55A5609EFD7D}" presName="spaceBetweenRectangles" presStyleCnt="0"/>
      <dgm:spPr/>
    </dgm:pt>
    <dgm:pt modelId="{B2343991-9E18-430A-AD73-60E0A9F88123}" type="pres">
      <dgm:prSet presAssocID="{32F58B02-7344-4ED8-94D8-329C83508AC9}" presName="parentLin" presStyleCnt="0"/>
      <dgm:spPr/>
    </dgm:pt>
    <dgm:pt modelId="{B9BEB595-D17C-4E4F-90E6-CD48B5BBB296}" type="pres">
      <dgm:prSet presAssocID="{32F58B02-7344-4ED8-94D8-329C83508AC9}" presName="parentLeftMargin" presStyleLbl="node1" presStyleIdx="5" presStyleCnt="9"/>
      <dgm:spPr/>
    </dgm:pt>
    <dgm:pt modelId="{97F7C6C7-C9F6-445C-837B-9707F0FDA684}" type="pres">
      <dgm:prSet presAssocID="{32F58B02-7344-4ED8-94D8-329C83508AC9}" presName="parentText" presStyleLbl="node1" presStyleIdx="6" presStyleCnt="9">
        <dgm:presLayoutVars>
          <dgm:chMax val="0"/>
          <dgm:bulletEnabled val="1"/>
        </dgm:presLayoutVars>
      </dgm:prSet>
      <dgm:spPr/>
    </dgm:pt>
    <dgm:pt modelId="{FAB08D4B-4195-4043-9514-B3EEA8BE5B9A}" type="pres">
      <dgm:prSet presAssocID="{32F58B02-7344-4ED8-94D8-329C83508AC9}" presName="negativeSpace" presStyleCnt="0"/>
      <dgm:spPr/>
    </dgm:pt>
    <dgm:pt modelId="{6C05C795-703B-42FE-8D7C-7BF056FE1A85}" type="pres">
      <dgm:prSet presAssocID="{32F58B02-7344-4ED8-94D8-329C83508AC9}" presName="childText" presStyleLbl="conFgAcc1" presStyleIdx="6" presStyleCnt="9">
        <dgm:presLayoutVars>
          <dgm:bulletEnabled val="1"/>
        </dgm:presLayoutVars>
      </dgm:prSet>
      <dgm:spPr/>
    </dgm:pt>
    <dgm:pt modelId="{8C5CFA6B-02F7-4EB8-A03A-85239100D5D4}" type="pres">
      <dgm:prSet presAssocID="{A30D5363-FAB0-4AFA-843F-62A9BC05A083}" presName="spaceBetweenRectangles" presStyleCnt="0"/>
      <dgm:spPr/>
    </dgm:pt>
    <dgm:pt modelId="{843B1EBC-04B6-48CF-BAAF-1F4E80CCA680}" type="pres">
      <dgm:prSet presAssocID="{8C1A70C7-747E-4A79-AC06-3BF5CC8AD103}" presName="parentLin" presStyleCnt="0"/>
      <dgm:spPr/>
    </dgm:pt>
    <dgm:pt modelId="{DABAD30A-7C4F-4F0F-9A0C-4302BE5867C3}" type="pres">
      <dgm:prSet presAssocID="{8C1A70C7-747E-4A79-AC06-3BF5CC8AD103}" presName="parentLeftMargin" presStyleLbl="node1" presStyleIdx="6" presStyleCnt="9"/>
      <dgm:spPr/>
    </dgm:pt>
    <dgm:pt modelId="{CAF46E68-22B0-4335-99D8-AFE1547F5FFC}" type="pres">
      <dgm:prSet presAssocID="{8C1A70C7-747E-4A79-AC06-3BF5CC8AD103}" presName="parentText" presStyleLbl="node1" presStyleIdx="7" presStyleCnt="9">
        <dgm:presLayoutVars>
          <dgm:chMax val="0"/>
          <dgm:bulletEnabled val="1"/>
        </dgm:presLayoutVars>
      </dgm:prSet>
      <dgm:spPr/>
    </dgm:pt>
    <dgm:pt modelId="{AF3085F3-97D1-4123-A43F-1CF7121C339E}" type="pres">
      <dgm:prSet presAssocID="{8C1A70C7-747E-4A79-AC06-3BF5CC8AD103}" presName="negativeSpace" presStyleCnt="0"/>
      <dgm:spPr/>
    </dgm:pt>
    <dgm:pt modelId="{E2733E66-1136-497C-B112-C1AF9F7534A6}" type="pres">
      <dgm:prSet presAssocID="{8C1A70C7-747E-4A79-AC06-3BF5CC8AD103}" presName="childText" presStyleLbl="conFgAcc1" presStyleIdx="7" presStyleCnt="9">
        <dgm:presLayoutVars>
          <dgm:bulletEnabled val="1"/>
        </dgm:presLayoutVars>
      </dgm:prSet>
      <dgm:spPr/>
    </dgm:pt>
    <dgm:pt modelId="{3C2814BB-2C25-43AC-A0DF-A33EE66FB7E0}" type="pres">
      <dgm:prSet presAssocID="{93B684B6-F261-4B1D-BFBE-FE0F92B173C4}" presName="spaceBetweenRectangles" presStyleCnt="0"/>
      <dgm:spPr/>
    </dgm:pt>
    <dgm:pt modelId="{21753BC4-AC92-48E6-A37A-78314C9CF4F3}" type="pres">
      <dgm:prSet presAssocID="{41730543-2418-4496-8A81-A26968C7EB46}" presName="parentLin" presStyleCnt="0"/>
      <dgm:spPr/>
    </dgm:pt>
    <dgm:pt modelId="{3F0A6DC0-5814-4F66-94E8-38CD39F9E8FF}" type="pres">
      <dgm:prSet presAssocID="{41730543-2418-4496-8A81-A26968C7EB46}" presName="parentLeftMargin" presStyleLbl="node1" presStyleIdx="7" presStyleCnt="9"/>
      <dgm:spPr/>
    </dgm:pt>
    <dgm:pt modelId="{65297391-99DC-467D-8150-2A912C29325D}" type="pres">
      <dgm:prSet presAssocID="{41730543-2418-4496-8A81-A26968C7EB46}" presName="parentText" presStyleLbl="node1" presStyleIdx="8" presStyleCnt="9">
        <dgm:presLayoutVars>
          <dgm:chMax val="0"/>
          <dgm:bulletEnabled val="1"/>
        </dgm:presLayoutVars>
      </dgm:prSet>
      <dgm:spPr/>
    </dgm:pt>
    <dgm:pt modelId="{95D25A81-1B0C-41B3-B8C0-367BD5191F1A}" type="pres">
      <dgm:prSet presAssocID="{41730543-2418-4496-8A81-A26968C7EB46}" presName="negativeSpace" presStyleCnt="0"/>
      <dgm:spPr/>
    </dgm:pt>
    <dgm:pt modelId="{F19AAABF-9F59-48F2-9790-DC2F8A0E55DB}" type="pres">
      <dgm:prSet presAssocID="{41730543-2418-4496-8A81-A26968C7EB46}" presName="childText" presStyleLbl="conFgAcc1" presStyleIdx="8" presStyleCnt="9">
        <dgm:presLayoutVars>
          <dgm:bulletEnabled val="1"/>
        </dgm:presLayoutVars>
      </dgm:prSet>
      <dgm:spPr/>
    </dgm:pt>
  </dgm:ptLst>
  <dgm:cxnLst>
    <dgm:cxn modelId="{3A6BE901-92FF-42AA-845E-E913E70DA167}" type="presOf" srcId="{C79377D3-B847-489B-B881-FDDEC5E90A6A}" destId="{9203B4E1-7355-46CD-9DA7-5755AD5E39F9}" srcOrd="0" destOrd="0" presId="urn:microsoft.com/office/officeart/2005/8/layout/list1"/>
    <dgm:cxn modelId="{20C7D90E-DBD6-4731-A8D1-67F6565A173B}" type="presOf" srcId="{4368ED4F-677D-4E3A-870A-04143415C6EB}" destId="{705402AC-8213-471B-8683-EBC3AE546013}" srcOrd="1" destOrd="0" presId="urn:microsoft.com/office/officeart/2005/8/layout/list1"/>
    <dgm:cxn modelId="{AF418415-4632-45EA-9811-D44960D70C18}" srcId="{A8C25162-0288-403B-BF67-40E512B0AEBE}" destId="{9F31E689-71B3-40FD-B30A-2F168ACF8E35}" srcOrd="0" destOrd="0" parTransId="{0B3D7243-462F-4D5E-8ED9-21544BAA19CD}" sibTransId="{93CDB39A-1E99-4E16-9D31-D891D9F55B5E}"/>
    <dgm:cxn modelId="{160C3228-335E-492E-B9B9-DBEE670BE6C6}" type="presOf" srcId="{41730543-2418-4496-8A81-A26968C7EB46}" destId="{65297391-99DC-467D-8150-2A912C29325D}" srcOrd="1" destOrd="0" presId="urn:microsoft.com/office/officeart/2005/8/layout/list1"/>
    <dgm:cxn modelId="{AB35DF36-5240-49A7-BB61-4C5FFF0DEAC6}" srcId="{A8C25162-0288-403B-BF67-40E512B0AEBE}" destId="{B2F0DA90-50D9-496A-ACBA-013F27371453}" srcOrd="5" destOrd="0" parTransId="{AA4869ED-DD64-41D5-9B67-0A2B8C57092D}" sibTransId="{905D1F96-7AC9-438A-AED9-55A5609EFD7D}"/>
    <dgm:cxn modelId="{4A8D2238-5F20-45E2-858B-1FC3635A9846}" srcId="{A8C25162-0288-403B-BF67-40E512B0AEBE}" destId="{80F04B79-C530-4640-A461-38CCA77DFEBC}" srcOrd="4" destOrd="0" parTransId="{3F4A09E0-9F33-4A93-9376-E572A817D736}" sibTransId="{AC147294-73A4-4532-8B68-CF1006F1DD19}"/>
    <dgm:cxn modelId="{04EF6461-2BFB-450B-BA09-C40D1555CAF3}" type="presOf" srcId="{80F04B79-C530-4640-A461-38CCA77DFEBC}" destId="{2071B165-899F-4507-92EA-F03802D2419D}" srcOrd="0" destOrd="0" presId="urn:microsoft.com/office/officeart/2005/8/layout/list1"/>
    <dgm:cxn modelId="{26099D42-937E-4DA6-9EEC-C825D787A669}" type="presOf" srcId="{BE9B35A5-7CF9-4DBA-99D0-30FDCF9E3B88}" destId="{9580000B-26B8-44DF-9056-76F07FAB0AA7}" srcOrd="0" destOrd="0" presId="urn:microsoft.com/office/officeart/2005/8/layout/list1"/>
    <dgm:cxn modelId="{B131FC49-8339-4FA6-98B2-F416764103A9}" type="presOf" srcId="{41730543-2418-4496-8A81-A26968C7EB46}" destId="{3F0A6DC0-5814-4F66-94E8-38CD39F9E8FF}" srcOrd="0" destOrd="0" presId="urn:microsoft.com/office/officeart/2005/8/layout/list1"/>
    <dgm:cxn modelId="{A37BC96B-7A86-49D3-B99D-94D275F74BC3}" srcId="{A8C25162-0288-403B-BF67-40E512B0AEBE}" destId="{C79377D3-B847-489B-B881-FDDEC5E90A6A}" srcOrd="1" destOrd="0" parTransId="{7F20B35D-8893-4588-AB0E-368D4C081231}" sibTransId="{B4F9F3FF-7372-4FF5-9723-EE294F1D483A}"/>
    <dgm:cxn modelId="{6547A957-8FD5-4F8C-8533-A36B6D16C22F}" type="presOf" srcId="{8C1A70C7-747E-4A79-AC06-3BF5CC8AD103}" destId="{CAF46E68-22B0-4335-99D8-AFE1547F5FFC}" srcOrd="1" destOrd="0" presId="urn:microsoft.com/office/officeart/2005/8/layout/list1"/>
    <dgm:cxn modelId="{FE4F7580-C192-416A-B93B-3F2931909C4D}" srcId="{A8C25162-0288-403B-BF67-40E512B0AEBE}" destId="{BE9B35A5-7CF9-4DBA-99D0-30FDCF9E3B88}" srcOrd="2" destOrd="0" parTransId="{B255E2FB-7496-4B00-AEAE-B8C78232BF19}" sibTransId="{5ED24907-AB97-4B1B-984A-9B77FB185E4C}"/>
    <dgm:cxn modelId="{C46FE483-76C4-4B5E-85E1-C7B926EB66CF}" type="presOf" srcId="{80F04B79-C530-4640-A461-38CCA77DFEBC}" destId="{65A0E4F0-0990-4CF9-90EB-679C1960E03E}" srcOrd="1" destOrd="0" presId="urn:microsoft.com/office/officeart/2005/8/layout/list1"/>
    <dgm:cxn modelId="{442C878A-AE73-45A8-9B00-1476DF235F2C}" type="presOf" srcId="{BE9B35A5-7CF9-4DBA-99D0-30FDCF9E3B88}" destId="{70C93716-DF66-4E91-85AC-31401BDAB199}" srcOrd="1" destOrd="0" presId="urn:microsoft.com/office/officeart/2005/8/layout/list1"/>
    <dgm:cxn modelId="{25191B98-A523-4587-9BCC-7D2479DD6DFA}" type="presOf" srcId="{32F58B02-7344-4ED8-94D8-329C83508AC9}" destId="{97F7C6C7-C9F6-445C-837B-9707F0FDA684}" srcOrd="1" destOrd="0" presId="urn:microsoft.com/office/officeart/2005/8/layout/list1"/>
    <dgm:cxn modelId="{C4A6129A-D7C9-49F3-AACA-0C539DABAAF0}" type="presOf" srcId="{C79377D3-B847-489B-B881-FDDEC5E90A6A}" destId="{F3DB9E10-589B-4077-BBD0-D15C343DCC39}" srcOrd="1" destOrd="0" presId="urn:microsoft.com/office/officeart/2005/8/layout/list1"/>
    <dgm:cxn modelId="{AD30519F-95F7-464C-9531-A2658E3E8DF8}" srcId="{A8C25162-0288-403B-BF67-40E512B0AEBE}" destId="{4368ED4F-677D-4E3A-870A-04143415C6EB}" srcOrd="3" destOrd="0" parTransId="{0222BF06-C808-4023-BA9A-D10E22B63A20}" sibTransId="{B3E9DA68-B28E-4049-8066-D9C7A6EEE504}"/>
    <dgm:cxn modelId="{68ED37A0-DC10-4726-9982-D1FD01CC6B07}" type="presOf" srcId="{B2F0DA90-50D9-496A-ACBA-013F27371453}" destId="{CAA471FD-E34A-4CC8-982B-8240605EA700}" srcOrd="1" destOrd="0" presId="urn:microsoft.com/office/officeart/2005/8/layout/list1"/>
    <dgm:cxn modelId="{097547BD-5B89-43FC-AC68-A4908C5BF958}" srcId="{A8C25162-0288-403B-BF67-40E512B0AEBE}" destId="{41730543-2418-4496-8A81-A26968C7EB46}" srcOrd="8" destOrd="0" parTransId="{92C284AD-95FA-4BEA-8549-6C4F47085793}" sibTransId="{800E6C69-BA66-462A-B323-A9AB422D8735}"/>
    <dgm:cxn modelId="{FEFD29C5-69B7-4CC2-82D3-B8CBA13DCC18}" type="presOf" srcId="{A8C25162-0288-403B-BF67-40E512B0AEBE}" destId="{9D193184-A808-4504-A25E-8607D051EEF8}" srcOrd="0" destOrd="0" presId="urn:microsoft.com/office/officeart/2005/8/layout/list1"/>
    <dgm:cxn modelId="{B7A7ADC9-5078-42D9-9156-20FA74CDB0D5}" type="presOf" srcId="{4368ED4F-677D-4E3A-870A-04143415C6EB}" destId="{AF52FC48-C5E9-4DD0-8029-A97F0B82F3F4}" srcOrd="0" destOrd="0" presId="urn:microsoft.com/office/officeart/2005/8/layout/list1"/>
    <dgm:cxn modelId="{B0065FD2-31FB-40D5-AAB7-CCCF0EA09F6B}" type="presOf" srcId="{9F31E689-71B3-40FD-B30A-2F168ACF8E35}" destId="{D5A2B3CE-A4C6-495F-B02D-34FE86EE033E}" srcOrd="1" destOrd="0" presId="urn:microsoft.com/office/officeart/2005/8/layout/list1"/>
    <dgm:cxn modelId="{2E4C6CD2-FC31-4E60-9EED-4570A9BEC157}" type="presOf" srcId="{32F58B02-7344-4ED8-94D8-329C83508AC9}" destId="{B9BEB595-D17C-4E4F-90E6-CD48B5BBB296}" srcOrd="0" destOrd="0" presId="urn:microsoft.com/office/officeart/2005/8/layout/list1"/>
    <dgm:cxn modelId="{CFFAE2D2-ACDA-4F85-8B95-89E3BBAB1905}" srcId="{A8C25162-0288-403B-BF67-40E512B0AEBE}" destId="{32F58B02-7344-4ED8-94D8-329C83508AC9}" srcOrd="6" destOrd="0" parTransId="{E9D8F4EB-881F-4C1B-9CD6-C4AABF9957B8}" sibTransId="{A30D5363-FAB0-4AFA-843F-62A9BC05A083}"/>
    <dgm:cxn modelId="{6B3BEBD8-1C76-4B22-AA3E-E205E38DE28C}" type="presOf" srcId="{B2F0DA90-50D9-496A-ACBA-013F27371453}" destId="{42291CF6-83A4-4363-8846-A77E57FB4A6E}" srcOrd="0" destOrd="0" presId="urn:microsoft.com/office/officeart/2005/8/layout/list1"/>
    <dgm:cxn modelId="{82907BE8-1A45-41A2-9D3E-F6DAAC3D3CA8}" srcId="{A8C25162-0288-403B-BF67-40E512B0AEBE}" destId="{8C1A70C7-747E-4A79-AC06-3BF5CC8AD103}" srcOrd="7" destOrd="0" parTransId="{94C00A88-5D18-4044-A81A-8A589DD6815D}" sibTransId="{93B684B6-F261-4B1D-BFBE-FE0F92B173C4}"/>
    <dgm:cxn modelId="{F00123F3-151A-42DC-B2C4-53FCB99F1FDF}" type="presOf" srcId="{8C1A70C7-747E-4A79-AC06-3BF5CC8AD103}" destId="{DABAD30A-7C4F-4F0F-9A0C-4302BE5867C3}" srcOrd="0" destOrd="0" presId="urn:microsoft.com/office/officeart/2005/8/layout/list1"/>
    <dgm:cxn modelId="{C0CA8BF8-301B-46A1-B1EC-CE051BE4CF1A}" type="presOf" srcId="{9F31E689-71B3-40FD-B30A-2F168ACF8E35}" destId="{0B78F1FC-6C32-4B52-A9FA-BAC6B7C66695}" srcOrd="0" destOrd="0" presId="urn:microsoft.com/office/officeart/2005/8/layout/list1"/>
    <dgm:cxn modelId="{ECE7AC30-11E2-44F8-82A9-4B9171010090}" type="presParOf" srcId="{9D193184-A808-4504-A25E-8607D051EEF8}" destId="{4047F558-83D6-4211-90F2-F1A1842F2DFB}" srcOrd="0" destOrd="0" presId="urn:microsoft.com/office/officeart/2005/8/layout/list1"/>
    <dgm:cxn modelId="{8AE3DA3A-B6B5-4B25-A8A3-B8D5DB9E5C63}" type="presParOf" srcId="{4047F558-83D6-4211-90F2-F1A1842F2DFB}" destId="{0B78F1FC-6C32-4B52-A9FA-BAC6B7C66695}" srcOrd="0" destOrd="0" presId="urn:microsoft.com/office/officeart/2005/8/layout/list1"/>
    <dgm:cxn modelId="{339FDEAE-A877-4ECD-B990-E34A8668D7DD}" type="presParOf" srcId="{4047F558-83D6-4211-90F2-F1A1842F2DFB}" destId="{D5A2B3CE-A4C6-495F-B02D-34FE86EE033E}" srcOrd="1" destOrd="0" presId="urn:microsoft.com/office/officeart/2005/8/layout/list1"/>
    <dgm:cxn modelId="{43B78FAF-E357-48E8-8A37-241C927AF9CE}" type="presParOf" srcId="{9D193184-A808-4504-A25E-8607D051EEF8}" destId="{4135A812-DA40-4462-BFF4-076ADDFF39A5}" srcOrd="1" destOrd="0" presId="urn:microsoft.com/office/officeart/2005/8/layout/list1"/>
    <dgm:cxn modelId="{1B3FDC0C-C73C-42AB-BD18-60917DEF63F5}" type="presParOf" srcId="{9D193184-A808-4504-A25E-8607D051EEF8}" destId="{FA367B09-50AD-4E68-A0EA-30FF45B1B88E}" srcOrd="2" destOrd="0" presId="urn:microsoft.com/office/officeart/2005/8/layout/list1"/>
    <dgm:cxn modelId="{67C7BD27-A541-4272-84C1-64C2253FC196}" type="presParOf" srcId="{9D193184-A808-4504-A25E-8607D051EEF8}" destId="{7CE42379-2533-4042-970D-074591C2EBCB}" srcOrd="3" destOrd="0" presId="urn:microsoft.com/office/officeart/2005/8/layout/list1"/>
    <dgm:cxn modelId="{2BE5E32D-9A6C-47DD-9DFB-DAA0C0D60B55}" type="presParOf" srcId="{9D193184-A808-4504-A25E-8607D051EEF8}" destId="{3B3D41C3-001D-406F-99EF-C24AC53912AE}" srcOrd="4" destOrd="0" presId="urn:microsoft.com/office/officeart/2005/8/layout/list1"/>
    <dgm:cxn modelId="{ECDE5872-97B3-44CF-96F5-1558864DB4E3}" type="presParOf" srcId="{3B3D41C3-001D-406F-99EF-C24AC53912AE}" destId="{9203B4E1-7355-46CD-9DA7-5755AD5E39F9}" srcOrd="0" destOrd="0" presId="urn:microsoft.com/office/officeart/2005/8/layout/list1"/>
    <dgm:cxn modelId="{CF555672-B07E-40E1-BC89-A802DBD99544}" type="presParOf" srcId="{3B3D41C3-001D-406F-99EF-C24AC53912AE}" destId="{F3DB9E10-589B-4077-BBD0-D15C343DCC39}" srcOrd="1" destOrd="0" presId="urn:microsoft.com/office/officeart/2005/8/layout/list1"/>
    <dgm:cxn modelId="{F60A69D4-94FB-4C07-9C18-822D5A8AA681}" type="presParOf" srcId="{9D193184-A808-4504-A25E-8607D051EEF8}" destId="{450CDDC3-576F-483D-9026-B22F8232ED6F}" srcOrd="5" destOrd="0" presId="urn:microsoft.com/office/officeart/2005/8/layout/list1"/>
    <dgm:cxn modelId="{B79B0964-19C2-4C61-ADE8-6D535FA19CD5}" type="presParOf" srcId="{9D193184-A808-4504-A25E-8607D051EEF8}" destId="{16C343DB-5660-485C-BDD7-51C40D2A87CF}" srcOrd="6" destOrd="0" presId="urn:microsoft.com/office/officeart/2005/8/layout/list1"/>
    <dgm:cxn modelId="{91AFA0F1-EBCF-4C2E-AF6F-BDA9B452D35B}" type="presParOf" srcId="{9D193184-A808-4504-A25E-8607D051EEF8}" destId="{61BB4F1C-C41D-4989-BC33-5C5C6CFFAC10}" srcOrd="7" destOrd="0" presId="urn:microsoft.com/office/officeart/2005/8/layout/list1"/>
    <dgm:cxn modelId="{A1B30ECC-EFD0-422C-8E68-C8E10688B934}" type="presParOf" srcId="{9D193184-A808-4504-A25E-8607D051EEF8}" destId="{04F7FBAC-C4F4-4100-B66E-58C96BDB0373}" srcOrd="8" destOrd="0" presId="urn:microsoft.com/office/officeart/2005/8/layout/list1"/>
    <dgm:cxn modelId="{43FD3E03-EF65-4089-8A86-F542AF0EAD51}" type="presParOf" srcId="{04F7FBAC-C4F4-4100-B66E-58C96BDB0373}" destId="{9580000B-26B8-44DF-9056-76F07FAB0AA7}" srcOrd="0" destOrd="0" presId="urn:microsoft.com/office/officeart/2005/8/layout/list1"/>
    <dgm:cxn modelId="{62156952-2D0D-4B34-82E3-98EF21E0A772}" type="presParOf" srcId="{04F7FBAC-C4F4-4100-B66E-58C96BDB0373}" destId="{70C93716-DF66-4E91-85AC-31401BDAB199}" srcOrd="1" destOrd="0" presId="urn:microsoft.com/office/officeart/2005/8/layout/list1"/>
    <dgm:cxn modelId="{89642487-AEBA-458B-BB10-EC50DDCE08B0}" type="presParOf" srcId="{9D193184-A808-4504-A25E-8607D051EEF8}" destId="{DDE026B3-BB37-4DA9-929B-BDB49A429B3B}" srcOrd="9" destOrd="0" presId="urn:microsoft.com/office/officeart/2005/8/layout/list1"/>
    <dgm:cxn modelId="{11B63017-14A2-4AF6-B1F8-7F4B53AE748B}" type="presParOf" srcId="{9D193184-A808-4504-A25E-8607D051EEF8}" destId="{2500905F-31AE-4903-9B94-6996AFF72732}" srcOrd="10" destOrd="0" presId="urn:microsoft.com/office/officeart/2005/8/layout/list1"/>
    <dgm:cxn modelId="{E3A0DEDF-85E3-4561-A39F-AC4DEC728424}" type="presParOf" srcId="{9D193184-A808-4504-A25E-8607D051EEF8}" destId="{4192E697-4368-4D07-BBF1-0982DF92A3AD}" srcOrd="11" destOrd="0" presId="urn:microsoft.com/office/officeart/2005/8/layout/list1"/>
    <dgm:cxn modelId="{12C50B3D-22B8-401D-A760-38D846BA1606}" type="presParOf" srcId="{9D193184-A808-4504-A25E-8607D051EEF8}" destId="{CD2E679C-D199-40BC-B183-830D858A744B}" srcOrd="12" destOrd="0" presId="urn:microsoft.com/office/officeart/2005/8/layout/list1"/>
    <dgm:cxn modelId="{EADB345C-7E8A-49A3-86CF-93ECCF4F1469}" type="presParOf" srcId="{CD2E679C-D199-40BC-B183-830D858A744B}" destId="{AF52FC48-C5E9-4DD0-8029-A97F0B82F3F4}" srcOrd="0" destOrd="0" presId="urn:microsoft.com/office/officeart/2005/8/layout/list1"/>
    <dgm:cxn modelId="{39B210D1-3065-48E9-8AF2-3C1956E8AFEC}" type="presParOf" srcId="{CD2E679C-D199-40BC-B183-830D858A744B}" destId="{705402AC-8213-471B-8683-EBC3AE546013}" srcOrd="1" destOrd="0" presId="urn:microsoft.com/office/officeart/2005/8/layout/list1"/>
    <dgm:cxn modelId="{79D1C616-D592-4330-87A8-51BFD18BE023}" type="presParOf" srcId="{9D193184-A808-4504-A25E-8607D051EEF8}" destId="{D1D617F3-0081-4FDC-BEC9-DA55B8885683}" srcOrd="13" destOrd="0" presId="urn:microsoft.com/office/officeart/2005/8/layout/list1"/>
    <dgm:cxn modelId="{7C1406DB-89AA-4341-ABF7-AF32B6AC633A}" type="presParOf" srcId="{9D193184-A808-4504-A25E-8607D051EEF8}" destId="{971EC6C7-0A30-4D7D-B60E-03177F2E3543}" srcOrd="14" destOrd="0" presId="urn:microsoft.com/office/officeart/2005/8/layout/list1"/>
    <dgm:cxn modelId="{D51C5D1E-80C1-4146-BEB7-35530FE96BC0}" type="presParOf" srcId="{9D193184-A808-4504-A25E-8607D051EEF8}" destId="{73E78D2E-9BA1-4061-81B4-DB4F0EF47441}" srcOrd="15" destOrd="0" presId="urn:microsoft.com/office/officeart/2005/8/layout/list1"/>
    <dgm:cxn modelId="{7FABADF5-6513-4445-A6AE-179A8351E0F8}" type="presParOf" srcId="{9D193184-A808-4504-A25E-8607D051EEF8}" destId="{B6FC963C-6DA4-4851-B1FE-F984E7FC28E3}" srcOrd="16" destOrd="0" presId="urn:microsoft.com/office/officeart/2005/8/layout/list1"/>
    <dgm:cxn modelId="{ED8230AF-0CBA-4310-A3B7-D80D1C1BDB36}" type="presParOf" srcId="{B6FC963C-6DA4-4851-B1FE-F984E7FC28E3}" destId="{2071B165-899F-4507-92EA-F03802D2419D}" srcOrd="0" destOrd="0" presId="urn:microsoft.com/office/officeart/2005/8/layout/list1"/>
    <dgm:cxn modelId="{FD776282-EF5D-4EAC-9D28-8CD6F333746A}" type="presParOf" srcId="{B6FC963C-6DA4-4851-B1FE-F984E7FC28E3}" destId="{65A0E4F0-0990-4CF9-90EB-679C1960E03E}" srcOrd="1" destOrd="0" presId="urn:microsoft.com/office/officeart/2005/8/layout/list1"/>
    <dgm:cxn modelId="{24AF38F3-9FCB-4CBE-88EC-C7D34F796A59}" type="presParOf" srcId="{9D193184-A808-4504-A25E-8607D051EEF8}" destId="{C505DDFC-42CD-424F-BC98-71E8DCF2EDFA}" srcOrd="17" destOrd="0" presId="urn:microsoft.com/office/officeart/2005/8/layout/list1"/>
    <dgm:cxn modelId="{BCC19E9F-0A6E-44D4-8037-674C355BE97F}" type="presParOf" srcId="{9D193184-A808-4504-A25E-8607D051EEF8}" destId="{9DE4C927-A4CB-4B50-BFE2-7CCFDCB83BB9}" srcOrd="18" destOrd="0" presId="urn:microsoft.com/office/officeart/2005/8/layout/list1"/>
    <dgm:cxn modelId="{4B4549F9-CB65-48F1-A471-6B9381CDEA57}" type="presParOf" srcId="{9D193184-A808-4504-A25E-8607D051EEF8}" destId="{2C2C9F2D-6E8D-488E-B4F8-90FB6626E0E0}" srcOrd="19" destOrd="0" presId="urn:microsoft.com/office/officeart/2005/8/layout/list1"/>
    <dgm:cxn modelId="{7C1923CC-5413-4163-BD36-8988C6E68812}" type="presParOf" srcId="{9D193184-A808-4504-A25E-8607D051EEF8}" destId="{33FD3F3D-EE06-4E0F-A8DC-92EE673909F3}" srcOrd="20" destOrd="0" presId="urn:microsoft.com/office/officeart/2005/8/layout/list1"/>
    <dgm:cxn modelId="{CAFFE8BE-EB84-4D93-870A-C55A31C22F9C}" type="presParOf" srcId="{33FD3F3D-EE06-4E0F-A8DC-92EE673909F3}" destId="{42291CF6-83A4-4363-8846-A77E57FB4A6E}" srcOrd="0" destOrd="0" presId="urn:microsoft.com/office/officeart/2005/8/layout/list1"/>
    <dgm:cxn modelId="{8E92E8AE-4BC6-4AC8-AE05-B0E071AC93E7}" type="presParOf" srcId="{33FD3F3D-EE06-4E0F-A8DC-92EE673909F3}" destId="{CAA471FD-E34A-4CC8-982B-8240605EA700}" srcOrd="1" destOrd="0" presId="urn:microsoft.com/office/officeart/2005/8/layout/list1"/>
    <dgm:cxn modelId="{A1537A21-9B7A-43CD-8564-7C1DF94B76FD}" type="presParOf" srcId="{9D193184-A808-4504-A25E-8607D051EEF8}" destId="{3A5DEB59-8711-4E3E-BB55-5D2B0108CD03}" srcOrd="21" destOrd="0" presId="urn:microsoft.com/office/officeart/2005/8/layout/list1"/>
    <dgm:cxn modelId="{E2FFE5FE-0C39-445A-979E-6D0784060AB0}" type="presParOf" srcId="{9D193184-A808-4504-A25E-8607D051EEF8}" destId="{0DA8D1D2-98CF-4A6B-827F-637F1C860289}" srcOrd="22" destOrd="0" presId="urn:microsoft.com/office/officeart/2005/8/layout/list1"/>
    <dgm:cxn modelId="{FDE47E16-51E8-426C-BAB9-D41FA793DC39}" type="presParOf" srcId="{9D193184-A808-4504-A25E-8607D051EEF8}" destId="{30AC8DD2-06D8-4745-8154-73F639911BA0}" srcOrd="23" destOrd="0" presId="urn:microsoft.com/office/officeart/2005/8/layout/list1"/>
    <dgm:cxn modelId="{580F8109-A236-443E-ADED-52639D1078F0}" type="presParOf" srcId="{9D193184-A808-4504-A25E-8607D051EEF8}" destId="{B2343991-9E18-430A-AD73-60E0A9F88123}" srcOrd="24" destOrd="0" presId="urn:microsoft.com/office/officeart/2005/8/layout/list1"/>
    <dgm:cxn modelId="{4C606450-95D7-40EA-B396-134D796A271C}" type="presParOf" srcId="{B2343991-9E18-430A-AD73-60E0A9F88123}" destId="{B9BEB595-D17C-4E4F-90E6-CD48B5BBB296}" srcOrd="0" destOrd="0" presId="urn:microsoft.com/office/officeart/2005/8/layout/list1"/>
    <dgm:cxn modelId="{43AD0776-3255-4AEC-9630-2B0C61459FFA}" type="presParOf" srcId="{B2343991-9E18-430A-AD73-60E0A9F88123}" destId="{97F7C6C7-C9F6-445C-837B-9707F0FDA684}" srcOrd="1" destOrd="0" presId="urn:microsoft.com/office/officeart/2005/8/layout/list1"/>
    <dgm:cxn modelId="{7E096E74-D0CE-4E64-B551-621DB045C258}" type="presParOf" srcId="{9D193184-A808-4504-A25E-8607D051EEF8}" destId="{FAB08D4B-4195-4043-9514-B3EEA8BE5B9A}" srcOrd="25" destOrd="0" presId="urn:microsoft.com/office/officeart/2005/8/layout/list1"/>
    <dgm:cxn modelId="{DA0F92CA-7C5F-459E-9B1E-31A90C127FAE}" type="presParOf" srcId="{9D193184-A808-4504-A25E-8607D051EEF8}" destId="{6C05C795-703B-42FE-8D7C-7BF056FE1A85}" srcOrd="26" destOrd="0" presId="urn:microsoft.com/office/officeart/2005/8/layout/list1"/>
    <dgm:cxn modelId="{C9BA5761-A109-48DC-9F31-3241D0610B69}" type="presParOf" srcId="{9D193184-A808-4504-A25E-8607D051EEF8}" destId="{8C5CFA6B-02F7-4EB8-A03A-85239100D5D4}" srcOrd="27" destOrd="0" presId="urn:microsoft.com/office/officeart/2005/8/layout/list1"/>
    <dgm:cxn modelId="{5C06FDDB-AC8F-401E-8CE3-F2152D110731}" type="presParOf" srcId="{9D193184-A808-4504-A25E-8607D051EEF8}" destId="{843B1EBC-04B6-48CF-BAAF-1F4E80CCA680}" srcOrd="28" destOrd="0" presId="urn:microsoft.com/office/officeart/2005/8/layout/list1"/>
    <dgm:cxn modelId="{9BFEB298-D900-4146-B600-4A8FA319F129}" type="presParOf" srcId="{843B1EBC-04B6-48CF-BAAF-1F4E80CCA680}" destId="{DABAD30A-7C4F-4F0F-9A0C-4302BE5867C3}" srcOrd="0" destOrd="0" presId="urn:microsoft.com/office/officeart/2005/8/layout/list1"/>
    <dgm:cxn modelId="{936E445D-C1AF-4422-A73D-7A07709A12B1}" type="presParOf" srcId="{843B1EBC-04B6-48CF-BAAF-1F4E80CCA680}" destId="{CAF46E68-22B0-4335-99D8-AFE1547F5FFC}" srcOrd="1" destOrd="0" presId="urn:microsoft.com/office/officeart/2005/8/layout/list1"/>
    <dgm:cxn modelId="{1894BEF4-3DF2-47A4-8B12-1E0DCD813602}" type="presParOf" srcId="{9D193184-A808-4504-A25E-8607D051EEF8}" destId="{AF3085F3-97D1-4123-A43F-1CF7121C339E}" srcOrd="29" destOrd="0" presId="urn:microsoft.com/office/officeart/2005/8/layout/list1"/>
    <dgm:cxn modelId="{93125E69-AA69-42CC-A506-B816ECFFD6BB}" type="presParOf" srcId="{9D193184-A808-4504-A25E-8607D051EEF8}" destId="{E2733E66-1136-497C-B112-C1AF9F7534A6}" srcOrd="30" destOrd="0" presId="urn:microsoft.com/office/officeart/2005/8/layout/list1"/>
    <dgm:cxn modelId="{FD64759D-7F95-4296-B566-743B3DA01731}" type="presParOf" srcId="{9D193184-A808-4504-A25E-8607D051EEF8}" destId="{3C2814BB-2C25-43AC-A0DF-A33EE66FB7E0}" srcOrd="31" destOrd="0" presId="urn:microsoft.com/office/officeart/2005/8/layout/list1"/>
    <dgm:cxn modelId="{8EACFC84-D960-4EE0-9431-F1C83838819E}" type="presParOf" srcId="{9D193184-A808-4504-A25E-8607D051EEF8}" destId="{21753BC4-AC92-48E6-A37A-78314C9CF4F3}" srcOrd="32" destOrd="0" presId="urn:microsoft.com/office/officeart/2005/8/layout/list1"/>
    <dgm:cxn modelId="{CF376C1C-936B-4857-9778-F71364EE8C4B}" type="presParOf" srcId="{21753BC4-AC92-48E6-A37A-78314C9CF4F3}" destId="{3F0A6DC0-5814-4F66-94E8-38CD39F9E8FF}" srcOrd="0" destOrd="0" presId="urn:microsoft.com/office/officeart/2005/8/layout/list1"/>
    <dgm:cxn modelId="{C26C8881-A6F6-4607-801C-CC8D1B55D41D}" type="presParOf" srcId="{21753BC4-AC92-48E6-A37A-78314C9CF4F3}" destId="{65297391-99DC-467D-8150-2A912C29325D}" srcOrd="1" destOrd="0" presId="urn:microsoft.com/office/officeart/2005/8/layout/list1"/>
    <dgm:cxn modelId="{291FC575-504E-47BC-88F0-7EDA4D73BB43}" type="presParOf" srcId="{9D193184-A808-4504-A25E-8607D051EEF8}" destId="{95D25A81-1B0C-41B3-B8C0-367BD5191F1A}" srcOrd="33" destOrd="0" presId="urn:microsoft.com/office/officeart/2005/8/layout/list1"/>
    <dgm:cxn modelId="{07B7581F-A059-4EB1-BC72-A6F17983581A}" type="presParOf" srcId="{9D193184-A808-4504-A25E-8607D051EEF8}" destId="{F19AAABF-9F59-48F2-9790-DC2F8A0E55DB}" srcOrd="3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A8C25162-0288-403B-BF67-40E512B0AEBE}"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BDA6AD6D-AC42-4FE1-ACB5-998DDA6C1FFA}">
      <dgm:prSet custT="1"/>
      <dgm:spPr/>
      <dgm:t>
        <a:bodyPr/>
        <a:lstStyle/>
        <a:p>
          <a:r>
            <a:rPr lang="en-IN" sz="2800" dirty="0"/>
            <a:t>When the active voice is in the negative, the passive voice takes the form: </a:t>
          </a:r>
          <a:r>
            <a:rPr lang="en-IN" sz="2800" b="1" dirty="0"/>
            <a:t>Let + object + not + be + past participle.</a:t>
          </a:r>
          <a:endParaRPr lang="en-IN" sz="2800" dirty="0"/>
        </a:p>
      </dgm:t>
    </dgm:pt>
    <dgm:pt modelId="{9A83BB46-1E8C-4745-BD59-841B3ED78D55}" type="parTrans" cxnId="{57052194-2219-494E-B236-289DEA648A8E}">
      <dgm:prSet/>
      <dgm:spPr/>
      <dgm:t>
        <a:bodyPr/>
        <a:lstStyle/>
        <a:p>
          <a:endParaRPr lang="en-IN"/>
        </a:p>
      </dgm:t>
    </dgm:pt>
    <dgm:pt modelId="{8089F968-D52D-47B1-9F6C-D736DAA08359}" type="sibTrans" cxnId="{57052194-2219-494E-B236-289DEA648A8E}">
      <dgm:prSet/>
      <dgm:spPr/>
      <dgm:t>
        <a:bodyPr/>
        <a:lstStyle/>
        <a:p>
          <a:endParaRPr lang="en-IN"/>
        </a:p>
      </dgm:t>
    </dgm:pt>
    <dgm:pt modelId="{37780C08-33C3-47FF-A66B-95A9CE325229}">
      <dgm:prSet custT="1"/>
      <dgm:spPr/>
      <dgm:t>
        <a:bodyPr/>
        <a:lstStyle/>
        <a:p>
          <a:r>
            <a:rPr lang="en-IN" sz="3600" b="1" dirty="0"/>
            <a:t>Active: Do not beat the dog.</a:t>
          </a:r>
        </a:p>
      </dgm:t>
    </dgm:pt>
    <dgm:pt modelId="{18543A04-AEFE-4573-A0F2-F7BC4FC9C0C3}" type="parTrans" cxnId="{D96B17D9-DD55-423A-AB84-0C1C0A899C8E}">
      <dgm:prSet/>
      <dgm:spPr/>
      <dgm:t>
        <a:bodyPr/>
        <a:lstStyle/>
        <a:p>
          <a:endParaRPr lang="en-IN"/>
        </a:p>
      </dgm:t>
    </dgm:pt>
    <dgm:pt modelId="{B1C32038-23E2-4BA6-9D17-23BB1BCFDFFC}" type="sibTrans" cxnId="{D96B17D9-DD55-423A-AB84-0C1C0A899C8E}">
      <dgm:prSet/>
      <dgm:spPr/>
      <dgm:t>
        <a:bodyPr/>
        <a:lstStyle/>
        <a:p>
          <a:endParaRPr lang="en-IN"/>
        </a:p>
      </dgm:t>
    </dgm:pt>
    <dgm:pt modelId="{A4199CBB-17AF-43C5-BEFF-07672B8C67A3}">
      <dgm:prSet custT="1"/>
      <dgm:spPr/>
      <dgm:t>
        <a:bodyPr/>
        <a:lstStyle/>
        <a:p>
          <a:r>
            <a:rPr lang="en-IN" sz="3600" b="1" dirty="0"/>
            <a:t>Passive: Let the dog not be beaten.</a:t>
          </a:r>
        </a:p>
      </dgm:t>
    </dgm:pt>
    <dgm:pt modelId="{FCA422C3-F90A-4CC8-8540-53EC3C101C44}" type="parTrans" cxnId="{030377A0-831C-43EE-9197-BB6A81C2F574}">
      <dgm:prSet/>
      <dgm:spPr/>
      <dgm:t>
        <a:bodyPr/>
        <a:lstStyle/>
        <a:p>
          <a:endParaRPr lang="en-IN"/>
        </a:p>
      </dgm:t>
    </dgm:pt>
    <dgm:pt modelId="{B71D71EE-0BFA-4D7C-9FCB-5A28BDC2AD9D}" type="sibTrans" cxnId="{030377A0-831C-43EE-9197-BB6A81C2F574}">
      <dgm:prSet/>
      <dgm:spPr/>
      <dgm:t>
        <a:bodyPr/>
        <a:lstStyle/>
        <a:p>
          <a:endParaRPr lang="en-IN"/>
        </a:p>
      </dgm:t>
    </dgm:pt>
    <dgm:pt modelId="{CFC3C6A2-CDF9-4423-A812-56C96F6E033A}">
      <dgm:prSet custT="1"/>
      <dgm:spPr/>
      <dgm:t>
        <a:bodyPr/>
        <a:lstStyle/>
        <a:p>
          <a:r>
            <a:rPr lang="en-IN" sz="3600" b="1" dirty="0">
              <a:solidFill>
                <a:srgbClr val="C00000"/>
              </a:solidFill>
            </a:rPr>
            <a:t>Note that do is not used in the passive form</a:t>
          </a:r>
          <a:r>
            <a:rPr lang="en-IN" sz="3600" dirty="0">
              <a:solidFill>
                <a:srgbClr val="C00000"/>
              </a:solidFill>
            </a:rPr>
            <a:t>.</a:t>
          </a:r>
        </a:p>
      </dgm:t>
    </dgm:pt>
    <dgm:pt modelId="{59F0789C-58EB-434E-B344-C4718916D07A}" type="parTrans" cxnId="{5CE553B4-AC23-4F2C-9F3B-618B94A68A1D}">
      <dgm:prSet/>
      <dgm:spPr/>
      <dgm:t>
        <a:bodyPr/>
        <a:lstStyle/>
        <a:p>
          <a:endParaRPr lang="en-IN"/>
        </a:p>
      </dgm:t>
    </dgm:pt>
    <dgm:pt modelId="{D40AF3AF-3E10-4601-BE71-38E435A7D5F0}" type="sibTrans" cxnId="{5CE553B4-AC23-4F2C-9F3B-618B94A68A1D}">
      <dgm:prSet/>
      <dgm:spPr/>
      <dgm:t>
        <a:bodyPr/>
        <a:lstStyle/>
        <a:p>
          <a:endParaRPr lang="en-IN"/>
        </a:p>
      </dgm:t>
    </dgm:pt>
    <dgm:pt modelId="{9D193184-A808-4504-A25E-8607D051EEF8}" type="pres">
      <dgm:prSet presAssocID="{A8C25162-0288-403B-BF67-40E512B0AEBE}" presName="linear" presStyleCnt="0">
        <dgm:presLayoutVars>
          <dgm:dir/>
          <dgm:animLvl val="lvl"/>
          <dgm:resizeHandles val="exact"/>
        </dgm:presLayoutVars>
      </dgm:prSet>
      <dgm:spPr/>
    </dgm:pt>
    <dgm:pt modelId="{950526AE-69EA-4C69-8B2F-A64D285B47B1}" type="pres">
      <dgm:prSet presAssocID="{BDA6AD6D-AC42-4FE1-ACB5-998DDA6C1FFA}" presName="parentLin" presStyleCnt="0"/>
      <dgm:spPr/>
    </dgm:pt>
    <dgm:pt modelId="{52E7623D-29AF-46A4-845D-73188ED1AD72}" type="pres">
      <dgm:prSet presAssocID="{BDA6AD6D-AC42-4FE1-ACB5-998DDA6C1FFA}" presName="parentLeftMargin" presStyleLbl="node1" presStyleIdx="0" presStyleCnt="4"/>
      <dgm:spPr/>
    </dgm:pt>
    <dgm:pt modelId="{F0A1FD5F-AE63-4B58-975C-C78C1B894A09}" type="pres">
      <dgm:prSet presAssocID="{BDA6AD6D-AC42-4FE1-ACB5-998DDA6C1FFA}" presName="parentText" presStyleLbl="node1" presStyleIdx="0" presStyleCnt="4" custScaleX="142857">
        <dgm:presLayoutVars>
          <dgm:chMax val="0"/>
          <dgm:bulletEnabled val="1"/>
        </dgm:presLayoutVars>
      </dgm:prSet>
      <dgm:spPr/>
    </dgm:pt>
    <dgm:pt modelId="{3901DFD8-AA8D-4724-8053-CE117C64930B}" type="pres">
      <dgm:prSet presAssocID="{BDA6AD6D-AC42-4FE1-ACB5-998DDA6C1FFA}" presName="negativeSpace" presStyleCnt="0"/>
      <dgm:spPr/>
    </dgm:pt>
    <dgm:pt modelId="{C85C6856-09CE-48CE-ADE0-B3F2496F081C}" type="pres">
      <dgm:prSet presAssocID="{BDA6AD6D-AC42-4FE1-ACB5-998DDA6C1FFA}" presName="childText" presStyleLbl="conFgAcc1" presStyleIdx="0" presStyleCnt="4">
        <dgm:presLayoutVars>
          <dgm:bulletEnabled val="1"/>
        </dgm:presLayoutVars>
      </dgm:prSet>
      <dgm:spPr/>
    </dgm:pt>
    <dgm:pt modelId="{0D286668-9508-4E9D-8CC8-2AFADACDB154}" type="pres">
      <dgm:prSet presAssocID="{8089F968-D52D-47B1-9F6C-D736DAA08359}" presName="spaceBetweenRectangles" presStyleCnt="0"/>
      <dgm:spPr/>
    </dgm:pt>
    <dgm:pt modelId="{4C6A433A-B593-4AEA-B71D-F83EC86B7A47}" type="pres">
      <dgm:prSet presAssocID="{37780C08-33C3-47FF-A66B-95A9CE325229}" presName="parentLin" presStyleCnt="0"/>
      <dgm:spPr/>
    </dgm:pt>
    <dgm:pt modelId="{02DF691A-4D0A-4424-88F7-7FDF9550D9CC}" type="pres">
      <dgm:prSet presAssocID="{37780C08-33C3-47FF-A66B-95A9CE325229}" presName="parentLeftMargin" presStyleLbl="node1" presStyleIdx="0" presStyleCnt="4"/>
      <dgm:spPr/>
    </dgm:pt>
    <dgm:pt modelId="{76E7209F-CAAA-4058-B967-3EFAF6011CDF}" type="pres">
      <dgm:prSet presAssocID="{37780C08-33C3-47FF-A66B-95A9CE325229}" presName="parentText" presStyleLbl="node1" presStyleIdx="1" presStyleCnt="4" custScaleX="142857">
        <dgm:presLayoutVars>
          <dgm:chMax val="0"/>
          <dgm:bulletEnabled val="1"/>
        </dgm:presLayoutVars>
      </dgm:prSet>
      <dgm:spPr/>
    </dgm:pt>
    <dgm:pt modelId="{4AE24AE8-1F9C-4100-845B-2D84969B337A}" type="pres">
      <dgm:prSet presAssocID="{37780C08-33C3-47FF-A66B-95A9CE325229}" presName="negativeSpace" presStyleCnt="0"/>
      <dgm:spPr/>
    </dgm:pt>
    <dgm:pt modelId="{0C353413-7C7E-43F9-9A1F-7A6084275159}" type="pres">
      <dgm:prSet presAssocID="{37780C08-33C3-47FF-A66B-95A9CE325229}" presName="childText" presStyleLbl="conFgAcc1" presStyleIdx="1" presStyleCnt="4" custLinFactY="1479" custLinFactNeighborY="100000">
        <dgm:presLayoutVars>
          <dgm:bulletEnabled val="1"/>
        </dgm:presLayoutVars>
      </dgm:prSet>
      <dgm:spPr/>
    </dgm:pt>
    <dgm:pt modelId="{60D40A3F-5ABC-445C-874C-B93FFAF00F75}" type="pres">
      <dgm:prSet presAssocID="{B1C32038-23E2-4BA6-9D17-23BB1BCFDFFC}" presName="spaceBetweenRectangles" presStyleCnt="0"/>
      <dgm:spPr/>
    </dgm:pt>
    <dgm:pt modelId="{78DC9A28-5FC3-49D6-BF35-296350CB84A9}" type="pres">
      <dgm:prSet presAssocID="{A4199CBB-17AF-43C5-BEFF-07672B8C67A3}" presName="parentLin" presStyleCnt="0"/>
      <dgm:spPr/>
    </dgm:pt>
    <dgm:pt modelId="{09C0150A-4D47-44F9-A8E8-177DF0A4DA75}" type="pres">
      <dgm:prSet presAssocID="{A4199CBB-17AF-43C5-BEFF-07672B8C67A3}" presName="parentLeftMargin" presStyleLbl="node1" presStyleIdx="1" presStyleCnt="4"/>
      <dgm:spPr/>
    </dgm:pt>
    <dgm:pt modelId="{C3AF91EC-AC9F-48C7-B27E-050F54F97CFA}" type="pres">
      <dgm:prSet presAssocID="{A4199CBB-17AF-43C5-BEFF-07672B8C67A3}" presName="parentText" presStyleLbl="node1" presStyleIdx="2" presStyleCnt="4" custScaleX="142857">
        <dgm:presLayoutVars>
          <dgm:chMax val="0"/>
          <dgm:bulletEnabled val="1"/>
        </dgm:presLayoutVars>
      </dgm:prSet>
      <dgm:spPr/>
    </dgm:pt>
    <dgm:pt modelId="{329A8513-7089-497C-A01F-8F91E19A0B35}" type="pres">
      <dgm:prSet presAssocID="{A4199CBB-17AF-43C5-BEFF-07672B8C67A3}" presName="negativeSpace" presStyleCnt="0"/>
      <dgm:spPr/>
    </dgm:pt>
    <dgm:pt modelId="{02761B5D-E2EC-4951-87EE-5BBFF3714A4A}" type="pres">
      <dgm:prSet presAssocID="{A4199CBB-17AF-43C5-BEFF-07672B8C67A3}" presName="childText" presStyleLbl="conFgAcc1" presStyleIdx="2" presStyleCnt="4">
        <dgm:presLayoutVars>
          <dgm:bulletEnabled val="1"/>
        </dgm:presLayoutVars>
      </dgm:prSet>
      <dgm:spPr/>
    </dgm:pt>
    <dgm:pt modelId="{ED323027-FE57-44A8-A6D3-B59EC2D2FDE3}" type="pres">
      <dgm:prSet presAssocID="{B71D71EE-0BFA-4D7C-9FCB-5A28BDC2AD9D}" presName="spaceBetweenRectangles" presStyleCnt="0"/>
      <dgm:spPr/>
    </dgm:pt>
    <dgm:pt modelId="{2A7F5F35-7900-44DE-822C-C9CC3FB7893D}" type="pres">
      <dgm:prSet presAssocID="{CFC3C6A2-CDF9-4423-A812-56C96F6E033A}" presName="parentLin" presStyleCnt="0"/>
      <dgm:spPr/>
    </dgm:pt>
    <dgm:pt modelId="{7005B81B-18FE-447A-9452-8D8985C15849}" type="pres">
      <dgm:prSet presAssocID="{CFC3C6A2-CDF9-4423-A812-56C96F6E033A}" presName="parentLeftMargin" presStyleLbl="node1" presStyleIdx="2" presStyleCnt="4"/>
      <dgm:spPr/>
    </dgm:pt>
    <dgm:pt modelId="{296D1BAE-8919-4671-8C52-EE0D8A1DEFF9}" type="pres">
      <dgm:prSet presAssocID="{CFC3C6A2-CDF9-4423-A812-56C96F6E033A}" presName="parentText" presStyleLbl="node1" presStyleIdx="3" presStyleCnt="4" custScaleX="142857">
        <dgm:presLayoutVars>
          <dgm:chMax val="0"/>
          <dgm:bulletEnabled val="1"/>
        </dgm:presLayoutVars>
      </dgm:prSet>
      <dgm:spPr/>
    </dgm:pt>
    <dgm:pt modelId="{4C221BE0-8283-4225-A1EB-F6CB0EE3CC38}" type="pres">
      <dgm:prSet presAssocID="{CFC3C6A2-CDF9-4423-A812-56C96F6E033A}" presName="negativeSpace" presStyleCnt="0"/>
      <dgm:spPr/>
    </dgm:pt>
    <dgm:pt modelId="{DBBB8060-87BF-41A6-80AD-0FFB4E3CFD5C}" type="pres">
      <dgm:prSet presAssocID="{CFC3C6A2-CDF9-4423-A812-56C96F6E033A}" presName="childText" presStyleLbl="conFgAcc1" presStyleIdx="3" presStyleCnt="4">
        <dgm:presLayoutVars>
          <dgm:bulletEnabled val="1"/>
        </dgm:presLayoutVars>
      </dgm:prSet>
      <dgm:spPr/>
    </dgm:pt>
  </dgm:ptLst>
  <dgm:cxnLst>
    <dgm:cxn modelId="{0323765B-316F-49AE-BF14-4D00446EE54D}" type="presOf" srcId="{CFC3C6A2-CDF9-4423-A812-56C96F6E033A}" destId="{7005B81B-18FE-447A-9452-8D8985C15849}" srcOrd="0" destOrd="0" presId="urn:microsoft.com/office/officeart/2005/8/layout/list1"/>
    <dgm:cxn modelId="{6D42BC46-78B2-410C-BDD5-3D13E2B10F75}" type="presOf" srcId="{BDA6AD6D-AC42-4FE1-ACB5-998DDA6C1FFA}" destId="{52E7623D-29AF-46A4-845D-73188ED1AD72}" srcOrd="0" destOrd="0" presId="urn:microsoft.com/office/officeart/2005/8/layout/list1"/>
    <dgm:cxn modelId="{D606F568-16C1-4AF9-80B0-02CB3CEB72FC}" type="presOf" srcId="{BDA6AD6D-AC42-4FE1-ACB5-998DDA6C1FFA}" destId="{F0A1FD5F-AE63-4B58-975C-C78C1B894A09}" srcOrd="1" destOrd="0" presId="urn:microsoft.com/office/officeart/2005/8/layout/list1"/>
    <dgm:cxn modelId="{57052194-2219-494E-B236-289DEA648A8E}" srcId="{A8C25162-0288-403B-BF67-40E512B0AEBE}" destId="{BDA6AD6D-AC42-4FE1-ACB5-998DDA6C1FFA}" srcOrd="0" destOrd="0" parTransId="{9A83BB46-1E8C-4745-BD59-841B3ED78D55}" sibTransId="{8089F968-D52D-47B1-9F6C-D736DAA08359}"/>
    <dgm:cxn modelId="{030377A0-831C-43EE-9197-BB6A81C2F574}" srcId="{A8C25162-0288-403B-BF67-40E512B0AEBE}" destId="{A4199CBB-17AF-43C5-BEFF-07672B8C67A3}" srcOrd="2" destOrd="0" parTransId="{FCA422C3-F90A-4CC8-8540-53EC3C101C44}" sibTransId="{B71D71EE-0BFA-4D7C-9FCB-5A28BDC2AD9D}"/>
    <dgm:cxn modelId="{5CE553B4-AC23-4F2C-9F3B-618B94A68A1D}" srcId="{A8C25162-0288-403B-BF67-40E512B0AEBE}" destId="{CFC3C6A2-CDF9-4423-A812-56C96F6E033A}" srcOrd="3" destOrd="0" parTransId="{59F0789C-58EB-434E-B344-C4718916D07A}" sibTransId="{D40AF3AF-3E10-4601-BE71-38E435A7D5F0}"/>
    <dgm:cxn modelId="{5CB451B6-11F6-4AF7-856B-19C7AEB205AB}" type="presOf" srcId="{A4199CBB-17AF-43C5-BEFF-07672B8C67A3}" destId="{09C0150A-4D47-44F9-A8E8-177DF0A4DA75}" srcOrd="0" destOrd="0" presId="urn:microsoft.com/office/officeart/2005/8/layout/list1"/>
    <dgm:cxn modelId="{C47DA5B6-C08A-4C79-95B3-2569DE795565}" type="presOf" srcId="{37780C08-33C3-47FF-A66B-95A9CE325229}" destId="{02DF691A-4D0A-4424-88F7-7FDF9550D9CC}" srcOrd="0" destOrd="0" presId="urn:microsoft.com/office/officeart/2005/8/layout/list1"/>
    <dgm:cxn modelId="{FEFD29C5-69B7-4CC2-82D3-B8CBA13DCC18}" type="presOf" srcId="{A8C25162-0288-403B-BF67-40E512B0AEBE}" destId="{9D193184-A808-4504-A25E-8607D051EEF8}" srcOrd="0" destOrd="0" presId="urn:microsoft.com/office/officeart/2005/8/layout/list1"/>
    <dgm:cxn modelId="{9DD390D1-6121-4C9A-B7E4-37957CD1D53F}" type="presOf" srcId="{CFC3C6A2-CDF9-4423-A812-56C96F6E033A}" destId="{296D1BAE-8919-4671-8C52-EE0D8A1DEFF9}" srcOrd="1" destOrd="0" presId="urn:microsoft.com/office/officeart/2005/8/layout/list1"/>
    <dgm:cxn modelId="{CBAF44D7-A389-46EF-B680-5A5BA7E4D3D2}" type="presOf" srcId="{37780C08-33C3-47FF-A66B-95A9CE325229}" destId="{76E7209F-CAAA-4058-B967-3EFAF6011CDF}" srcOrd="1" destOrd="0" presId="urn:microsoft.com/office/officeart/2005/8/layout/list1"/>
    <dgm:cxn modelId="{D96B17D9-DD55-423A-AB84-0C1C0A899C8E}" srcId="{A8C25162-0288-403B-BF67-40E512B0AEBE}" destId="{37780C08-33C3-47FF-A66B-95A9CE325229}" srcOrd="1" destOrd="0" parTransId="{18543A04-AEFE-4573-A0F2-F7BC4FC9C0C3}" sibTransId="{B1C32038-23E2-4BA6-9D17-23BB1BCFDFFC}"/>
    <dgm:cxn modelId="{F5AD23F4-33DC-429C-87A1-70FA012519BF}" type="presOf" srcId="{A4199CBB-17AF-43C5-BEFF-07672B8C67A3}" destId="{C3AF91EC-AC9F-48C7-B27E-050F54F97CFA}" srcOrd="1" destOrd="0" presId="urn:microsoft.com/office/officeart/2005/8/layout/list1"/>
    <dgm:cxn modelId="{32CCBD2F-CF99-4040-AA22-2AB9F448E064}" type="presParOf" srcId="{9D193184-A808-4504-A25E-8607D051EEF8}" destId="{950526AE-69EA-4C69-8B2F-A64D285B47B1}" srcOrd="0" destOrd="0" presId="urn:microsoft.com/office/officeart/2005/8/layout/list1"/>
    <dgm:cxn modelId="{D3ADB4E7-C62D-4B8D-8066-B9633C229492}" type="presParOf" srcId="{950526AE-69EA-4C69-8B2F-A64D285B47B1}" destId="{52E7623D-29AF-46A4-845D-73188ED1AD72}" srcOrd="0" destOrd="0" presId="urn:microsoft.com/office/officeart/2005/8/layout/list1"/>
    <dgm:cxn modelId="{E4476177-6B0C-4FD7-B3E8-87D3A73A7326}" type="presParOf" srcId="{950526AE-69EA-4C69-8B2F-A64D285B47B1}" destId="{F0A1FD5F-AE63-4B58-975C-C78C1B894A09}" srcOrd="1" destOrd="0" presId="urn:microsoft.com/office/officeart/2005/8/layout/list1"/>
    <dgm:cxn modelId="{F1298385-8C78-47E6-8949-4EC8163CBF74}" type="presParOf" srcId="{9D193184-A808-4504-A25E-8607D051EEF8}" destId="{3901DFD8-AA8D-4724-8053-CE117C64930B}" srcOrd="1" destOrd="0" presId="urn:microsoft.com/office/officeart/2005/8/layout/list1"/>
    <dgm:cxn modelId="{E85901E3-A6B8-4564-8B4F-284B61E8EC5E}" type="presParOf" srcId="{9D193184-A808-4504-A25E-8607D051EEF8}" destId="{C85C6856-09CE-48CE-ADE0-B3F2496F081C}" srcOrd="2" destOrd="0" presId="urn:microsoft.com/office/officeart/2005/8/layout/list1"/>
    <dgm:cxn modelId="{5C3D2255-754A-4D37-A308-2C13004DAC6E}" type="presParOf" srcId="{9D193184-A808-4504-A25E-8607D051EEF8}" destId="{0D286668-9508-4E9D-8CC8-2AFADACDB154}" srcOrd="3" destOrd="0" presId="urn:microsoft.com/office/officeart/2005/8/layout/list1"/>
    <dgm:cxn modelId="{6CABF316-6D33-413F-B3B4-9E36BE85428A}" type="presParOf" srcId="{9D193184-A808-4504-A25E-8607D051EEF8}" destId="{4C6A433A-B593-4AEA-B71D-F83EC86B7A47}" srcOrd="4" destOrd="0" presId="urn:microsoft.com/office/officeart/2005/8/layout/list1"/>
    <dgm:cxn modelId="{C4C4D7A9-2839-4E0C-8BFC-663B2B179720}" type="presParOf" srcId="{4C6A433A-B593-4AEA-B71D-F83EC86B7A47}" destId="{02DF691A-4D0A-4424-88F7-7FDF9550D9CC}" srcOrd="0" destOrd="0" presId="urn:microsoft.com/office/officeart/2005/8/layout/list1"/>
    <dgm:cxn modelId="{6502FD05-EC93-472F-A2C7-32025EA7F03F}" type="presParOf" srcId="{4C6A433A-B593-4AEA-B71D-F83EC86B7A47}" destId="{76E7209F-CAAA-4058-B967-3EFAF6011CDF}" srcOrd="1" destOrd="0" presId="urn:microsoft.com/office/officeart/2005/8/layout/list1"/>
    <dgm:cxn modelId="{39441151-AE0C-4B99-8246-C8FC52510529}" type="presParOf" srcId="{9D193184-A808-4504-A25E-8607D051EEF8}" destId="{4AE24AE8-1F9C-4100-845B-2D84969B337A}" srcOrd="5" destOrd="0" presId="urn:microsoft.com/office/officeart/2005/8/layout/list1"/>
    <dgm:cxn modelId="{0870DE84-BD38-4601-BF00-DD6A710D0EB9}" type="presParOf" srcId="{9D193184-A808-4504-A25E-8607D051EEF8}" destId="{0C353413-7C7E-43F9-9A1F-7A6084275159}" srcOrd="6" destOrd="0" presId="urn:microsoft.com/office/officeart/2005/8/layout/list1"/>
    <dgm:cxn modelId="{196D188E-1237-4B3D-94E1-A463CCE1B420}" type="presParOf" srcId="{9D193184-A808-4504-A25E-8607D051EEF8}" destId="{60D40A3F-5ABC-445C-874C-B93FFAF00F75}" srcOrd="7" destOrd="0" presId="urn:microsoft.com/office/officeart/2005/8/layout/list1"/>
    <dgm:cxn modelId="{B6BACBDE-FDF6-48D6-B63E-52CCB1EEA3AD}" type="presParOf" srcId="{9D193184-A808-4504-A25E-8607D051EEF8}" destId="{78DC9A28-5FC3-49D6-BF35-296350CB84A9}" srcOrd="8" destOrd="0" presId="urn:microsoft.com/office/officeart/2005/8/layout/list1"/>
    <dgm:cxn modelId="{90AF87B5-8031-4009-ABFC-7F663507213F}" type="presParOf" srcId="{78DC9A28-5FC3-49D6-BF35-296350CB84A9}" destId="{09C0150A-4D47-44F9-A8E8-177DF0A4DA75}" srcOrd="0" destOrd="0" presId="urn:microsoft.com/office/officeart/2005/8/layout/list1"/>
    <dgm:cxn modelId="{6D68D8FB-3E16-4229-9FBE-26D90002120B}" type="presParOf" srcId="{78DC9A28-5FC3-49D6-BF35-296350CB84A9}" destId="{C3AF91EC-AC9F-48C7-B27E-050F54F97CFA}" srcOrd="1" destOrd="0" presId="urn:microsoft.com/office/officeart/2005/8/layout/list1"/>
    <dgm:cxn modelId="{32F287D8-E520-4307-957C-D1CCEEF8091F}" type="presParOf" srcId="{9D193184-A808-4504-A25E-8607D051EEF8}" destId="{329A8513-7089-497C-A01F-8F91E19A0B35}" srcOrd="9" destOrd="0" presId="urn:microsoft.com/office/officeart/2005/8/layout/list1"/>
    <dgm:cxn modelId="{517777DF-ECB1-42A9-BC11-B90866914FCB}" type="presParOf" srcId="{9D193184-A808-4504-A25E-8607D051EEF8}" destId="{02761B5D-E2EC-4951-87EE-5BBFF3714A4A}" srcOrd="10" destOrd="0" presId="urn:microsoft.com/office/officeart/2005/8/layout/list1"/>
    <dgm:cxn modelId="{33DE21BB-0DCF-4628-B69A-5E137B15D9B0}" type="presParOf" srcId="{9D193184-A808-4504-A25E-8607D051EEF8}" destId="{ED323027-FE57-44A8-A6D3-B59EC2D2FDE3}" srcOrd="11" destOrd="0" presId="urn:microsoft.com/office/officeart/2005/8/layout/list1"/>
    <dgm:cxn modelId="{2935BE29-AA3A-462C-B2E9-FEE32E2CA949}" type="presParOf" srcId="{9D193184-A808-4504-A25E-8607D051EEF8}" destId="{2A7F5F35-7900-44DE-822C-C9CC3FB7893D}" srcOrd="12" destOrd="0" presId="urn:microsoft.com/office/officeart/2005/8/layout/list1"/>
    <dgm:cxn modelId="{4049F419-DAD6-4A77-B071-E702B8C9BC1A}" type="presParOf" srcId="{2A7F5F35-7900-44DE-822C-C9CC3FB7893D}" destId="{7005B81B-18FE-447A-9452-8D8985C15849}" srcOrd="0" destOrd="0" presId="urn:microsoft.com/office/officeart/2005/8/layout/list1"/>
    <dgm:cxn modelId="{1A5185D5-0ED3-4F64-A631-C1538CEFF0D9}" type="presParOf" srcId="{2A7F5F35-7900-44DE-822C-C9CC3FB7893D}" destId="{296D1BAE-8919-4671-8C52-EE0D8A1DEFF9}" srcOrd="1" destOrd="0" presId="urn:microsoft.com/office/officeart/2005/8/layout/list1"/>
    <dgm:cxn modelId="{5A52EEB7-9FDE-4EFF-BCCA-214E1C4267B1}" type="presParOf" srcId="{9D193184-A808-4504-A25E-8607D051EEF8}" destId="{4C221BE0-8283-4225-A1EB-F6CB0EE3CC38}" srcOrd="13" destOrd="0" presId="urn:microsoft.com/office/officeart/2005/8/layout/list1"/>
    <dgm:cxn modelId="{E5998D60-1924-43CE-9F27-C48C9FD8D641}" type="presParOf" srcId="{9D193184-A808-4504-A25E-8607D051EEF8}" destId="{DBBB8060-87BF-41A6-80AD-0FFB4E3CFD5C}"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8C25162-0288-403B-BF67-40E512B0AEBE}"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BDA6AD6D-AC42-4FE1-ACB5-998DDA6C1FFA}">
      <dgm:prSet custT="1"/>
      <dgm:spPr/>
      <dgm:t>
        <a:bodyPr/>
        <a:lstStyle/>
        <a:p>
          <a:r>
            <a:rPr lang="en-IN" sz="2000" b="1" dirty="0"/>
            <a:t> We can begin the passive sentence with you if we want to put emphasis on the person addressed to.</a:t>
          </a:r>
        </a:p>
      </dgm:t>
    </dgm:pt>
    <dgm:pt modelId="{9A83BB46-1E8C-4745-BD59-841B3ED78D55}" type="parTrans" cxnId="{57052194-2219-494E-B236-289DEA648A8E}">
      <dgm:prSet/>
      <dgm:spPr/>
      <dgm:t>
        <a:bodyPr/>
        <a:lstStyle/>
        <a:p>
          <a:endParaRPr lang="en-IN"/>
        </a:p>
      </dgm:t>
    </dgm:pt>
    <dgm:pt modelId="{8089F968-D52D-47B1-9F6C-D736DAA08359}" type="sibTrans" cxnId="{57052194-2219-494E-B236-289DEA648A8E}">
      <dgm:prSet/>
      <dgm:spPr/>
      <dgm:t>
        <a:bodyPr/>
        <a:lstStyle/>
        <a:p>
          <a:endParaRPr lang="en-IN"/>
        </a:p>
      </dgm:t>
    </dgm:pt>
    <dgm:pt modelId="{735F0554-ED87-4BC2-9C01-DB7E6A2034E3}">
      <dgm:prSet custT="1"/>
      <dgm:spPr/>
      <dgm:t>
        <a:bodyPr/>
        <a:lstStyle/>
        <a:p>
          <a:r>
            <a:rPr lang="en-IN" sz="2800" b="1" dirty="0"/>
            <a:t>Active: Help me.</a:t>
          </a:r>
        </a:p>
      </dgm:t>
    </dgm:pt>
    <dgm:pt modelId="{0A87679F-6BD7-4248-9D46-2F781FE016B8}" type="parTrans" cxnId="{76E0E0D4-294D-4D7E-A552-3D33C8D641B0}">
      <dgm:prSet/>
      <dgm:spPr/>
      <dgm:t>
        <a:bodyPr/>
        <a:lstStyle/>
        <a:p>
          <a:endParaRPr lang="en-IN"/>
        </a:p>
      </dgm:t>
    </dgm:pt>
    <dgm:pt modelId="{27489C9B-8DB2-4A7E-9544-FCA2E749F2F3}" type="sibTrans" cxnId="{76E0E0D4-294D-4D7E-A552-3D33C8D641B0}">
      <dgm:prSet/>
      <dgm:spPr/>
      <dgm:t>
        <a:bodyPr/>
        <a:lstStyle/>
        <a:p>
          <a:endParaRPr lang="en-IN"/>
        </a:p>
      </dgm:t>
    </dgm:pt>
    <dgm:pt modelId="{6851E838-0A82-4765-B887-A489E34E19EA}">
      <dgm:prSet custT="1"/>
      <dgm:spPr/>
      <dgm:t>
        <a:bodyPr/>
        <a:lstStyle/>
        <a:p>
          <a:r>
            <a:rPr lang="en-IN" sz="2800" b="1" dirty="0"/>
            <a:t>Passive: Let me be helped.</a:t>
          </a:r>
        </a:p>
      </dgm:t>
    </dgm:pt>
    <dgm:pt modelId="{AC435A3D-ED98-4BDB-BEE3-DA301487D910}" type="parTrans" cxnId="{A8827ED3-8573-4609-9C6F-E0A48AE7FC5A}">
      <dgm:prSet/>
      <dgm:spPr/>
      <dgm:t>
        <a:bodyPr/>
        <a:lstStyle/>
        <a:p>
          <a:endParaRPr lang="en-IN"/>
        </a:p>
      </dgm:t>
    </dgm:pt>
    <dgm:pt modelId="{4F45E7A8-6CC6-42ED-B458-DBA61E476059}" type="sibTrans" cxnId="{A8827ED3-8573-4609-9C6F-E0A48AE7FC5A}">
      <dgm:prSet/>
      <dgm:spPr/>
      <dgm:t>
        <a:bodyPr/>
        <a:lstStyle/>
        <a:p>
          <a:endParaRPr lang="en-IN"/>
        </a:p>
      </dgm:t>
    </dgm:pt>
    <dgm:pt modelId="{3EB148FE-3E7F-4119-AD74-1EC072CB3D32}">
      <dgm:prSet custT="1"/>
      <dgm:spPr/>
      <dgm:t>
        <a:bodyPr/>
        <a:lstStyle/>
        <a:p>
          <a:r>
            <a:rPr lang="en-IN" sz="2800" b="1" dirty="0"/>
            <a:t>Passive: You are requested to help me.</a:t>
          </a:r>
        </a:p>
      </dgm:t>
    </dgm:pt>
    <dgm:pt modelId="{9CBAC32E-E680-4985-A941-99BA004E1518}" type="parTrans" cxnId="{2055A369-1570-4149-B50C-E8DD28C44C57}">
      <dgm:prSet/>
      <dgm:spPr/>
      <dgm:t>
        <a:bodyPr/>
        <a:lstStyle/>
        <a:p>
          <a:endParaRPr lang="en-IN"/>
        </a:p>
      </dgm:t>
    </dgm:pt>
    <dgm:pt modelId="{85B40B03-F317-4BD5-97EE-6E48E52DF430}" type="sibTrans" cxnId="{2055A369-1570-4149-B50C-E8DD28C44C57}">
      <dgm:prSet/>
      <dgm:spPr/>
      <dgm:t>
        <a:bodyPr/>
        <a:lstStyle/>
        <a:p>
          <a:endParaRPr lang="en-IN"/>
        </a:p>
      </dgm:t>
    </dgm:pt>
    <dgm:pt modelId="{3CB4E64E-23AB-40B0-A24B-11F57E0A12D1}">
      <dgm:prSet custT="1"/>
      <dgm:spPr/>
      <dgm:t>
        <a:bodyPr/>
        <a:lstStyle/>
        <a:p>
          <a:r>
            <a:rPr lang="en-IN" sz="2800" b="1" dirty="0"/>
            <a:t>Active: Learn the poem.</a:t>
          </a:r>
        </a:p>
      </dgm:t>
    </dgm:pt>
    <dgm:pt modelId="{32B5DEFE-72E5-4E2F-A1C8-37CC16CC81EC}" type="parTrans" cxnId="{1FA9F776-35C5-4C0C-AB1B-2905EFB118A4}">
      <dgm:prSet/>
      <dgm:spPr/>
      <dgm:t>
        <a:bodyPr/>
        <a:lstStyle/>
        <a:p>
          <a:endParaRPr lang="en-IN"/>
        </a:p>
      </dgm:t>
    </dgm:pt>
    <dgm:pt modelId="{A0F9E9B7-0780-4579-83EB-5F0E479AD655}" type="sibTrans" cxnId="{1FA9F776-35C5-4C0C-AB1B-2905EFB118A4}">
      <dgm:prSet/>
      <dgm:spPr/>
      <dgm:t>
        <a:bodyPr/>
        <a:lstStyle/>
        <a:p>
          <a:endParaRPr lang="en-IN"/>
        </a:p>
      </dgm:t>
    </dgm:pt>
    <dgm:pt modelId="{7D8181F2-626C-422F-9F3E-264E1743CD14}">
      <dgm:prSet custT="1"/>
      <dgm:spPr/>
      <dgm:t>
        <a:bodyPr/>
        <a:lstStyle/>
        <a:p>
          <a:r>
            <a:rPr lang="en-IN" sz="2800" b="1" dirty="0"/>
            <a:t>Passive: Let the poem be learned.</a:t>
          </a:r>
        </a:p>
      </dgm:t>
    </dgm:pt>
    <dgm:pt modelId="{FDEA0F34-3B84-4628-B8A7-E69BBC20632A}" type="parTrans" cxnId="{6425E0C1-A4FE-4401-A071-44D445BCA7D5}">
      <dgm:prSet/>
      <dgm:spPr/>
      <dgm:t>
        <a:bodyPr/>
        <a:lstStyle/>
        <a:p>
          <a:endParaRPr lang="en-IN"/>
        </a:p>
      </dgm:t>
    </dgm:pt>
    <dgm:pt modelId="{EDF14F4D-E773-4CB0-A146-B81567EE2F3E}" type="sibTrans" cxnId="{6425E0C1-A4FE-4401-A071-44D445BCA7D5}">
      <dgm:prSet/>
      <dgm:spPr/>
      <dgm:t>
        <a:bodyPr/>
        <a:lstStyle/>
        <a:p>
          <a:endParaRPr lang="en-IN"/>
        </a:p>
      </dgm:t>
    </dgm:pt>
    <dgm:pt modelId="{6679046C-8E3B-49F8-BD49-E7DAF9D49D3E}">
      <dgm:prSet custT="1"/>
      <dgm:spPr/>
      <dgm:t>
        <a:bodyPr/>
        <a:lstStyle/>
        <a:p>
          <a:r>
            <a:rPr lang="en-IN" sz="2800" b="1" dirty="0"/>
            <a:t>Passive: You are asked to learn the poem.</a:t>
          </a:r>
        </a:p>
      </dgm:t>
    </dgm:pt>
    <dgm:pt modelId="{894CD5EC-A28D-4C61-9AB3-90A72F2EAA10}" type="parTrans" cxnId="{A683010B-2787-488B-96EC-E8494BEC14F1}">
      <dgm:prSet/>
      <dgm:spPr/>
      <dgm:t>
        <a:bodyPr/>
        <a:lstStyle/>
        <a:p>
          <a:endParaRPr lang="en-IN"/>
        </a:p>
      </dgm:t>
    </dgm:pt>
    <dgm:pt modelId="{ACFD64A8-D383-4F90-B10C-6E1A3ED2E6A8}" type="sibTrans" cxnId="{A683010B-2787-488B-96EC-E8494BEC14F1}">
      <dgm:prSet/>
      <dgm:spPr/>
      <dgm:t>
        <a:bodyPr/>
        <a:lstStyle/>
        <a:p>
          <a:endParaRPr lang="en-IN"/>
        </a:p>
      </dgm:t>
    </dgm:pt>
    <dgm:pt modelId="{A4201907-6AAC-4783-8A95-A0190953260E}">
      <dgm:prSet custT="1"/>
      <dgm:spPr/>
      <dgm:t>
        <a:bodyPr/>
        <a:lstStyle/>
        <a:p>
          <a:r>
            <a:rPr lang="en-IN" sz="2800" b="1" dirty="0"/>
            <a:t>Active: Don’t touch it.</a:t>
          </a:r>
        </a:p>
      </dgm:t>
    </dgm:pt>
    <dgm:pt modelId="{0909FC6B-162F-4B4C-977A-FB63B4446EE9}" type="parTrans" cxnId="{27AFC7D0-5F07-48A3-ABAE-DBD88119920B}">
      <dgm:prSet/>
      <dgm:spPr/>
      <dgm:t>
        <a:bodyPr/>
        <a:lstStyle/>
        <a:p>
          <a:endParaRPr lang="en-IN"/>
        </a:p>
      </dgm:t>
    </dgm:pt>
    <dgm:pt modelId="{DDB833E2-F6E2-461C-819A-11B50CBBD37D}" type="sibTrans" cxnId="{27AFC7D0-5F07-48A3-ABAE-DBD88119920B}">
      <dgm:prSet/>
      <dgm:spPr/>
      <dgm:t>
        <a:bodyPr/>
        <a:lstStyle/>
        <a:p>
          <a:endParaRPr lang="en-IN"/>
        </a:p>
      </dgm:t>
    </dgm:pt>
    <dgm:pt modelId="{A77D724A-45F5-45B1-B075-D7B12EFF3EB5}">
      <dgm:prSet custT="1"/>
      <dgm:spPr/>
      <dgm:t>
        <a:bodyPr/>
        <a:lstStyle/>
        <a:p>
          <a:r>
            <a:rPr lang="en-IN" sz="2800" b="1" dirty="0"/>
            <a:t>Passive: Let it not be touched.</a:t>
          </a:r>
        </a:p>
      </dgm:t>
    </dgm:pt>
    <dgm:pt modelId="{FB64892D-2EF1-4E20-AC93-E654EED1D08C}" type="parTrans" cxnId="{FC7D9E33-D80A-4426-97A2-67183EE47473}">
      <dgm:prSet/>
      <dgm:spPr/>
      <dgm:t>
        <a:bodyPr/>
        <a:lstStyle/>
        <a:p>
          <a:endParaRPr lang="en-IN"/>
        </a:p>
      </dgm:t>
    </dgm:pt>
    <dgm:pt modelId="{99DF17D0-B4C6-4D16-9E90-DDDFA7C33059}" type="sibTrans" cxnId="{FC7D9E33-D80A-4426-97A2-67183EE47473}">
      <dgm:prSet/>
      <dgm:spPr/>
      <dgm:t>
        <a:bodyPr/>
        <a:lstStyle/>
        <a:p>
          <a:endParaRPr lang="en-IN"/>
        </a:p>
      </dgm:t>
    </dgm:pt>
    <dgm:pt modelId="{D9DAC40C-227B-4060-B257-BCA25520904D}">
      <dgm:prSet custT="1"/>
      <dgm:spPr/>
      <dgm:t>
        <a:bodyPr/>
        <a:lstStyle/>
        <a:p>
          <a:r>
            <a:rPr lang="en-IN" sz="2800" b="1" dirty="0"/>
            <a:t>Passive: You are warned not to touch it.</a:t>
          </a:r>
        </a:p>
      </dgm:t>
    </dgm:pt>
    <dgm:pt modelId="{6C2707FC-3DCA-48F5-AC0F-C31465A70151}" type="parTrans" cxnId="{FB2E6A0D-F6EF-4550-8FE9-1CC22F293CF1}">
      <dgm:prSet/>
      <dgm:spPr/>
      <dgm:t>
        <a:bodyPr/>
        <a:lstStyle/>
        <a:p>
          <a:endParaRPr lang="en-IN"/>
        </a:p>
      </dgm:t>
    </dgm:pt>
    <dgm:pt modelId="{E921A0EF-7BBA-4B38-8E97-14E93CCBA6B5}" type="sibTrans" cxnId="{FB2E6A0D-F6EF-4550-8FE9-1CC22F293CF1}">
      <dgm:prSet/>
      <dgm:spPr/>
      <dgm:t>
        <a:bodyPr/>
        <a:lstStyle/>
        <a:p>
          <a:endParaRPr lang="en-IN"/>
        </a:p>
      </dgm:t>
    </dgm:pt>
    <dgm:pt modelId="{9D193184-A808-4504-A25E-8607D051EEF8}" type="pres">
      <dgm:prSet presAssocID="{A8C25162-0288-403B-BF67-40E512B0AEBE}" presName="linear" presStyleCnt="0">
        <dgm:presLayoutVars>
          <dgm:dir/>
          <dgm:animLvl val="lvl"/>
          <dgm:resizeHandles val="exact"/>
        </dgm:presLayoutVars>
      </dgm:prSet>
      <dgm:spPr/>
    </dgm:pt>
    <dgm:pt modelId="{950526AE-69EA-4C69-8B2F-A64D285B47B1}" type="pres">
      <dgm:prSet presAssocID="{BDA6AD6D-AC42-4FE1-ACB5-998DDA6C1FFA}" presName="parentLin" presStyleCnt="0"/>
      <dgm:spPr/>
    </dgm:pt>
    <dgm:pt modelId="{52E7623D-29AF-46A4-845D-73188ED1AD72}" type="pres">
      <dgm:prSet presAssocID="{BDA6AD6D-AC42-4FE1-ACB5-998DDA6C1FFA}" presName="parentLeftMargin" presStyleLbl="node1" presStyleIdx="0" presStyleCnt="10"/>
      <dgm:spPr/>
    </dgm:pt>
    <dgm:pt modelId="{F0A1FD5F-AE63-4B58-975C-C78C1B894A09}" type="pres">
      <dgm:prSet presAssocID="{BDA6AD6D-AC42-4FE1-ACB5-998DDA6C1FFA}" presName="parentText" presStyleLbl="node1" presStyleIdx="0" presStyleCnt="10" custScaleX="142857">
        <dgm:presLayoutVars>
          <dgm:chMax val="0"/>
          <dgm:bulletEnabled val="1"/>
        </dgm:presLayoutVars>
      </dgm:prSet>
      <dgm:spPr/>
    </dgm:pt>
    <dgm:pt modelId="{3901DFD8-AA8D-4724-8053-CE117C64930B}" type="pres">
      <dgm:prSet presAssocID="{BDA6AD6D-AC42-4FE1-ACB5-998DDA6C1FFA}" presName="negativeSpace" presStyleCnt="0"/>
      <dgm:spPr/>
    </dgm:pt>
    <dgm:pt modelId="{C85C6856-09CE-48CE-ADE0-B3F2496F081C}" type="pres">
      <dgm:prSet presAssocID="{BDA6AD6D-AC42-4FE1-ACB5-998DDA6C1FFA}" presName="childText" presStyleLbl="conFgAcc1" presStyleIdx="0" presStyleCnt="10">
        <dgm:presLayoutVars>
          <dgm:bulletEnabled val="1"/>
        </dgm:presLayoutVars>
      </dgm:prSet>
      <dgm:spPr/>
    </dgm:pt>
    <dgm:pt modelId="{7B3E9151-3D03-4CAF-B039-E4D989E60834}" type="pres">
      <dgm:prSet presAssocID="{8089F968-D52D-47B1-9F6C-D736DAA08359}" presName="spaceBetweenRectangles" presStyleCnt="0"/>
      <dgm:spPr/>
    </dgm:pt>
    <dgm:pt modelId="{161258AA-36F3-45B3-8768-060531B3B051}" type="pres">
      <dgm:prSet presAssocID="{735F0554-ED87-4BC2-9C01-DB7E6A2034E3}" presName="parentLin" presStyleCnt="0"/>
      <dgm:spPr/>
    </dgm:pt>
    <dgm:pt modelId="{1854D076-C1E2-42E4-8B11-861F6390FF63}" type="pres">
      <dgm:prSet presAssocID="{735F0554-ED87-4BC2-9C01-DB7E6A2034E3}" presName="parentLeftMargin" presStyleLbl="node1" presStyleIdx="0" presStyleCnt="10"/>
      <dgm:spPr/>
    </dgm:pt>
    <dgm:pt modelId="{96EBC7CE-AFC3-4784-8F84-25FE91F46967}" type="pres">
      <dgm:prSet presAssocID="{735F0554-ED87-4BC2-9C01-DB7E6A2034E3}" presName="parentText" presStyleLbl="node1" presStyleIdx="1" presStyleCnt="10">
        <dgm:presLayoutVars>
          <dgm:chMax val="0"/>
          <dgm:bulletEnabled val="1"/>
        </dgm:presLayoutVars>
      </dgm:prSet>
      <dgm:spPr/>
    </dgm:pt>
    <dgm:pt modelId="{A2950D25-6099-49D8-BCEF-E8504E8FA408}" type="pres">
      <dgm:prSet presAssocID="{735F0554-ED87-4BC2-9C01-DB7E6A2034E3}" presName="negativeSpace" presStyleCnt="0"/>
      <dgm:spPr/>
    </dgm:pt>
    <dgm:pt modelId="{7BF2FEF1-4873-4061-A0C6-B15E04BB3073}" type="pres">
      <dgm:prSet presAssocID="{735F0554-ED87-4BC2-9C01-DB7E6A2034E3}" presName="childText" presStyleLbl="conFgAcc1" presStyleIdx="1" presStyleCnt="10">
        <dgm:presLayoutVars>
          <dgm:bulletEnabled val="1"/>
        </dgm:presLayoutVars>
      </dgm:prSet>
      <dgm:spPr/>
    </dgm:pt>
    <dgm:pt modelId="{FD27CF55-4B54-43B4-8255-26920DF223F7}" type="pres">
      <dgm:prSet presAssocID="{27489C9B-8DB2-4A7E-9544-FCA2E749F2F3}" presName="spaceBetweenRectangles" presStyleCnt="0"/>
      <dgm:spPr/>
    </dgm:pt>
    <dgm:pt modelId="{4F59F7F2-7EBA-46B0-AD8C-BCC61A156B9B}" type="pres">
      <dgm:prSet presAssocID="{6851E838-0A82-4765-B887-A489E34E19EA}" presName="parentLin" presStyleCnt="0"/>
      <dgm:spPr/>
    </dgm:pt>
    <dgm:pt modelId="{3D92C5BB-682C-4AAE-8770-6DC911CEE282}" type="pres">
      <dgm:prSet presAssocID="{6851E838-0A82-4765-B887-A489E34E19EA}" presName="parentLeftMargin" presStyleLbl="node1" presStyleIdx="1" presStyleCnt="10"/>
      <dgm:spPr/>
    </dgm:pt>
    <dgm:pt modelId="{79D267EF-93B6-4DB4-95AF-76A6AFF32C26}" type="pres">
      <dgm:prSet presAssocID="{6851E838-0A82-4765-B887-A489E34E19EA}" presName="parentText" presStyleLbl="node1" presStyleIdx="2" presStyleCnt="10">
        <dgm:presLayoutVars>
          <dgm:chMax val="0"/>
          <dgm:bulletEnabled val="1"/>
        </dgm:presLayoutVars>
      </dgm:prSet>
      <dgm:spPr/>
    </dgm:pt>
    <dgm:pt modelId="{7432FF2C-C3A2-42C8-AF7F-C895AC849158}" type="pres">
      <dgm:prSet presAssocID="{6851E838-0A82-4765-B887-A489E34E19EA}" presName="negativeSpace" presStyleCnt="0"/>
      <dgm:spPr/>
    </dgm:pt>
    <dgm:pt modelId="{B52EF224-5377-4399-AF21-5AFFFB68F78E}" type="pres">
      <dgm:prSet presAssocID="{6851E838-0A82-4765-B887-A489E34E19EA}" presName="childText" presStyleLbl="conFgAcc1" presStyleIdx="2" presStyleCnt="10">
        <dgm:presLayoutVars>
          <dgm:bulletEnabled val="1"/>
        </dgm:presLayoutVars>
      </dgm:prSet>
      <dgm:spPr/>
    </dgm:pt>
    <dgm:pt modelId="{CFE1A9DB-3D93-4469-8F35-AE67429C258E}" type="pres">
      <dgm:prSet presAssocID="{4F45E7A8-6CC6-42ED-B458-DBA61E476059}" presName="spaceBetweenRectangles" presStyleCnt="0"/>
      <dgm:spPr/>
    </dgm:pt>
    <dgm:pt modelId="{6CC1A159-C67E-4E35-BD8A-8224D7044951}" type="pres">
      <dgm:prSet presAssocID="{3EB148FE-3E7F-4119-AD74-1EC072CB3D32}" presName="parentLin" presStyleCnt="0"/>
      <dgm:spPr/>
    </dgm:pt>
    <dgm:pt modelId="{8B66C1C1-1D7C-46B6-82C4-42ED38DAF10D}" type="pres">
      <dgm:prSet presAssocID="{3EB148FE-3E7F-4119-AD74-1EC072CB3D32}" presName="parentLeftMargin" presStyleLbl="node1" presStyleIdx="2" presStyleCnt="10"/>
      <dgm:spPr/>
    </dgm:pt>
    <dgm:pt modelId="{DD011E38-199B-43D1-831B-6463CF7147DF}" type="pres">
      <dgm:prSet presAssocID="{3EB148FE-3E7F-4119-AD74-1EC072CB3D32}" presName="parentText" presStyleLbl="node1" presStyleIdx="3" presStyleCnt="10">
        <dgm:presLayoutVars>
          <dgm:chMax val="0"/>
          <dgm:bulletEnabled val="1"/>
        </dgm:presLayoutVars>
      </dgm:prSet>
      <dgm:spPr/>
    </dgm:pt>
    <dgm:pt modelId="{E8ECDEC2-6B44-480C-892D-6B33C71E70A4}" type="pres">
      <dgm:prSet presAssocID="{3EB148FE-3E7F-4119-AD74-1EC072CB3D32}" presName="negativeSpace" presStyleCnt="0"/>
      <dgm:spPr/>
    </dgm:pt>
    <dgm:pt modelId="{965E56C5-8F87-4D44-989D-E934320A2B0D}" type="pres">
      <dgm:prSet presAssocID="{3EB148FE-3E7F-4119-AD74-1EC072CB3D32}" presName="childText" presStyleLbl="conFgAcc1" presStyleIdx="3" presStyleCnt="10">
        <dgm:presLayoutVars>
          <dgm:bulletEnabled val="1"/>
        </dgm:presLayoutVars>
      </dgm:prSet>
      <dgm:spPr/>
    </dgm:pt>
    <dgm:pt modelId="{C71901B5-F8DC-493C-9678-F07E3A84E692}" type="pres">
      <dgm:prSet presAssocID="{85B40B03-F317-4BD5-97EE-6E48E52DF430}" presName="spaceBetweenRectangles" presStyleCnt="0"/>
      <dgm:spPr/>
    </dgm:pt>
    <dgm:pt modelId="{4DD53EE7-E8FE-4D04-91E2-608EAC8CA594}" type="pres">
      <dgm:prSet presAssocID="{3CB4E64E-23AB-40B0-A24B-11F57E0A12D1}" presName="parentLin" presStyleCnt="0"/>
      <dgm:spPr/>
    </dgm:pt>
    <dgm:pt modelId="{62566331-896A-4263-9EDE-9697D955B901}" type="pres">
      <dgm:prSet presAssocID="{3CB4E64E-23AB-40B0-A24B-11F57E0A12D1}" presName="parentLeftMargin" presStyleLbl="node1" presStyleIdx="3" presStyleCnt="10"/>
      <dgm:spPr/>
    </dgm:pt>
    <dgm:pt modelId="{F1693621-5893-492B-883B-A5122C417C56}" type="pres">
      <dgm:prSet presAssocID="{3CB4E64E-23AB-40B0-A24B-11F57E0A12D1}" presName="parentText" presStyleLbl="node1" presStyleIdx="4" presStyleCnt="10">
        <dgm:presLayoutVars>
          <dgm:chMax val="0"/>
          <dgm:bulletEnabled val="1"/>
        </dgm:presLayoutVars>
      </dgm:prSet>
      <dgm:spPr/>
    </dgm:pt>
    <dgm:pt modelId="{3BD923B7-892A-4394-B679-A2DE6CB62945}" type="pres">
      <dgm:prSet presAssocID="{3CB4E64E-23AB-40B0-A24B-11F57E0A12D1}" presName="negativeSpace" presStyleCnt="0"/>
      <dgm:spPr/>
    </dgm:pt>
    <dgm:pt modelId="{E0B38A99-EE41-4D72-AA88-4F428BFA96DB}" type="pres">
      <dgm:prSet presAssocID="{3CB4E64E-23AB-40B0-A24B-11F57E0A12D1}" presName="childText" presStyleLbl="conFgAcc1" presStyleIdx="4" presStyleCnt="10">
        <dgm:presLayoutVars>
          <dgm:bulletEnabled val="1"/>
        </dgm:presLayoutVars>
      </dgm:prSet>
      <dgm:spPr/>
    </dgm:pt>
    <dgm:pt modelId="{9660F004-ED8B-4AF4-B3F7-2A089D4AF674}" type="pres">
      <dgm:prSet presAssocID="{A0F9E9B7-0780-4579-83EB-5F0E479AD655}" presName="spaceBetweenRectangles" presStyleCnt="0"/>
      <dgm:spPr/>
    </dgm:pt>
    <dgm:pt modelId="{96B2D805-EA42-47C0-8DAB-4808F67442E7}" type="pres">
      <dgm:prSet presAssocID="{7D8181F2-626C-422F-9F3E-264E1743CD14}" presName="parentLin" presStyleCnt="0"/>
      <dgm:spPr/>
    </dgm:pt>
    <dgm:pt modelId="{9B545F00-03AD-4EDB-9821-2A3261BE1AF2}" type="pres">
      <dgm:prSet presAssocID="{7D8181F2-626C-422F-9F3E-264E1743CD14}" presName="parentLeftMargin" presStyleLbl="node1" presStyleIdx="4" presStyleCnt="10"/>
      <dgm:spPr/>
    </dgm:pt>
    <dgm:pt modelId="{59D90E00-C1F5-4578-B6B4-C0CA38437F96}" type="pres">
      <dgm:prSet presAssocID="{7D8181F2-626C-422F-9F3E-264E1743CD14}" presName="parentText" presStyleLbl="node1" presStyleIdx="5" presStyleCnt="10">
        <dgm:presLayoutVars>
          <dgm:chMax val="0"/>
          <dgm:bulletEnabled val="1"/>
        </dgm:presLayoutVars>
      </dgm:prSet>
      <dgm:spPr/>
    </dgm:pt>
    <dgm:pt modelId="{327A1422-3DAA-4487-9894-5D6A1DA7B45A}" type="pres">
      <dgm:prSet presAssocID="{7D8181F2-626C-422F-9F3E-264E1743CD14}" presName="negativeSpace" presStyleCnt="0"/>
      <dgm:spPr/>
    </dgm:pt>
    <dgm:pt modelId="{248D1FAD-35F0-4DFE-A6BA-F43903293F78}" type="pres">
      <dgm:prSet presAssocID="{7D8181F2-626C-422F-9F3E-264E1743CD14}" presName="childText" presStyleLbl="conFgAcc1" presStyleIdx="5" presStyleCnt="10">
        <dgm:presLayoutVars>
          <dgm:bulletEnabled val="1"/>
        </dgm:presLayoutVars>
      </dgm:prSet>
      <dgm:spPr/>
    </dgm:pt>
    <dgm:pt modelId="{9344B45A-C539-487C-A77D-5548EA918A29}" type="pres">
      <dgm:prSet presAssocID="{EDF14F4D-E773-4CB0-A146-B81567EE2F3E}" presName="spaceBetweenRectangles" presStyleCnt="0"/>
      <dgm:spPr/>
    </dgm:pt>
    <dgm:pt modelId="{65C04DB0-00D7-4377-A513-63668BCF0C0B}" type="pres">
      <dgm:prSet presAssocID="{6679046C-8E3B-49F8-BD49-E7DAF9D49D3E}" presName="parentLin" presStyleCnt="0"/>
      <dgm:spPr/>
    </dgm:pt>
    <dgm:pt modelId="{7AC68228-0B39-442A-9EB9-C8C764E954A1}" type="pres">
      <dgm:prSet presAssocID="{6679046C-8E3B-49F8-BD49-E7DAF9D49D3E}" presName="parentLeftMargin" presStyleLbl="node1" presStyleIdx="5" presStyleCnt="10"/>
      <dgm:spPr/>
    </dgm:pt>
    <dgm:pt modelId="{7580AEAA-0875-40E8-8F7F-8EB77696B1D5}" type="pres">
      <dgm:prSet presAssocID="{6679046C-8E3B-49F8-BD49-E7DAF9D49D3E}" presName="parentText" presStyleLbl="node1" presStyleIdx="6" presStyleCnt="10">
        <dgm:presLayoutVars>
          <dgm:chMax val="0"/>
          <dgm:bulletEnabled val="1"/>
        </dgm:presLayoutVars>
      </dgm:prSet>
      <dgm:spPr/>
    </dgm:pt>
    <dgm:pt modelId="{9270913C-C17E-4DA1-8453-63E3D56BBD46}" type="pres">
      <dgm:prSet presAssocID="{6679046C-8E3B-49F8-BD49-E7DAF9D49D3E}" presName="negativeSpace" presStyleCnt="0"/>
      <dgm:spPr/>
    </dgm:pt>
    <dgm:pt modelId="{DE275AA9-5348-4389-83DF-2EA8AB706DDB}" type="pres">
      <dgm:prSet presAssocID="{6679046C-8E3B-49F8-BD49-E7DAF9D49D3E}" presName="childText" presStyleLbl="conFgAcc1" presStyleIdx="6" presStyleCnt="10">
        <dgm:presLayoutVars>
          <dgm:bulletEnabled val="1"/>
        </dgm:presLayoutVars>
      </dgm:prSet>
      <dgm:spPr/>
    </dgm:pt>
    <dgm:pt modelId="{0685972D-C6EA-4AFA-AD55-81A3ADC9BD1D}" type="pres">
      <dgm:prSet presAssocID="{ACFD64A8-D383-4F90-B10C-6E1A3ED2E6A8}" presName="spaceBetweenRectangles" presStyleCnt="0"/>
      <dgm:spPr/>
    </dgm:pt>
    <dgm:pt modelId="{320DF6B8-22A0-44AA-BDA4-5DF81CF0F2E9}" type="pres">
      <dgm:prSet presAssocID="{A4201907-6AAC-4783-8A95-A0190953260E}" presName="parentLin" presStyleCnt="0"/>
      <dgm:spPr/>
    </dgm:pt>
    <dgm:pt modelId="{9305CB5A-9902-42DC-ABFF-9CF1BFEBB179}" type="pres">
      <dgm:prSet presAssocID="{A4201907-6AAC-4783-8A95-A0190953260E}" presName="parentLeftMargin" presStyleLbl="node1" presStyleIdx="6" presStyleCnt="10"/>
      <dgm:spPr/>
    </dgm:pt>
    <dgm:pt modelId="{46E8CCF6-303A-4A75-A272-B9D1514DAC97}" type="pres">
      <dgm:prSet presAssocID="{A4201907-6AAC-4783-8A95-A0190953260E}" presName="parentText" presStyleLbl="node1" presStyleIdx="7" presStyleCnt="10">
        <dgm:presLayoutVars>
          <dgm:chMax val="0"/>
          <dgm:bulletEnabled val="1"/>
        </dgm:presLayoutVars>
      </dgm:prSet>
      <dgm:spPr/>
    </dgm:pt>
    <dgm:pt modelId="{9E5EE898-4FD4-4977-A4D8-1A50958AC7A1}" type="pres">
      <dgm:prSet presAssocID="{A4201907-6AAC-4783-8A95-A0190953260E}" presName="negativeSpace" presStyleCnt="0"/>
      <dgm:spPr/>
    </dgm:pt>
    <dgm:pt modelId="{31FA5D1A-764F-4737-8297-ACF306881EEB}" type="pres">
      <dgm:prSet presAssocID="{A4201907-6AAC-4783-8A95-A0190953260E}" presName="childText" presStyleLbl="conFgAcc1" presStyleIdx="7" presStyleCnt="10">
        <dgm:presLayoutVars>
          <dgm:bulletEnabled val="1"/>
        </dgm:presLayoutVars>
      </dgm:prSet>
      <dgm:spPr/>
    </dgm:pt>
    <dgm:pt modelId="{5EBD2F04-F379-45BD-8023-E5368CAA73B1}" type="pres">
      <dgm:prSet presAssocID="{DDB833E2-F6E2-461C-819A-11B50CBBD37D}" presName="spaceBetweenRectangles" presStyleCnt="0"/>
      <dgm:spPr/>
    </dgm:pt>
    <dgm:pt modelId="{E9BDB473-64E5-4F6D-B684-A1807049A1D9}" type="pres">
      <dgm:prSet presAssocID="{A77D724A-45F5-45B1-B075-D7B12EFF3EB5}" presName="parentLin" presStyleCnt="0"/>
      <dgm:spPr/>
    </dgm:pt>
    <dgm:pt modelId="{32F1DAA4-A36B-4611-8E40-730BCA7C7D4A}" type="pres">
      <dgm:prSet presAssocID="{A77D724A-45F5-45B1-B075-D7B12EFF3EB5}" presName="parentLeftMargin" presStyleLbl="node1" presStyleIdx="7" presStyleCnt="10"/>
      <dgm:spPr/>
    </dgm:pt>
    <dgm:pt modelId="{3048CB3E-F964-462F-9AA8-1C925C8C6A6F}" type="pres">
      <dgm:prSet presAssocID="{A77D724A-45F5-45B1-B075-D7B12EFF3EB5}" presName="parentText" presStyleLbl="node1" presStyleIdx="8" presStyleCnt="10">
        <dgm:presLayoutVars>
          <dgm:chMax val="0"/>
          <dgm:bulletEnabled val="1"/>
        </dgm:presLayoutVars>
      </dgm:prSet>
      <dgm:spPr/>
    </dgm:pt>
    <dgm:pt modelId="{484CD8EA-E867-4B2B-AA16-112C739D9439}" type="pres">
      <dgm:prSet presAssocID="{A77D724A-45F5-45B1-B075-D7B12EFF3EB5}" presName="negativeSpace" presStyleCnt="0"/>
      <dgm:spPr/>
    </dgm:pt>
    <dgm:pt modelId="{4F46263A-714C-4693-8DDF-DA775D0F8861}" type="pres">
      <dgm:prSet presAssocID="{A77D724A-45F5-45B1-B075-D7B12EFF3EB5}" presName="childText" presStyleLbl="conFgAcc1" presStyleIdx="8" presStyleCnt="10">
        <dgm:presLayoutVars>
          <dgm:bulletEnabled val="1"/>
        </dgm:presLayoutVars>
      </dgm:prSet>
      <dgm:spPr/>
    </dgm:pt>
    <dgm:pt modelId="{3EF679AD-39FA-4A88-B04F-1900EA0F7D84}" type="pres">
      <dgm:prSet presAssocID="{99DF17D0-B4C6-4D16-9E90-DDDFA7C33059}" presName="spaceBetweenRectangles" presStyleCnt="0"/>
      <dgm:spPr/>
    </dgm:pt>
    <dgm:pt modelId="{2C308EAD-8003-4FD5-80E4-D7A456A10E2C}" type="pres">
      <dgm:prSet presAssocID="{D9DAC40C-227B-4060-B257-BCA25520904D}" presName="parentLin" presStyleCnt="0"/>
      <dgm:spPr/>
    </dgm:pt>
    <dgm:pt modelId="{F5859A03-01AC-44F8-B995-A4ED9123D2D9}" type="pres">
      <dgm:prSet presAssocID="{D9DAC40C-227B-4060-B257-BCA25520904D}" presName="parentLeftMargin" presStyleLbl="node1" presStyleIdx="8" presStyleCnt="10"/>
      <dgm:spPr/>
    </dgm:pt>
    <dgm:pt modelId="{6AB439E3-F6FB-4B9C-917C-D3C05983EAD6}" type="pres">
      <dgm:prSet presAssocID="{D9DAC40C-227B-4060-B257-BCA25520904D}" presName="parentText" presStyleLbl="node1" presStyleIdx="9" presStyleCnt="10">
        <dgm:presLayoutVars>
          <dgm:chMax val="0"/>
          <dgm:bulletEnabled val="1"/>
        </dgm:presLayoutVars>
      </dgm:prSet>
      <dgm:spPr/>
    </dgm:pt>
    <dgm:pt modelId="{91923A8D-95E8-4BEE-A909-0D9C8F0D0CF0}" type="pres">
      <dgm:prSet presAssocID="{D9DAC40C-227B-4060-B257-BCA25520904D}" presName="negativeSpace" presStyleCnt="0"/>
      <dgm:spPr/>
    </dgm:pt>
    <dgm:pt modelId="{470340A5-D965-4223-8E88-4BE1422FEA2D}" type="pres">
      <dgm:prSet presAssocID="{D9DAC40C-227B-4060-B257-BCA25520904D}" presName="childText" presStyleLbl="conFgAcc1" presStyleIdx="9" presStyleCnt="10">
        <dgm:presLayoutVars>
          <dgm:bulletEnabled val="1"/>
        </dgm:presLayoutVars>
      </dgm:prSet>
      <dgm:spPr/>
    </dgm:pt>
  </dgm:ptLst>
  <dgm:cxnLst>
    <dgm:cxn modelId="{A683010B-2787-488B-96EC-E8494BEC14F1}" srcId="{A8C25162-0288-403B-BF67-40E512B0AEBE}" destId="{6679046C-8E3B-49F8-BD49-E7DAF9D49D3E}" srcOrd="6" destOrd="0" parTransId="{894CD5EC-A28D-4C61-9AB3-90A72F2EAA10}" sibTransId="{ACFD64A8-D383-4F90-B10C-6E1A3ED2E6A8}"/>
    <dgm:cxn modelId="{FB2E6A0D-F6EF-4550-8FE9-1CC22F293CF1}" srcId="{A8C25162-0288-403B-BF67-40E512B0AEBE}" destId="{D9DAC40C-227B-4060-B257-BCA25520904D}" srcOrd="9" destOrd="0" parTransId="{6C2707FC-3DCA-48F5-AC0F-C31465A70151}" sibTransId="{E921A0EF-7BBA-4B38-8E97-14E93CCBA6B5}"/>
    <dgm:cxn modelId="{49D8BF2F-35E5-4737-A860-DC0711B5F85F}" type="presOf" srcId="{A77D724A-45F5-45B1-B075-D7B12EFF3EB5}" destId="{3048CB3E-F964-462F-9AA8-1C925C8C6A6F}" srcOrd="1" destOrd="0" presId="urn:microsoft.com/office/officeart/2005/8/layout/list1"/>
    <dgm:cxn modelId="{FC7D9E33-D80A-4426-97A2-67183EE47473}" srcId="{A8C25162-0288-403B-BF67-40E512B0AEBE}" destId="{A77D724A-45F5-45B1-B075-D7B12EFF3EB5}" srcOrd="8" destOrd="0" parTransId="{FB64892D-2EF1-4E20-AC93-E654EED1D08C}" sibTransId="{99DF17D0-B4C6-4D16-9E90-DDDFA7C33059}"/>
    <dgm:cxn modelId="{F729E633-7E56-45A9-9261-F16E282DF2A5}" type="presOf" srcId="{6851E838-0A82-4765-B887-A489E34E19EA}" destId="{79D267EF-93B6-4DB4-95AF-76A6AFF32C26}" srcOrd="1" destOrd="0" presId="urn:microsoft.com/office/officeart/2005/8/layout/list1"/>
    <dgm:cxn modelId="{F2C5BB36-8819-4206-A04D-F186D718F490}" type="presOf" srcId="{7D8181F2-626C-422F-9F3E-264E1743CD14}" destId="{9B545F00-03AD-4EDB-9821-2A3261BE1AF2}" srcOrd="0" destOrd="0" presId="urn:microsoft.com/office/officeart/2005/8/layout/list1"/>
    <dgm:cxn modelId="{993F555F-D812-40FB-96A3-FE8D1F9A77A9}" type="presOf" srcId="{3CB4E64E-23AB-40B0-A24B-11F57E0A12D1}" destId="{62566331-896A-4263-9EDE-9697D955B901}" srcOrd="0" destOrd="0" presId="urn:microsoft.com/office/officeart/2005/8/layout/list1"/>
    <dgm:cxn modelId="{25C01861-DD72-431A-8B68-A0C1FD9F8372}" type="presOf" srcId="{3EB148FE-3E7F-4119-AD74-1EC072CB3D32}" destId="{DD011E38-199B-43D1-831B-6463CF7147DF}" srcOrd="1" destOrd="0" presId="urn:microsoft.com/office/officeart/2005/8/layout/list1"/>
    <dgm:cxn modelId="{BC79BC62-8BD4-4192-BB23-AF64CC935EB7}" type="presOf" srcId="{735F0554-ED87-4BC2-9C01-DB7E6A2034E3}" destId="{96EBC7CE-AFC3-4784-8F84-25FE91F46967}" srcOrd="1" destOrd="0" presId="urn:microsoft.com/office/officeart/2005/8/layout/list1"/>
    <dgm:cxn modelId="{6D42BC46-78B2-410C-BDD5-3D13E2B10F75}" type="presOf" srcId="{BDA6AD6D-AC42-4FE1-ACB5-998DDA6C1FFA}" destId="{52E7623D-29AF-46A4-845D-73188ED1AD72}" srcOrd="0" destOrd="0" presId="urn:microsoft.com/office/officeart/2005/8/layout/list1"/>
    <dgm:cxn modelId="{D606F568-16C1-4AF9-80B0-02CB3CEB72FC}" type="presOf" srcId="{BDA6AD6D-AC42-4FE1-ACB5-998DDA6C1FFA}" destId="{F0A1FD5F-AE63-4B58-975C-C78C1B894A09}" srcOrd="1" destOrd="0" presId="urn:microsoft.com/office/officeart/2005/8/layout/list1"/>
    <dgm:cxn modelId="{2055A369-1570-4149-B50C-E8DD28C44C57}" srcId="{A8C25162-0288-403B-BF67-40E512B0AEBE}" destId="{3EB148FE-3E7F-4119-AD74-1EC072CB3D32}" srcOrd="3" destOrd="0" parTransId="{9CBAC32E-E680-4985-A941-99BA004E1518}" sibTransId="{85B40B03-F317-4BD5-97EE-6E48E52DF430}"/>
    <dgm:cxn modelId="{27CC7B6A-C82E-4499-B9F6-EAC6A64B2BD4}" type="presOf" srcId="{6679046C-8E3B-49F8-BD49-E7DAF9D49D3E}" destId="{7580AEAA-0875-40E8-8F7F-8EB77696B1D5}" srcOrd="1" destOrd="0" presId="urn:microsoft.com/office/officeart/2005/8/layout/list1"/>
    <dgm:cxn modelId="{F6F2C954-4A34-40D3-AB22-FFF7B6096827}" type="presOf" srcId="{A4201907-6AAC-4783-8A95-A0190953260E}" destId="{46E8CCF6-303A-4A75-A272-B9D1514DAC97}" srcOrd="1" destOrd="0" presId="urn:microsoft.com/office/officeart/2005/8/layout/list1"/>
    <dgm:cxn modelId="{54534276-C53C-4807-8F48-A9A4D08219DD}" type="presOf" srcId="{A4201907-6AAC-4783-8A95-A0190953260E}" destId="{9305CB5A-9902-42DC-ABFF-9CF1BFEBB179}" srcOrd="0" destOrd="0" presId="urn:microsoft.com/office/officeart/2005/8/layout/list1"/>
    <dgm:cxn modelId="{1FA9F776-35C5-4C0C-AB1B-2905EFB118A4}" srcId="{A8C25162-0288-403B-BF67-40E512B0AEBE}" destId="{3CB4E64E-23AB-40B0-A24B-11F57E0A12D1}" srcOrd="4" destOrd="0" parTransId="{32B5DEFE-72E5-4E2F-A1C8-37CC16CC81EC}" sibTransId="{A0F9E9B7-0780-4579-83EB-5F0E479AD655}"/>
    <dgm:cxn modelId="{645CF258-02E7-474B-99CC-E68A2E3D0B61}" type="presOf" srcId="{6679046C-8E3B-49F8-BD49-E7DAF9D49D3E}" destId="{7AC68228-0B39-442A-9EB9-C8C764E954A1}" srcOrd="0" destOrd="0" presId="urn:microsoft.com/office/officeart/2005/8/layout/list1"/>
    <dgm:cxn modelId="{A89D0186-B460-4C15-BE65-5C9C70D2F82D}" type="presOf" srcId="{D9DAC40C-227B-4060-B257-BCA25520904D}" destId="{F5859A03-01AC-44F8-B995-A4ED9123D2D9}" srcOrd="0" destOrd="0" presId="urn:microsoft.com/office/officeart/2005/8/layout/list1"/>
    <dgm:cxn modelId="{2E51F088-FCD3-489B-9A70-02D805ED9C9F}" type="presOf" srcId="{6851E838-0A82-4765-B887-A489E34E19EA}" destId="{3D92C5BB-682C-4AAE-8770-6DC911CEE282}" srcOrd="0" destOrd="0" presId="urn:microsoft.com/office/officeart/2005/8/layout/list1"/>
    <dgm:cxn modelId="{89D76A93-D9AA-4F8C-9E92-AC2212BECC53}" type="presOf" srcId="{3EB148FE-3E7F-4119-AD74-1EC072CB3D32}" destId="{8B66C1C1-1D7C-46B6-82C4-42ED38DAF10D}" srcOrd="0" destOrd="0" presId="urn:microsoft.com/office/officeart/2005/8/layout/list1"/>
    <dgm:cxn modelId="{57052194-2219-494E-B236-289DEA648A8E}" srcId="{A8C25162-0288-403B-BF67-40E512B0AEBE}" destId="{BDA6AD6D-AC42-4FE1-ACB5-998DDA6C1FFA}" srcOrd="0" destOrd="0" parTransId="{9A83BB46-1E8C-4745-BD59-841B3ED78D55}" sibTransId="{8089F968-D52D-47B1-9F6C-D736DAA08359}"/>
    <dgm:cxn modelId="{D5A13D9C-8870-444A-AB96-ED13800A8734}" type="presOf" srcId="{3CB4E64E-23AB-40B0-A24B-11F57E0A12D1}" destId="{F1693621-5893-492B-883B-A5122C417C56}" srcOrd="1" destOrd="0" presId="urn:microsoft.com/office/officeart/2005/8/layout/list1"/>
    <dgm:cxn modelId="{DC4311A5-174D-4568-B0A4-9EB8B1A8F38E}" type="presOf" srcId="{A77D724A-45F5-45B1-B075-D7B12EFF3EB5}" destId="{32F1DAA4-A36B-4611-8E40-730BCA7C7D4A}" srcOrd="0" destOrd="0" presId="urn:microsoft.com/office/officeart/2005/8/layout/list1"/>
    <dgm:cxn modelId="{6425E0C1-A4FE-4401-A071-44D445BCA7D5}" srcId="{A8C25162-0288-403B-BF67-40E512B0AEBE}" destId="{7D8181F2-626C-422F-9F3E-264E1743CD14}" srcOrd="5" destOrd="0" parTransId="{FDEA0F34-3B84-4628-B8A7-E69BBC20632A}" sibTransId="{EDF14F4D-E773-4CB0-A146-B81567EE2F3E}"/>
    <dgm:cxn modelId="{D94466C2-D334-48F8-90C2-9EAC0FA9DD9B}" type="presOf" srcId="{735F0554-ED87-4BC2-9C01-DB7E6A2034E3}" destId="{1854D076-C1E2-42E4-8B11-861F6390FF63}" srcOrd="0" destOrd="0" presId="urn:microsoft.com/office/officeart/2005/8/layout/list1"/>
    <dgm:cxn modelId="{FEFD29C5-69B7-4CC2-82D3-B8CBA13DCC18}" type="presOf" srcId="{A8C25162-0288-403B-BF67-40E512B0AEBE}" destId="{9D193184-A808-4504-A25E-8607D051EEF8}" srcOrd="0" destOrd="0" presId="urn:microsoft.com/office/officeart/2005/8/layout/list1"/>
    <dgm:cxn modelId="{28A72CC5-1F4A-4DF0-AF09-0F9D5B0AAAE1}" type="presOf" srcId="{7D8181F2-626C-422F-9F3E-264E1743CD14}" destId="{59D90E00-C1F5-4578-B6B4-C0CA38437F96}" srcOrd="1" destOrd="0" presId="urn:microsoft.com/office/officeart/2005/8/layout/list1"/>
    <dgm:cxn modelId="{27AFC7D0-5F07-48A3-ABAE-DBD88119920B}" srcId="{A8C25162-0288-403B-BF67-40E512B0AEBE}" destId="{A4201907-6AAC-4783-8A95-A0190953260E}" srcOrd="7" destOrd="0" parTransId="{0909FC6B-162F-4B4C-977A-FB63B4446EE9}" sibTransId="{DDB833E2-F6E2-461C-819A-11B50CBBD37D}"/>
    <dgm:cxn modelId="{A8827ED3-8573-4609-9C6F-E0A48AE7FC5A}" srcId="{A8C25162-0288-403B-BF67-40E512B0AEBE}" destId="{6851E838-0A82-4765-B887-A489E34E19EA}" srcOrd="2" destOrd="0" parTransId="{AC435A3D-ED98-4BDB-BEE3-DA301487D910}" sibTransId="{4F45E7A8-6CC6-42ED-B458-DBA61E476059}"/>
    <dgm:cxn modelId="{76E0E0D4-294D-4D7E-A552-3D33C8D641B0}" srcId="{A8C25162-0288-403B-BF67-40E512B0AEBE}" destId="{735F0554-ED87-4BC2-9C01-DB7E6A2034E3}" srcOrd="1" destOrd="0" parTransId="{0A87679F-6BD7-4248-9D46-2F781FE016B8}" sibTransId="{27489C9B-8DB2-4A7E-9544-FCA2E749F2F3}"/>
    <dgm:cxn modelId="{19251BE4-32BF-4216-A967-ACB70DE289D8}" type="presOf" srcId="{D9DAC40C-227B-4060-B257-BCA25520904D}" destId="{6AB439E3-F6FB-4B9C-917C-D3C05983EAD6}" srcOrd="1" destOrd="0" presId="urn:microsoft.com/office/officeart/2005/8/layout/list1"/>
    <dgm:cxn modelId="{32CCBD2F-CF99-4040-AA22-2AB9F448E064}" type="presParOf" srcId="{9D193184-A808-4504-A25E-8607D051EEF8}" destId="{950526AE-69EA-4C69-8B2F-A64D285B47B1}" srcOrd="0" destOrd="0" presId="urn:microsoft.com/office/officeart/2005/8/layout/list1"/>
    <dgm:cxn modelId="{D3ADB4E7-C62D-4B8D-8066-B9633C229492}" type="presParOf" srcId="{950526AE-69EA-4C69-8B2F-A64D285B47B1}" destId="{52E7623D-29AF-46A4-845D-73188ED1AD72}" srcOrd="0" destOrd="0" presId="urn:microsoft.com/office/officeart/2005/8/layout/list1"/>
    <dgm:cxn modelId="{E4476177-6B0C-4FD7-B3E8-87D3A73A7326}" type="presParOf" srcId="{950526AE-69EA-4C69-8B2F-A64D285B47B1}" destId="{F0A1FD5F-AE63-4B58-975C-C78C1B894A09}" srcOrd="1" destOrd="0" presId="urn:microsoft.com/office/officeart/2005/8/layout/list1"/>
    <dgm:cxn modelId="{F1298385-8C78-47E6-8949-4EC8163CBF74}" type="presParOf" srcId="{9D193184-A808-4504-A25E-8607D051EEF8}" destId="{3901DFD8-AA8D-4724-8053-CE117C64930B}" srcOrd="1" destOrd="0" presId="urn:microsoft.com/office/officeart/2005/8/layout/list1"/>
    <dgm:cxn modelId="{E85901E3-A6B8-4564-8B4F-284B61E8EC5E}" type="presParOf" srcId="{9D193184-A808-4504-A25E-8607D051EEF8}" destId="{C85C6856-09CE-48CE-ADE0-B3F2496F081C}" srcOrd="2" destOrd="0" presId="urn:microsoft.com/office/officeart/2005/8/layout/list1"/>
    <dgm:cxn modelId="{3FCCDC2F-124B-49EA-B4C1-16C8689C6C0B}" type="presParOf" srcId="{9D193184-A808-4504-A25E-8607D051EEF8}" destId="{7B3E9151-3D03-4CAF-B039-E4D989E60834}" srcOrd="3" destOrd="0" presId="urn:microsoft.com/office/officeart/2005/8/layout/list1"/>
    <dgm:cxn modelId="{350F7C53-8D90-4AA4-B68C-E05646F8A834}" type="presParOf" srcId="{9D193184-A808-4504-A25E-8607D051EEF8}" destId="{161258AA-36F3-45B3-8768-060531B3B051}" srcOrd="4" destOrd="0" presId="urn:microsoft.com/office/officeart/2005/8/layout/list1"/>
    <dgm:cxn modelId="{E56D094B-31BC-4B8A-A18E-C9886CA914C0}" type="presParOf" srcId="{161258AA-36F3-45B3-8768-060531B3B051}" destId="{1854D076-C1E2-42E4-8B11-861F6390FF63}" srcOrd="0" destOrd="0" presId="urn:microsoft.com/office/officeart/2005/8/layout/list1"/>
    <dgm:cxn modelId="{0F25B103-C44C-4838-94CE-864BC30D8FD8}" type="presParOf" srcId="{161258AA-36F3-45B3-8768-060531B3B051}" destId="{96EBC7CE-AFC3-4784-8F84-25FE91F46967}" srcOrd="1" destOrd="0" presId="urn:microsoft.com/office/officeart/2005/8/layout/list1"/>
    <dgm:cxn modelId="{8DAFDA05-69C5-4737-9288-9642AB54E803}" type="presParOf" srcId="{9D193184-A808-4504-A25E-8607D051EEF8}" destId="{A2950D25-6099-49D8-BCEF-E8504E8FA408}" srcOrd="5" destOrd="0" presId="urn:microsoft.com/office/officeart/2005/8/layout/list1"/>
    <dgm:cxn modelId="{A542F3A6-FAB4-444E-9ED8-3ECAEBDF6467}" type="presParOf" srcId="{9D193184-A808-4504-A25E-8607D051EEF8}" destId="{7BF2FEF1-4873-4061-A0C6-B15E04BB3073}" srcOrd="6" destOrd="0" presId="urn:microsoft.com/office/officeart/2005/8/layout/list1"/>
    <dgm:cxn modelId="{6ABF84B5-C083-4E51-96D1-F3475FD5D886}" type="presParOf" srcId="{9D193184-A808-4504-A25E-8607D051EEF8}" destId="{FD27CF55-4B54-43B4-8255-26920DF223F7}" srcOrd="7" destOrd="0" presId="urn:microsoft.com/office/officeart/2005/8/layout/list1"/>
    <dgm:cxn modelId="{A687FA70-A95D-4627-BDBB-6F04A710C75A}" type="presParOf" srcId="{9D193184-A808-4504-A25E-8607D051EEF8}" destId="{4F59F7F2-7EBA-46B0-AD8C-BCC61A156B9B}" srcOrd="8" destOrd="0" presId="urn:microsoft.com/office/officeart/2005/8/layout/list1"/>
    <dgm:cxn modelId="{BE84A160-592C-4807-9DCD-4816D57DF88F}" type="presParOf" srcId="{4F59F7F2-7EBA-46B0-AD8C-BCC61A156B9B}" destId="{3D92C5BB-682C-4AAE-8770-6DC911CEE282}" srcOrd="0" destOrd="0" presId="urn:microsoft.com/office/officeart/2005/8/layout/list1"/>
    <dgm:cxn modelId="{B9AE41A1-DB60-470B-A2AC-A4481711DAE8}" type="presParOf" srcId="{4F59F7F2-7EBA-46B0-AD8C-BCC61A156B9B}" destId="{79D267EF-93B6-4DB4-95AF-76A6AFF32C26}" srcOrd="1" destOrd="0" presId="urn:microsoft.com/office/officeart/2005/8/layout/list1"/>
    <dgm:cxn modelId="{FBDC87E5-9545-40C7-914F-00F2260C9648}" type="presParOf" srcId="{9D193184-A808-4504-A25E-8607D051EEF8}" destId="{7432FF2C-C3A2-42C8-AF7F-C895AC849158}" srcOrd="9" destOrd="0" presId="urn:microsoft.com/office/officeart/2005/8/layout/list1"/>
    <dgm:cxn modelId="{3DE7CDA4-77E9-472F-9F3D-01758E36BD7C}" type="presParOf" srcId="{9D193184-A808-4504-A25E-8607D051EEF8}" destId="{B52EF224-5377-4399-AF21-5AFFFB68F78E}" srcOrd="10" destOrd="0" presId="urn:microsoft.com/office/officeart/2005/8/layout/list1"/>
    <dgm:cxn modelId="{C22D8AD3-F308-4D2D-9398-71DCE2CB9C3B}" type="presParOf" srcId="{9D193184-A808-4504-A25E-8607D051EEF8}" destId="{CFE1A9DB-3D93-4469-8F35-AE67429C258E}" srcOrd="11" destOrd="0" presId="urn:microsoft.com/office/officeart/2005/8/layout/list1"/>
    <dgm:cxn modelId="{D2FE8842-A914-48CE-8BE8-794D4D53B782}" type="presParOf" srcId="{9D193184-A808-4504-A25E-8607D051EEF8}" destId="{6CC1A159-C67E-4E35-BD8A-8224D7044951}" srcOrd="12" destOrd="0" presId="urn:microsoft.com/office/officeart/2005/8/layout/list1"/>
    <dgm:cxn modelId="{F0EE2D79-57A4-49DF-B4CE-CDA7E15E6A0F}" type="presParOf" srcId="{6CC1A159-C67E-4E35-BD8A-8224D7044951}" destId="{8B66C1C1-1D7C-46B6-82C4-42ED38DAF10D}" srcOrd="0" destOrd="0" presId="urn:microsoft.com/office/officeart/2005/8/layout/list1"/>
    <dgm:cxn modelId="{89FAF889-1F2A-4242-8DE3-1E7666A224B0}" type="presParOf" srcId="{6CC1A159-C67E-4E35-BD8A-8224D7044951}" destId="{DD011E38-199B-43D1-831B-6463CF7147DF}" srcOrd="1" destOrd="0" presId="urn:microsoft.com/office/officeart/2005/8/layout/list1"/>
    <dgm:cxn modelId="{C6FF93DB-3E7A-4B72-88B9-2290C9FCDCD8}" type="presParOf" srcId="{9D193184-A808-4504-A25E-8607D051EEF8}" destId="{E8ECDEC2-6B44-480C-892D-6B33C71E70A4}" srcOrd="13" destOrd="0" presId="urn:microsoft.com/office/officeart/2005/8/layout/list1"/>
    <dgm:cxn modelId="{BA256BA2-71B9-4BCA-B71E-083825AA7D29}" type="presParOf" srcId="{9D193184-A808-4504-A25E-8607D051EEF8}" destId="{965E56C5-8F87-4D44-989D-E934320A2B0D}" srcOrd="14" destOrd="0" presId="urn:microsoft.com/office/officeart/2005/8/layout/list1"/>
    <dgm:cxn modelId="{6B43B9FE-0E93-4758-A309-C2CACCB6EDB6}" type="presParOf" srcId="{9D193184-A808-4504-A25E-8607D051EEF8}" destId="{C71901B5-F8DC-493C-9678-F07E3A84E692}" srcOrd="15" destOrd="0" presId="urn:microsoft.com/office/officeart/2005/8/layout/list1"/>
    <dgm:cxn modelId="{A97A767A-14CE-4A26-A450-2914D1A1BBBF}" type="presParOf" srcId="{9D193184-A808-4504-A25E-8607D051EEF8}" destId="{4DD53EE7-E8FE-4D04-91E2-608EAC8CA594}" srcOrd="16" destOrd="0" presId="urn:microsoft.com/office/officeart/2005/8/layout/list1"/>
    <dgm:cxn modelId="{2209F3E8-C41E-49C3-AD4F-775DE4B13761}" type="presParOf" srcId="{4DD53EE7-E8FE-4D04-91E2-608EAC8CA594}" destId="{62566331-896A-4263-9EDE-9697D955B901}" srcOrd="0" destOrd="0" presId="urn:microsoft.com/office/officeart/2005/8/layout/list1"/>
    <dgm:cxn modelId="{0812AE22-BD1E-473F-A3C2-A9C59C4D2875}" type="presParOf" srcId="{4DD53EE7-E8FE-4D04-91E2-608EAC8CA594}" destId="{F1693621-5893-492B-883B-A5122C417C56}" srcOrd="1" destOrd="0" presId="urn:microsoft.com/office/officeart/2005/8/layout/list1"/>
    <dgm:cxn modelId="{59F8D666-6B04-4E2D-A077-FBA2915D6957}" type="presParOf" srcId="{9D193184-A808-4504-A25E-8607D051EEF8}" destId="{3BD923B7-892A-4394-B679-A2DE6CB62945}" srcOrd="17" destOrd="0" presId="urn:microsoft.com/office/officeart/2005/8/layout/list1"/>
    <dgm:cxn modelId="{EE7C0967-9823-4DD7-8BCC-6D1859EA74BD}" type="presParOf" srcId="{9D193184-A808-4504-A25E-8607D051EEF8}" destId="{E0B38A99-EE41-4D72-AA88-4F428BFA96DB}" srcOrd="18" destOrd="0" presId="urn:microsoft.com/office/officeart/2005/8/layout/list1"/>
    <dgm:cxn modelId="{08B090A2-7860-43D9-B39D-5B9CD47CC1EF}" type="presParOf" srcId="{9D193184-A808-4504-A25E-8607D051EEF8}" destId="{9660F004-ED8B-4AF4-B3F7-2A089D4AF674}" srcOrd="19" destOrd="0" presId="urn:microsoft.com/office/officeart/2005/8/layout/list1"/>
    <dgm:cxn modelId="{CC43C387-AE3A-4923-8CEA-867FF1600177}" type="presParOf" srcId="{9D193184-A808-4504-A25E-8607D051EEF8}" destId="{96B2D805-EA42-47C0-8DAB-4808F67442E7}" srcOrd="20" destOrd="0" presId="urn:microsoft.com/office/officeart/2005/8/layout/list1"/>
    <dgm:cxn modelId="{48A2776F-4234-444E-B0C0-085C664182D3}" type="presParOf" srcId="{96B2D805-EA42-47C0-8DAB-4808F67442E7}" destId="{9B545F00-03AD-4EDB-9821-2A3261BE1AF2}" srcOrd="0" destOrd="0" presId="urn:microsoft.com/office/officeart/2005/8/layout/list1"/>
    <dgm:cxn modelId="{FED3A87C-A9C6-4AAE-8956-9763CBAC4E9D}" type="presParOf" srcId="{96B2D805-EA42-47C0-8DAB-4808F67442E7}" destId="{59D90E00-C1F5-4578-B6B4-C0CA38437F96}" srcOrd="1" destOrd="0" presId="urn:microsoft.com/office/officeart/2005/8/layout/list1"/>
    <dgm:cxn modelId="{71825026-AB3B-4EC9-80AD-69200C34315A}" type="presParOf" srcId="{9D193184-A808-4504-A25E-8607D051EEF8}" destId="{327A1422-3DAA-4487-9894-5D6A1DA7B45A}" srcOrd="21" destOrd="0" presId="urn:microsoft.com/office/officeart/2005/8/layout/list1"/>
    <dgm:cxn modelId="{2BC10A65-BAEB-49D6-AD07-9D3903C2307B}" type="presParOf" srcId="{9D193184-A808-4504-A25E-8607D051EEF8}" destId="{248D1FAD-35F0-4DFE-A6BA-F43903293F78}" srcOrd="22" destOrd="0" presId="urn:microsoft.com/office/officeart/2005/8/layout/list1"/>
    <dgm:cxn modelId="{912DC89F-026E-4ED4-8C2C-CE806CE1B3FA}" type="presParOf" srcId="{9D193184-A808-4504-A25E-8607D051EEF8}" destId="{9344B45A-C539-487C-A77D-5548EA918A29}" srcOrd="23" destOrd="0" presId="urn:microsoft.com/office/officeart/2005/8/layout/list1"/>
    <dgm:cxn modelId="{E2AEBAD3-47CA-4CC7-A526-1B650209C3BF}" type="presParOf" srcId="{9D193184-A808-4504-A25E-8607D051EEF8}" destId="{65C04DB0-00D7-4377-A513-63668BCF0C0B}" srcOrd="24" destOrd="0" presId="urn:microsoft.com/office/officeart/2005/8/layout/list1"/>
    <dgm:cxn modelId="{6A6057CE-8AAB-47F4-99F5-6DD514F81F7B}" type="presParOf" srcId="{65C04DB0-00D7-4377-A513-63668BCF0C0B}" destId="{7AC68228-0B39-442A-9EB9-C8C764E954A1}" srcOrd="0" destOrd="0" presId="urn:microsoft.com/office/officeart/2005/8/layout/list1"/>
    <dgm:cxn modelId="{27401997-73E7-41D3-8B2D-A7F89A0CB6C8}" type="presParOf" srcId="{65C04DB0-00D7-4377-A513-63668BCF0C0B}" destId="{7580AEAA-0875-40E8-8F7F-8EB77696B1D5}" srcOrd="1" destOrd="0" presId="urn:microsoft.com/office/officeart/2005/8/layout/list1"/>
    <dgm:cxn modelId="{15E48036-B64F-4D8A-9AC4-15458C98A510}" type="presParOf" srcId="{9D193184-A808-4504-A25E-8607D051EEF8}" destId="{9270913C-C17E-4DA1-8453-63E3D56BBD46}" srcOrd="25" destOrd="0" presId="urn:microsoft.com/office/officeart/2005/8/layout/list1"/>
    <dgm:cxn modelId="{7D4964E0-ADF4-4CC4-B14E-83D0971B5253}" type="presParOf" srcId="{9D193184-A808-4504-A25E-8607D051EEF8}" destId="{DE275AA9-5348-4389-83DF-2EA8AB706DDB}" srcOrd="26" destOrd="0" presId="urn:microsoft.com/office/officeart/2005/8/layout/list1"/>
    <dgm:cxn modelId="{D2A61B56-4732-44FF-8A09-53900D2C8007}" type="presParOf" srcId="{9D193184-A808-4504-A25E-8607D051EEF8}" destId="{0685972D-C6EA-4AFA-AD55-81A3ADC9BD1D}" srcOrd="27" destOrd="0" presId="urn:microsoft.com/office/officeart/2005/8/layout/list1"/>
    <dgm:cxn modelId="{7831924B-BD34-4B9E-94C1-02E14A81948A}" type="presParOf" srcId="{9D193184-A808-4504-A25E-8607D051EEF8}" destId="{320DF6B8-22A0-44AA-BDA4-5DF81CF0F2E9}" srcOrd="28" destOrd="0" presId="urn:microsoft.com/office/officeart/2005/8/layout/list1"/>
    <dgm:cxn modelId="{8F6EBC7A-505F-4077-B4D9-77F060773C52}" type="presParOf" srcId="{320DF6B8-22A0-44AA-BDA4-5DF81CF0F2E9}" destId="{9305CB5A-9902-42DC-ABFF-9CF1BFEBB179}" srcOrd="0" destOrd="0" presId="urn:microsoft.com/office/officeart/2005/8/layout/list1"/>
    <dgm:cxn modelId="{2D8E2B65-63E2-49E9-BB61-325938FBD0D8}" type="presParOf" srcId="{320DF6B8-22A0-44AA-BDA4-5DF81CF0F2E9}" destId="{46E8CCF6-303A-4A75-A272-B9D1514DAC97}" srcOrd="1" destOrd="0" presId="urn:microsoft.com/office/officeart/2005/8/layout/list1"/>
    <dgm:cxn modelId="{2B4A75AE-4969-4FBA-9B8A-F3D2CCCCD391}" type="presParOf" srcId="{9D193184-A808-4504-A25E-8607D051EEF8}" destId="{9E5EE898-4FD4-4977-A4D8-1A50958AC7A1}" srcOrd="29" destOrd="0" presId="urn:microsoft.com/office/officeart/2005/8/layout/list1"/>
    <dgm:cxn modelId="{FF3FC0EA-AA00-4920-9BD0-C555BB6EB4FD}" type="presParOf" srcId="{9D193184-A808-4504-A25E-8607D051EEF8}" destId="{31FA5D1A-764F-4737-8297-ACF306881EEB}" srcOrd="30" destOrd="0" presId="urn:microsoft.com/office/officeart/2005/8/layout/list1"/>
    <dgm:cxn modelId="{D233494B-5600-483D-90C5-C5E166CD64FB}" type="presParOf" srcId="{9D193184-A808-4504-A25E-8607D051EEF8}" destId="{5EBD2F04-F379-45BD-8023-E5368CAA73B1}" srcOrd="31" destOrd="0" presId="urn:microsoft.com/office/officeart/2005/8/layout/list1"/>
    <dgm:cxn modelId="{79655FFE-7AE1-4DAC-B046-F82676349998}" type="presParOf" srcId="{9D193184-A808-4504-A25E-8607D051EEF8}" destId="{E9BDB473-64E5-4F6D-B684-A1807049A1D9}" srcOrd="32" destOrd="0" presId="urn:microsoft.com/office/officeart/2005/8/layout/list1"/>
    <dgm:cxn modelId="{E69143B0-9862-4BFE-9FD2-D8FD83569E73}" type="presParOf" srcId="{E9BDB473-64E5-4F6D-B684-A1807049A1D9}" destId="{32F1DAA4-A36B-4611-8E40-730BCA7C7D4A}" srcOrd="0" destOrd="0" presId="urn:microsoft.com/office/officeart/2005/8/layout/list1"/>
    <dgm:cxn modelId="{F64E88FB-18BA-4A35-9AA0-583BAA9CE2A0}" type="presParOf" srcId="{E9BDB473-64E5-4F6D-B684-A1807049A1D9}" destId="{3048CB3E-F964-462F-9AA8-1C925C8C6A6F}" srcOrd="1" destOrd="0" presId="urn:microsoft.com/office/officeart/2005/8/layout/list1"/>
    <dgm:cxn modelId="{FBBB7A9F-D7C1-4AFE-A01C-6C9084ED1707}" type="presParOf" srcId="{9D193184-A808-4504-A25E-8607D051EEF8}" destId="{484CD8EA-E867-4B2B-AA16-112C739D9439}" srcOrd="33" destOrd="0" presId="urn:microsoft.com/office/officeart/2005/8/layout/list1"/>
    <dgm:cxn modelId="{7E39B878-2A70-4C56-AB57-4FA5099D1EF8}" type="presParOf" srcId="{9D193184-A808-4504-A25E-8607D051EEF8}" destId="{4F46263A-714C-4693-8DDF-DA775D0F8861}" srcOrd="34" destOrd="0" presId="urn:microsoft.com/office/officeart/2005/8/layout/list1"/>
    <dgm:cxn modelId="{B87562AC-9929-4DB2-81AB-E72BBEA1F6A4}" type="presParOf" srcId="{9D193184-A808-4504-A25E-8607D051EEF8}" destId="{3EF679AD-39FA-4A88-B04F-1900EA0F7D84}" srcOrd="35" destOrd="0" presId="urn:microsoft.com/office/officeart/2005/8/layout/list1"/>
    <dgm:cxn modelId="{874F69EE-D395-48CE-A7BD-18142DE66F3E}" type="presParOf" srcId="{9D193184-A808-4504-A25E-8607D051EEF8}" destId="{2C308EAD-8003-4FD5-80E4-D7A456A10E2C}" srcOrd="36" destOrd="0" presId="urn:microsoft.com/office/officeart/2005/8/layout/list1"/>
    <dgm:cxn modelId="{9E9BCEF5-183E-46A1-92F9-92263984527B}" type="presParOf" srcId="{2C308EAD-8003-4FD5-80E4-D7A456A10E2C}" destId="{F5859A03-01AC-44F8-B995-A4ED9123D2D9}" srcOrd="0" destOrd="0" presId="urn:microsoft.com/office/officeart/2005/8/layout/list1"/>
    <dgm:cxn modelId="{6BE574AD-3D86-4BE8-B9AA-B48B58CAF0AC}" type="presParOf" srcId="{2C308EAD-8003-4FD5-80E4-D7A456A10E2C}" destId="{6AB439E3-F6FB-4B9C-917C-D3C05983EAD6}" srcOrd="1" destOrd="0" presId="urn:microsoft.com/office/officeart/2005/8/layout/list1"/>
    <dgm:cxn modelId="{3467D0D4-DBAB-4A3D-AD01-B0508EB5A11F}" type="presParOf" srcId="{9D193184-A808-4504-A25E-8607D051EEF8}" destId="{91923A8D-95E8-4BEE-A909-0D9C8F0D0CF0}" srcOrd="37" destOrd="0" presId="urn:microsoft.com/office/officeart/2005/8/layout/list1"/>
    <dgm:cxn modelId="{3E93C43D-5855-45DA-8627-5ACC7500C98D}" type="presParOf" srcId="{9D193184-A808-4504-A25E-8607D051EEF8}" destId="{470340A5-D965-4223-8E88-4BE1422FEA2D}" srcOrd="3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A8C25162-0288-403B-BF67-40E512B0AEBE}"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F81CC425-7F36-42BB-8630-CE6B441986AB}">
      <dgm:prSet custT="1"/>
      <dgm:spPr/>
      <dgm:t>
        <a:bodyPr/>
        <a:lstStyle/>
        <a:p>
          <a:r>
            <a:rPr lang="en-IN" sz="2800" b="1" dirty="0">
              <a:solidFill>
                <a:srgbClr val="002060"/>
              </a:solidFill>
            </a:rPr>
            <a:t>You can begin the sentence with </a:t>
          </a:r>
          <a:r>
            <a:rPr lang="en-IN" sz="2800" b="1" dirty="0">
              <a:solidFill>
                <a:srgbClr val="C00000"/>
              </a:solidFill>
            </a:rPr>
            <a:t>you </a:t>
          </a:r>
          <a:r>
            <a:rPr lang="en-IN" sz="2800" b="1" dirty="0">
              <a:solidFill>
                <a:srgbClr val="002060"/>
              </a:solidFill>
            </a:rPr>
            <a:t>if you want to put emphasis on the person addressed to</a:t>
          </a:r>
          <a:r>
            <a:rPr lang="en-IN" sz="2800" b="1" dirty="0"/>
            <a:t>.</a:t>
          </a:r>
        </a:p>
      </dgm:t>
    </dgm:pt>
    <dgm:pt modelId="{7628FA07-0A6D-443A-8FF9-A86C62F0208C}" type="parTrans" cxnId="{27877DC4-E5CC-4E40-A04C-47A3BFB4CE9F}">
      <dgm:prSet/>
      <dgm:spPr/>
      <dgm:t>
        <a:bodyPr/>
        <a:lstStyle/>
        <a:p>
          <a:endParaRPr lang="en-IN"/>
        </a:p>
      </dgm:t>
    </dgm:pt>
    <dgm:pt modelId="{BB9DEFBC-6F03-4415-B377-A64FEBC18C46}" type="sibTrans" cxnId="{27877DC4-E5CC-4E40-A04C-47A3BFB4CE9F}">
      <dgm:prSet/>
      <dgm:spPr/>
      <dgm:t>
        <a:bodyPr/>
        <a:lstStyle/>
        <a:p>
          <a:endParaRPr lang="en-IN"/>
        </a:p>
      </dgm:t>
    </dgm:pt>
    <dgm:pt modelId="{BC102DE2-A1A2-4B1C-9CF6-A6AEE7DD319F}">
      <dgm:prSet custT="1"/>
      <dgm:spPr/>
      <dgm:t>
        <a:bodyPr/>
        <a:lstStyle/>
        <a:p>
          <a:r>
            <a:rPr lang="en-IN" sz="2800" dirty="0"/>
            <a:t>Active: Please help me.</a:t>
          </a:r>
          <a:br>
            <a:rPr lang="en-IN" sz="2800" dirty="0"/>
          </a:br>
          <a:r>
            <a:rPr lang="en-IN" sz="2800" dirty="0"/>
            <a:t>Passive: Let me be helped.</a:t>
          </a:r>
        </a:p>
      </dgm:t>
    </dgm:pt>
    <dgm:pt modelId="{6C6F4048-904B-47B3-A791-AB100E0C2157}" type="parTrans" cxnId="{244008C4-8E84-4BCB-8F9B-9DEFD21662EB}">
      <dgm:prSet/>
      <dgm:spPr/>
      <dgm:t>
        <a:bodyPr/>
        <a:lstStyle/>
        <a:p>
          <a:endParaRPr lang="en-IN"/>
        </a:p>
      </dgm:t>
    </dgm:pt>
    <dgm:pt modelId="{07A0A9A7-35EB-4DED-89C6-43F376F1E671}" type="sibTrans" cxnId="{244008C4-8E84-4BCB-8F9B-9DEFD21662EB}">
      <dgm:prSet/>
      <dgm:spPr/>
      <dgm:t>
        <a:bodyPr/>
        <a:lstStyle/>
        <a:p>
          <a:endParaRPr lang="en-IN"/>
        </a:p>
      </dgm:t>
    </dgm:pt>
    <dgm:pt modelId="{405A608A-332A-405C-9136-DF938C4A1A53}">
      <dgm:prSet custT="1"/>
      <dgm:spPr/>
      <dgm:t>
        <a:bodyPr/>
        <a:lstStyle/>
        <a:p>
          <a:r>
            <a:rPr lang="en-IN" sz="3600" dirty="0"/>
            <a:t>Passive: </a:t>
          </a:r>
          <a:r>
            <a:rPr lang="en-IN" sz="3600" b="1" dirty="0"/>
            <a:t>You are requested</a:t>
          </a:r>
          <a:r>
            <a:rPr lang="en-IN" sz="3600" dirty="0"/>
            <a:t> to help me.</a:t>
          </a:r>
        </a:p>
      </dgm:t>
    </dgm:pt>
    <dgm:pt modelId="{FACD96E0-5A7E-402C-9C73-4A75283496DD}" type="parTrans" cxnId="{39B62578-B291-49F3-9399-5E992AACAE2A}">
      <dgm:prSet/>
      <dgm:spPr/>
      <dgm:t>
        <a:bodyPr/>
        <a:lstStyle/>
        <a:p>
          <a:endParaRPr lang="en-IN"/>
        </a:p>
      </dgm:t>
    </dgm:pt>
    <dgm:pt modelId="{21969AA9-03E3-4A98-8531-1D582409BCAE}" type="sibTrans" cxnId="{39B62578-B291-49F3-9399-5E992AACAE2A}">
      <dgm:prSet/>
      <dgm:spPr/>
      <dgm:t>
        <a:bodyPr/>
        <a:lstStyle/>
        <a:p>
          <a:endParaRPr lang="en-IN"/>
        </a:p>
      </dgm:t>
    </dgm:pt>
    <dgm:pt modelId="{D9DA67CF-67CC-4BB3-82AE-1C1B71512818}">
      <dgm:prSet custT="1"/>
      <dgm:spPr/>
      <dgm:t>
        <a:bodyPr/>
        <a:lstStyle/>
        <a:p>
          <a:r>
            <a:rPr lang="en-IN" sz="3600" dirty="0"/>
            <a:t>Active: Don’t touch it.</a:t>
          </a:r>
        </a:p>
      </dgm:t>
    </dgm:pt>
    <dgm:pt modelId="{B70E78B6-04D5-414B-B738-9A7A61C36A12}" type="parTrans" cxnId="{D527082E-D8D0-46A0-8BB0-5897D88DAD52}">
      <dgm:prSet/>
      <dgm:spPr/>
      <dgm:t>
        <a:bodyPr/>
        <a:lstStyle/>
        <a:p>
          <a:endParaRPr lang="en-IN"/>
        </a:p>
      </dgm:t>
    </dgm:pt>
    <dgm:pt modelId="{4465384D-1D0B-4605-91CA-A3AD65F529BF}" type="sibTrans" cxnId="{D527082E-D8D0-46A0-8BB0-5897D88DAD52}">
      <dgm:prSet/>
      <dgm:spPr/>
      <dgm:t>
        <a:bodyPr/>
        <a:lstStyle/>
        <a:p>
          <a:endParaRPr lang="en-IN"/>
        </a:p>
      </dgm:t>
    </dgm:pt>
    <dgm:pt modelId="{13C33F39-E7A9-473B-9424-74635D5C6745}">
      <dgm:prSet custT="1"/>
      <dgm:spPr/>
      <dgm:t>
        <a:bodyPr/>
        <a:lstStyle/>
        <a:p>
          <a:r>
            <a:rPr lang="en-IN" sz="3600" dirty="0"/>
            <a:t>Passive: Let it not be touched.</a:t>
          </a:r>
        </a:p>
      </dgm:t>
    </dgm:pt>
    <dgm:pt modelId="{2E67A975-98BD-4C09-9FDE-C0EED45325FC}" type="parTrans" cxnId="{4B68D799-3710-4B1D-9AB6-7206395CB300}">
      <dgm:prSet/>
      <dgm:spPr/>
      <dgm:t>
        <a:bodyPr/>
        <a:lstStyle/>
        <a:p>
          <a:endParaRPr lang="en-IN"/>
        </a:p>
      </dgm:t>
    </dgm:pt>
    <dgm:pt modelId="{C65FC0B7-83B0-4EBD-8592-C02F2F96BDBA}" type="sibTrans" cxnId="{4B68D799-3710-4B1D-9AB6-7206395CB300}">
      <dgm:prSet/>
      <dgm:spPr/>
      <dgm:t>
        <a:bodyPr/>
        <a:lstStyle/>
        <a:p>
          <a:endParaRPr lang="en-IN"/>
        </a:p>
      </dgm:t>
    </dgm:pt>
    <dgm:pt modelId="{C2C5EA3D-214D-4045-9183-7D005D829F76}">
      <dgm:prSet custT="1"/>
      <dgm:spPr/>
      <dgm:t>
        <a:bodyPr/>
        <a:lstStyle/>
        <a:p>
          <a:r>
            <a:rPr lang="en-IN" sz="3600" dirty="0"/>
            <a:t>Active: </a:t>
          </a:r>
          <a:r>
            <a:rPr lang="en-IN" sz="3600" b="1" dirty="0"/>
            <a:t>You are warned </a:t>
          </a:r>
          <a:r>
            <a:rPr lang="en-IN" sz="3600" dirty="0"/>
            <a:t>not to touch </a:t>
          </a:r>
        </a:p>
      </dgm:t>
    </dgm:pt>
    <dgm:pt modelId="{FEB31C4A-1770-4D2E-8200-7C49CDBABD80}" type="parTrans" cxnId="{BFF1404C-6314-43E0-ABB0-B92F68F66919}">
      <dgm:prSet/>
      <dgm:spPr/>
      <dgm:t>
        <a:bodyPr/>
        <a:lstStyle/>
        <a:p>
          <a:endParaRPr lang="en-IN"/>
        </a:p>
      </dgm:t>
    </dgm:pt>
    <dgm:pt modelId="{85951A9A-0F1B-4E2A-86A1-75465DD654E3}" type="sibTrans" cxnId="{BFF1404C-6314-43E0-ABB0-B92F68F66919}">
      <dgm:prSet/>
      <dgm:spPr/>
      <dgm:t>
        <a:bodyPr/>
        <a:lstStyle/>
        <a:p>
          <a:endParaRPr lang="en-IN"/>
        </a:p>
      </dgm:t>
    </dgm:pt>
    <dgm:pt modelId="{9D193184-A808-4504-A25E-8607D051EEF8}" type="pres">
      <dgm:prSet presAssocID="{A8C25162-0288-403B-BF67-40E512B0AEBE}" presName="linear" presStyleCnt="0">
        <dgm:presLayoutVars>
          <dgm:dir/>
          <dgm:animLvl val="lvl"/>
          <dgm:resizeHandles val="exact"/>
        </dgm:presLayoutVars>
      </dgm:prSet>
      <dgm:spPr/>
    </dgm:pt>
    <dgm:pt modelId="{EB9172A7-CC8B-4002-A67A-54C3AFC3A21A}" type="pres">
      <dgm:prSet presAssocID="{F81CC425-7F36-42BB-8630-CE6B441986AB}" presName="parentLin" presStyleCnt="0"/>
      <dgm:spPr/>
    </dgm:pt>
    <dgm:pt modelId="{A48BDEBA-5617-48D2-BE1C-6BB3D983DC69}" type="pres">
      <dgm:prSet presAssocID="{F81CC425-7F36-42BB-8630-CE6B441986AB}" presName="parentLeftMargin" presStyleLbl="node1" presStyleIdx="0" presStyleCnt="6"/>
      <dgm:spPr/>
    </dgm:pt>
    <dgm:pt modelId="{CCF42C07-9436-41DB-8A41-0F6FB52F7E17}" type="pres">
      <dgm:prSet presAssocID="{F81CC425-7F36-42BB-8630-CE6B441986AB}" presName="parentText" presStyleLbl="node1" presStyleIdx="0" presStyleCnt="6" custScaleX="142857">
        <dgm:presLayoutVars>
          <dgm:chMax val="0"/>
          <dgm:bulletEnabled val="1"/>
        </dgm:presLayoutVars>
      </dgm:prSet>
      <dgm:spPr/>
    </dgm:pt>
    <dgm:pt modelId="{B7DE4EA8-3439-4244-999A-8AABE91AB13B}" type="pres">
      <dgm:prSet presAssocID="{F81CC425-7F36-42BB-8630-CE6B441986AB}" presName="negativeSpace" presStyleCnt="0"/>
      <dgm:spPr/>
    </dgm:pt>
    <dgm:pt modelId="{2EC7A7D7-4EC6-46E0-9AE0-76BBB1124570}" type="pres">
      <dgm:prSet presAssocID="{F81CC425-7F36-42BB-8630-CE6B441986AB}" presName="childText" presStyleLbl="conFgAcc1" presStyleIdx="0" presStyleCnt="6">
        <dgm:presLayoutVars>
          <dgm:bulletEnabled val="1"/>
        </dgm:presLayoutVars>
      </dgm:prSet>
      <dgm:spPr/>
    </dgm:pt>
    <dgm:pt modelId="{682F5EC8-2FA8-449B-A7EA-B50BF69281F2}" type="pres">
      <dgm:prSet presAssocID="{BB9DEFBC-6F03-4415-B377-A64FEBC18C46}" presName="spaceBetweenRectangles" presStyleCnt="0"/>
      <dgm:spPr/>
    </dgm:pt>
    <dgm:pt modelId="{5FB25E91-9682-4A87-BBAF-C211C97FC571}" type="pres">
      <dgm:prSet presAssocID="{BC102DE2-A1A2-4B1C-9CF6-A6AEE7DD319F}" presName="parentLin" presStyleCnt="0"/>
      <dgm:spPr/>
    </dgm:pt>
    <dgm:pt modelId="{EE4AB313-556C-49E5-B74D-2EE8CE338240}" type="pres">
      <dgm:prSet presAssocID="{BC102DE2-A1A2-4B1C-9CF6-A6AEE7DD319F}" presName="parentLeftMargin" presStyleLbl="node1" presStyleIdx="0" presStyleCnt="6"/>
      <dgm:spPr/>
    </dgm:pt>
    <dgm:pt modelId="{5067A8E0-74C2-41A1-B2EB-AD47ACD12118}" type="pres">
      <dgm:prSet presAssocID="{BC102DE2-A1A2-4B1C-9CF6-A6AEE7DD319F}" presName="parentText" presStyleLbl="node1" presStyleIdx="1" presStyleCnt="6" custScaleX="142857">
        <dgm:presLayoutVars>
          <dgm:chMax val="0"/>
          <dgm:bulletEnabled val="1"/>
        </dgm:presLayoutVars>
      </dgm:prSet>
      <dgm:spPr/>
    </dgm:pt>
    <dgm:pt modelId="{433E5D7F-3A90-4C62-8258-CBD7236D8AAF}" type="pres">
      <dgm:prSet presAssocID="{BC102DE2-A1A2-4B1C-9CF6-A6AEE7DD319F}" presName="negativeSpace" presStyleCnt="0"/>
      <dgm:spPr/>
    </dgm:pt>
    <dgm:pt modelId="{25603A85-7ABB-4C06-A1F8-74E2AEB2CE97}" type="pres">
      <dgm:prSet presAssocID="{BC102DE2-A1A2-4B1C-9CF6-A6AEE7DD319F}" presName="childText" presStyleLbl="conFgAcc1" presStyleIdx="1" presStyleCnt="6">
        <dgm:presLayoutVars>
          <dgm:bulletEnabled val="1"/>
        </dgm:presLayoutVars>
      </dgm:prSet>
      <dgm:spPr/>
    </dgm:pt>
    <dgm:pt modelId="{B1525EA3-DE5C-498C-8F88-C189F420DC43}" type="pres">
      <dgm:prSet presAssocID="{07A0A9A7-35EB-4DED-89C6-43F376F1E671}" presName="spaceBetweenRectangles" presStyleCnt="0"/>
      <dgm:spPr/>
    </dgm:pt>
    <dgm:pt modelId="{D81CE5A1-5462-4AA6-995F-C10877D9DA64}" type="pres">
      <dgm:prSet presAssocID="{405A608A-332A-405C-9136-DF938C4A1A53}" presName="parentLin" presStyleCnt="0"/>
      <dgm:spPr/>
    </dgm:pt>
    <dgm:pt modelId="{AAA72498-4CDC-45AE-9FA7-496A357F1050}" type="pres">
      <dgm:prSet presAssocID="{405A608A-332A-405C-9136-DF938C4A1A53}" presName="parentLeftMargin" presStyleLbl="node1" presStyleIdx="1" presStyleCnt="6"/>
      <dgm:spPr/>
    </dgm:pt>
    <dgm:pt modelId="{3403D005-D509-4A63-BF8E-A0E38D8A7663}" type="pres">
      <dgm:prSet presAssocID="{405A608A-332A-405C-9136-DF938C4A1A53}" presName="parentText" presStyleLbl="node1" presStyleIdx="2" presStyleCnt="6">
        <dgm:presLayoutVars>
          <dgm:chMax val="0"/>
          <dgm:bulletEnabled val="1"/>
        </dgm:presLayoutVars>
      </dgm:prSet>
      <dgm:spPr/>
    </dgm:pt>
    <dgm:pt modelId="{9C6E8605-EE05-4998-8932-548F66324AC5}" type="pres">
      <dgm:prSet presAssocID="{405A608A-332A-405C-9136-DF938C4A1A53}" presName="negativeSpace" presStyleCnt="0"/>
      <dgm:spPr/>
    </dgm:pt>
    <dgm:pt modelId="{F9163095-3448-42A6-A26E-05B35EB1AD29}" type="pres">
      <dgm:prSet presAssocID="{405A608A-332A-405C-9136-DF938C4A1A53}" presName="childText" presStyleLbl="conFgAcc1" presStyleIdx="2" presStyleCnt="6">
        <dgm:presLayoutVars>
          <dgm:bulletEnabled val="1"/>
        </dgm:presLayoutVars>
      </dgm:prSet>
      <dgm:spPr/>
    </dgm:pt>
    <dgm:pt modelId="{A2CDC5DB-B3A1-4463-92E5-A7FDEF62CCEB}" type="pres">
      <dgm:prSet presAssocID="{21969AA9-03E3-4A98-8531-1D582409BCAE}" presName="spaceBetweenRectangles" presStyleCnt="0"/>
      <dgm:spPr/>
    </dgm:pt>
    <dgm:pt modelId="{3AEB61EA-7D81-4D26-AB42-307EEFCADA92}" type="pres">
      <dgm:prSet presAssocID="{D9DA67CF-67CC-4BB3-82AE-1C1B71512818}" presName="parentLin" presStyleCnt="0"/>
      <dgm:spPr/>
    </dgm:pt>
    <dgm:pt modelId="{FCA7C310-0811-40BE-AE6F-190F8AC0325C}" type="pres">
      <dgm:prSet presAssocID="{D9DA67CF-67CC-4BB3-82AE-1C1B71512818}" presName="parentLeftMargin" presStyleLbl="node1" presStyleIdx="2" presStyleCnt="6"/>
      <dgm:spPr/>
    </dgm:pt>
    <dgm:pt modelId="{4EE65895-539D-4D99-A82C-A0903C2FF196}" type="pres">
      <dgm:prSet presAssocID="{D9DA67CF-67CC-4BB3-82AE-1C1B71512818}" presName="parentText" presStyleLbl="node1" presStyleIdx="3" presStyleCnt="6">
        <dgm:presLayoutVars>
          <dgm:chMax val="0"/>
          <dgm:bulletEnabled val="1"/>
        </dgm:presLayoutVars>
      </dgm:prSet>
      <dgm:spPr/>
    </dgm:pt>
    <dgm:pt modelId="{11A80C13-8F05-4DEA-8286-E00033F6C94C}" type="pres">
      <dgm:prSet presAssocID="{D9DA67CF-67CC-4BB3-82AE-1C1B71512818}" presName="negativeSpace" presStyleCnt="0"/>
      <dgm:spPr/>
    </dgm:pt>
    <dgm:pt modelId="{4E57BF81-15CE-499B-9403-C9DCF686C02E}" type="pres">
      <dgm:prSet presAssocID="{D9DA67CF-67CC-4BB3-82AE-1C1B71512818}" presName="childText" presStyleLbl="conFgAcc1" presStyleIdx="3" presStyleCnt="6">
        <dgm:presLayoutVars>
          <dgm:bulletEnabled val="1"/>
        </dgm:presLayoutVars>
      </dgm:prSet>
      <dgm:spPr/>
    </dgm:pt>
    <dgm:pt modelId="{C6CBE450-288C-4DA6-89EA-04DB35A76D68}" type="pres">
      <dgm:prSet presAssocID="{4465384D-1D0B-4605-91CA-A3AD65F529BF}" presName="spaceBetweenRectangles" presStyleCnt="0"/>
      <dgm:spPr/>
    </dgm:pt>
    <dgm:pt modelId="{C1B0EB2B-0C17-4E10-9711-3AB21E2A69C3}" type="pres">
      <dgm:prSet presAssocID="{13C33F39-E7A9-473B-9424-74635D5C6745}" presName="parentLin" presStyleCnt="0"/>
      <dgm:spPr/>
    </dgm:pt>
    <dgm:pt modelId="{A5D27077-880E-4532-8B69-64E53BA0694B}" type="pres">
      <dgm:prSet presAssocID="{13C33F39-E7A9-473B-9424-74635D5C6745}" presName="parentLeftMargin" presStyleLbl="node1" presStyleIdx="3" presStyleCnt="6"/>
      <dgm:spPr/>
    </dgm:pt>
    <dgm:pt modelId="{6CD996E1-2DED-4297-8DAC-990EE0CEE528}" type="pres">
      <dgm:prSet presAssocID="{13C33F39-E7A9-473B-9424-74635D5C6745}" presName="parentText" presStyleLbl="node1" presStyleIdx="4" presStyleCnt="6">
        <dgm:presLayoutVars>
          <dgm:chMax val="0"/>
          <dgm:bulletEnabled val="1"/>
        </dgm:presLayoutVars>
      </dgm:prSet>
      <dgm:spPr/>
    </dgm:pt>
    <dgm:pt modelId="{3FF1DF0E-C4B7-46E0-990D-7AAAC1AF83B3}" type="pres">
      <dgm:prSet presAssocID="{13C33F39-E7A9-473B-9424-74635D5C6745}" presName="negativeSpace" presStyleCnt="0"/>
      <dgm:spPr/>
    </dgm:pt>
    <dgm:pt modelId="{C277C5DB-84DE-4FCB-BB55-1D0AE898A8D5}" type="pres">
      <dgm:prSet presAssocID="{13C33F39-E7A9-473B-9424-74635D5C6745}" presName="childText" presStyleLbl="conFgAcc1" presStyleIdx="4" presStyleCnt="6">
        <dgm:presLayoutVars>
          <dgm:bulletEnabled val="1"/>
        </dgm:presLayoutVars>
      </dgm:prSet>
      <dgm:spPr/>
    </dgm:pt>
    <dgm:pt modelId="{4E2EA3B6-ECDB-4B49-A97A-3D52956DF540}" type="pres">
      <dgm:prSet presAssocID="{C65FC0B7-83B0-4EBD-8592-C02F2F96BDBA}" presName="spaceBetweenRectangles" presStyleCnt="0"/>
      <dgm:spPr/>
    </dgm:pt>
    <dgm:pt modelId="{5EDAFF14-68F9-4B1C-A1AD-68C5E4106EEE}" type="pres">
      <dgm:prSet presAssocID="{C2C5EA3D-214D-4045-9183-7D005D829F76}" presName="parentLin" presStyleCnt="0"/>
      <dgm:spPr/>
    </dgm:pt>
    <dgm:pt modelId="{C022CA7A-9317-4065-AF3B-2E69DC51A67C}" type="pres">
      <dgm:prSet presAssocID="{C2C5EA3D-214D-4045-9183-7D005D829F76}" presName="parentLeftMargin" presStyleLbl="node1" presStyleIdx="4" presStyleCnt="6"/>
      <dgm:spPr/>
    </dgm:pt>
    <dgm:pt modelId="{8725EB51-D03B-4296-B732-A629E26165B8}" type="pres">
      <dgm:prSet presAssocID="{C2C5EA3D-214D-4045-9183-7D005D829F76}" presName="parentText" presStyleLbl="node1" presStyleIdx="5" presStyleCnt="6">
        <dgm:presLayoutVars>
          <dgm:chMax val="0"/>
          <dgm:bulletEnabled val="1"/>
        </dgm:presLayoutVars>
      </dgm:prSet>
      <dgm:spPr/>
    </dgm:pt>
    <dgm:pt modelId="{8FD3382F-6751-4E07-9553-5116051C5778}" type="pres">
      <dgm:prSet presAssocID="{C2C5EA3D-214D-4045-9183-7D005D829F76}" presName="negativeSpace" presStyleCnt="0"/>
      <dgm:spPr/>
    </dgm:pt>
    <dgm:pt modelId="{1B23D828-EF6C-44A9-BA36-30E75E6FFFEA}" type="pres">
      <dgm:prSet presAssocID="{C2C5EA3D-214D-4045-9183-7D005D829F76}" presName="childText" presStyleLbl="conFgAcc1" presStyleIdx="5" presStyleCnt="6">
        <dgm:presLayoutVars>
          <dgm:bulletEnabled val="1"/>
        </dgm:presLayoutVars>
      </dgm:prSet>
      <dgm:spPr/>
    </dgm:pt>
  </dgm:ptLst>
  <dgm:cxnLst>
    <dgm:cxn modelId="{60509223-D31A-47C7-87A9-28AF633779FD}" type="presOf" srcId="{13C33F39-E7A9-473B-9424-74635D5C6745}" destId="{A5D27077-880E-4532-8B69-64E53BA0694B}" srcOrd="0" destOrd="0" presId="urn:microsoft.com/office/officeart/2005/8/layout/list1"/>
    <dgm:cxn modelId="{1C08A629-CA19-4403-954B-E29E1D4FA2EF}" type="presOf" srcId="{D9DA67CF-67CC-4BB3-82AE-1C1B71512818}" destId="{4EE65895-539D-4D99-A82C-A0903C2FF196}" srcOrd="1" destOrd="0" presId="urn:microsoft.com/office/officeart/2005/8/layout/list1"/>
    <dgm:cxn modelId="{20E8E229-AE5A-428E-9D95-100106C414D9}" type="presOf" srcId="{D9DA67CF-67CC-4BB3-82AE-1C1B71512818}" destId="{FCA7C310-0811-40BE-AE6F-190F8AC0325C}" srcOrd="0" destOrd="0" presId="urn:microsoft.com/office/officeart/2005/8/layout/list1"/>
    <dgm:cxn modelId="{7585362D-E637-4675-AAFF-00FC671A7BF7}" type="presOf" srcId="{BC102DE2-A1A2-4B1C-9CF6-A6AEE7DD319F}" destId="{5067A8E0-74C2-41A1-B2EB-AD47ACD12118}" srcOrd="1" destOrd="0" presId="urn:microsoft.com/office/officeart/2005/8/layout/list1"/>
    <dgm:cxn modelId="{D527082E-D8D0-46A0-8BB0-5897D88DAD52}" srcId="{A8C25162-0288-403B-BF67-40E512B0AEBE}" destId="{D9DA67CF-67CC-4BB3-82AE-1C1B71512818}" srcOrd="3" destOrd="0" parTransId="{B70E78B6-04D5-414B-B738-9A7A61C36A12}" sibTransId="{4465384D-1D0B-4605-91CA-A3AD65F529BF}"/>
    <dgm:cxn modelId="{43F6AA68-087D-4088-917A-F4DF699EAD22}" type="presOf" srcId="{F81CC425-7F36-42BB-8630-CE6B441986AB}" destId="{A48BDEBA-5617-48D2-BE1C-6BB3D983DC69}" srcOrd="0" destOrd="0" presId="urn:microsoft.com/office/officeart/2005/8/layout/list1"/>
    <dgm:cxn modelId="{BFF1404C-6314-43E0-ABB0-B92F68F66919}" srcId="{A8C25162-0288-403B-BF67-40E512B0AEBE}" destId="{C2C5EA3D-214D-4045-9183-7D005D829F76}" srcOrd="5" destOrd="0" parTransId="{FEB31C4A-1770-4D2E-8200-7C49CDBABD80}" sibTransId="{85951A9A-0F1B-4E2A-86A1-75465DD654E3}"/>
    <dgm:cxn modelId="{C0B6316E-119F-4047-A4B8-B46EFB0F41A5}" type="presOf" srcId="{F81CC425-7F36-42BB-8630-CE6B441986AB}" destId="{CCF42C07-9436-41DB-8A41-0F6FB52F7E17}" srcOrd="1" destOrd="0" presId="urn:microsoft.com/office/officeart/2005/8/layout/list1"/>
    <dgm:cxn modelId="{9995886E-DD22-40D8-BE02-0586D78EDB93}" type="presOf" srcId="{C2C5EA3D-214D-4045-9183-7D005D829F76}" destId="{C022CA7A-9317-4065-AF3B-2E69DC51A67C}" srcOrd="0" destOrd="0" presId="urn:microsoft.com/office/officeart/2005/8/layout/list1"/>
    <dgm:cxn modelId="{F526F56F-29F8-43EE-9A6F-C03D68A717A4}" type="presOf" srcId="{405A608A-332A-405C-9136-DF938C4A1A53}" destId="{3403D005-D509-4A63-BF8E-A0E38D8A7663}" srcOrd="1" destOrd="0" presId="urn:microsoft.com/office/officeart/2005/8/layout/list1"/>
    <dgm:cxn modelId="{39B62578-B291-49F3-9399-5E992AACAE2A}" srcId="{A8C25162-0288-403B-BF67-40E512B0AEBE}" destId="{405A608A-332A-405C-9136-DF938C4A1A53}" srcOrd="2" destOrd="0" parTransId="{FACD96E0-5A7E-402C-9C73-4A75283496DD}" sibTransId="{21969AA9-03E3-4A98-8531-1D582409BCAE}"/>
    <dgm:cxn modelId="{ED9EC78C-08A8-4C14-A990-9E5111FDB0A5}" type="presOf" srcId="{BC102DE2-A1A2-4B1C-9CF6-A6AEE7DD319F}" destId="{EE4AB313-556C-49E5-B74D-2EE8CE338240}" srcOrd="0" destOrd="0" presId="urn:microsoft.com/office/officeart/2005/8/layout/list1"/>
    <dgm:cxn modelId="{CE6C398E-5DBB-4B1D-B29C-2FC670E502A0}" type="presOf" srcId="{13C33F39-E7A9-473B-9424-74635D5C6745}" destId="{6CD996E1-2DED-4297-8DAC-990EE0CEE528}" srcOrd="1" destOrd="0" presId="urn:microsoft.com/office/officeart/2005/8/layout/list1"/>
    <dgm:cxn modelId="{4B68D799-3710-4B1D-9AB6-7206395CB300}" srcId="{A8C25162-0288-403B-BF67-40E512B0AEBE}" destId="{13C33F39-E7A9-473B-9424-74635D5C6745}" srcOrd="4" destOrd="0" parTransId="{2E67A975-98BD-4C09-9FDE-C0EED45325FC}" sibTransId="{C65FC0B7-83B0-4EBD-8592-C02F2F96BDBA}"/>
    <dgm:cxn modelId="{244008C4-8E84-4BCB-8F9B-9DEFD21662EB}" srcId="{A8C25162-0288-403B-BF67-40E512B0AEBE}" destId="{BC102DE2-A1A2-4B1C-9CF6-A6AEE7DD319F}" srcOrd="1" destOrd="0" parTransId="{6C6F4048-904B-47B3-A791-AB100E0C2157}" sibTransId="{07A0A9A7-35EB-4DED-89C6-43F376F1E671}"/>
    <dgm:cxn modelId="{27877DC4-E5CC-4E40-A04C-47A3BFB4CE9F}" srcId="{A8C25162-0288-403B-BF67-40E512B0AEBE}" destId="{F81CC425-7F36-42BB-8630-CE6B441986AB}" srcOrd="0" destOrd="0" parTransId="{7628FA07-0A6D-443A-8FF9-A86C62F0208C}" sibTransId="{BB9DEFBC-6F03-4415-B377-A64FEBC18C46}"/>
    <dgm:cxn modelId="{FEFD29C5-69B7-4CC2-82D3-B8CBA13DCC18}" type="presOf" srcId="{A8C25162-0288-403B-BF67-40E512B0AEBE}" destId="{9D193184-A808-4504-A25E-8607D051EEF8}" srcOrd="0" destOrd="0" presId="urn:microsoft.com/office/officeart/2005/8/layout/list1"/>
    <dgm:cxn modelId="{EAEB99E1-822A-43FF-975B-68AB183CCB9E}" type="presOf" srcId="{C2C5EA3D-214D-4045-9183-7D005D829F76}" destId="{8725EB51-D03B-4296-B732-A629E26165B8}" srcOrd="1" destOrd="0" presId="urn:microsoft.com/office/officeart/2005/8/layout/list1"/>
    <dgm:cxn modelId="{97E09EFD-744A-4F8B-A38A-44F1E7B1F967}" type="presOf" srcId="{405A608A-332A-405C-9136-DF938C4A1A53}" destId="{AAA72498-4CDC-45AE-9FA7-496A357F1050}" srcOrd="0" destOrd="0" presId="urn:microsoft.com/office/officeart/2005/8/layout/list1"/>
    <dgm:cxn modelId="{4D427D42-155E-47EC-AE88-0E50C41FBC89}" type="presParOf" srcId="{9D193184-A808-4504-A25E-8607D051EEF8}" destId="{EB9172A7-CC8B-4002-A67A-54C3AFC3A21A}" srcOrd="0" destOrd="0" presId="urn:microsoft.com/office/officeart/2005/8/layout/list1"/>
    <dgm:cxn modelId="{97201129-C875-46CD-98AB-EC5DC1CE23F8}" type="presParOf" srcId="{EB9172A7-CC8B-4002-A67A-54C3AFC3A21A}" destId="{A48BDEBA-5617-48D2-BE1C-6BB3D983DC69}" srcOrd="0" destOrd="0" presId="urn:microsoft.com/office/officeart/2005/8/layout/list1"/>
    <dgm:cxn modelId="{63C8A4B1-F1F7-47AD-9FD8-30EDB5FF6B1C}" type="presParOf" srcId="{EB9172A7-CC8B-4002-A67A-54C3AFC3A21A}" destId="{CCF42C07-9436-41DB-8A41-0F6FB52F7E17}" srcOrd="1" destOrd="0" presId="urn:microsoft.com/office/officeart/2005/8/layout/list1"/>
    <dgm:cxn modelId="{86B1C84D-92D4-412D-B561-C1C1BDEAE565}" type="presParOf" srcId="{9D193184-A808-4504-A25E-8607D051EEF8}" destId="{B7DE4EA8-3439-4244-999A-8AABE91AB13B}" srcOrd="1" destOrd="0" presId="urn:microsoft.com/office/officeart/2005/8/layout/list1"/>
    <dgm:cxn modelId="{749316EE-66C8-4D03-8614-6D70CCCA367A}" type="presParOf" srcId="{9D193184-A808-4504-A25E-8607D051EEF8}" destId="{2EC7A7D7-4EC6-46E0-9AE0-76BBB1124570}" srcOrd="2" destOrd="0" presId="urn:microsoft.com/office/officeart/2005/8/layout/list1"/>
    <dgm:cxn modelId="{B5EE985E-F247-4176-A1FF-E8BA96BA80DC}" type="presParOf" srcId="{9D193184-A808-4504-A25E-8607D051EEF8}" destId="{682F5EC8-2FA8-449B-A7EA-B50BF69281F2}" srcOrd="3" destOrd="0" presId="urn:microsoft.com/office/officeart/2005/8/layout/list1"/>
    <dgm:cxn modelId="{E58D72C9-9505-429B-B017-01091F6B95F2}" type="presParOf" srcId="{9D193184-A808-4504-A25E-8607D051EEF8}" destId="{5FB25E91-9682-4A87-BBAF-C211C97FC571}" srcOrd="4" destOrd="0" presId="urn:microsoft.com/office/officeart/2005/8/layout/list1"/>
    <dgm:cxn modelId="{0776A6D5-23DA-4067-9CB4-26B8F5D5582E}" type="presParOf" srcId="{5FB25E91-9682-4A87-BBAF-C211C97FC571}" destId="{EE4AB313-556C-49E5-B74D-2EE8CE338240}" srcOrd="0" destOrd="0" presId="urn:microsoft.com/office/officeart/2005/8/layout/list1"/>
    <dgm:cxn modelId="{3F0193CD-AB8B-4D36-84B9-093E7CC0AD35}" type="presParOf" srcId="{5FB25E91-9682-4A87-BBAF-C211C97FC571}" destId="{5067A8E0-74C2-41A1-B2EB-AD47ACD12118}" srcOrd="1" destOrd="0" presId="urn:microsoft.com/office/officeart/2005/8/layout/list1"/>
    <dgm:cxn modelId="{E218CA91-6677-4ACF-AF90-68CFDC865B0E}" type="presParOf" srcId="{9D193184-A808-4504-A25E-8607D051EEF8}" destId="{433E5D7F-3A90-4C62-8258-CBD7236D8AAF}" srcOrd="5" destOrd="0" presId="urn:microsoft.com/office/officeart/2005/8/layout/list1"/>
    <dgm:cxn modelId="{9BE88D3D-6951-4BD0-8D88-A6DC925DC954}" type="presParOf" srcId="{9D193184-A808-4504-A25E-8607D051EEF8}" destId="{25603A85-7ABB-4C06-A1F8-74E2AEB2CE97}" srcOrd="6" destOrd="0" presId="urn:microsoft.com/office/officeart/2005/8/layout/list1"/>
    <dgm:cxn modelId="{E5BC94B9-6679-4155-83AC-5C6264B7CDCD}" type="presParOf" srcId="{9D193184-A808-4504-A25E-8607D051EEF8}" destId="{B1525EA3-DE5C-498C-8F88-C189F420DC43}" srcOrd="7" destOrd="0" presId="urn:microsoft.com/office/officeart/2005/8/layout/list1"/>
    <dgm:cxn modelId="{CFD6B471-E202-45A1-8562-53C431B28AED}" type="presParOf" srcId="{9D193184-A808-4504-A25E-8607D051EEF8}" destId="{D81CE5A1-5462-4AA6-995F-C10877D9DA64}" srcOrd="8" destOrd="0" presId="urn:microsoft.com/office/officeart/2005/8/layout/list1"/>
    <dgm:cxn modelId="{FE2AC4F3-C30C-474C-B579-861B06E266F7}" type="presParOf" srcId="{D81CE5A1-5462-4AA6-995F-C10877D9DA64}" destId="{AAA72498-4CDC-45AE-9FA7-496A357F1050}" srcOrd="0" destOrd="0" presId="urn:microsoft.com/office/officeart/2005/8/layout/list1"/>
    <dgm:cxn modelId="{74A00506-5B19-4A2A-BF1F-9F4F347947BE}" type="presParOf" srcId="{D81CE5A1-5462-4AA6-995F-C10877D9DA64}" destId="{3403D005-D509-4A63-BF8E-A0E38D8A7663}" srcOrd="1" destOrd="0" presId="urn:microsoft.com/office/officeart/2005/8/layout/list1"/>
    <dgm:cxn modelId="{D8A66C88-B9FF-4954-9618-11D0A8BB1CA5}" type="presParOf" srcId="{9D193184-A808-4504-A25E-8607D051EEF8}" destId="{9C6E8605-EE05-4998-8932-548F66324AC5}" srcOrd="9" destOrd="0" presId="urn:microsoft.com/office/officeart/2005/8/layout/list1"/>
    <dgm:cxn modelId="{E6E1DBFD-5B90-4518-A8FA-83FECEA840C2}" type="presParOf" srcId="{9D193184-A808-4504-A25E-8607D051EEF8}" destId="{F9163095-3448-42A6-A26E-05B35EB1AD29}" srcOrd="10" destOrd="0" presId="urn:microsoft.com/office/officeart/2005/8/layout/list1"/>
    <dgm:cxn modelId="{697141B1-4617-4D1E-B5D8-D6F296DE10E0}" type="presParOf" srcId="{9D193184-A808-4504-A25E-8607D051EEF8}" destId="{A2CDC5DB-B3A1-4463-92E5-A7FDEF62CCEB}" srcOrd="11" destOrd="0" presId="urn:microsoft.com/office/officeart/2005/8/layout/list1"/>
    <dgm:cxn modelId="{7A55F826-D5DE-44D3-9E34-1E9E86FC608B}" type="presParOf" srcId="{9D193184-A808-4504-A25E-8607D051EEF8}" destId="{3AEB61EA-7D81-4D26-AB42-307EEFCADA92}" srcOrd="12" destOrd="0" presId="urn:microsoft.com/office/officeart/2005/8/layout/list1"/>
    <dgm:cxn modelId="{9A88108B-E980-4990-9911-66E05715B595}" type="presParOf" srcId="{3AEB61EA-7D81-4D26-AB42-307EEFCADA92}" destId="{FCA7C310-0811-40BE-AE6F-190F8AC0325C}" srcOrd="0" destOrd="0" presId="urn:microsoft.com/office/officeart/2005/8/layout/list1"/>
    <dgm:cxn modelId="{F3440708-DA3D-4E0A-9677-E556B5509079}" type="presParOf" srcId="{3AEB61EA-7D81-4D26-AB42-307EEFCADA92}" destId="{4EE65895-539D-4D99-A82C-A0903C2FF196}" srcOrd="1" destOrd="0" presId="urn:microsoft.com/office/officeart/2005/8/layout/list1"/>
    <dgm:cxn modelId="{1616E684-CE9D-4F30-8E0F-BFE6481D6685}" type="presParOf" srcId="{9D193184-A808-4504-A25E-8607D051EEF8}" destId="{11A80C13-8F05-4DEA-8286-E00033F6C94C}" srcOrd="13" destOrd="0" presId="urn:microsoft.com/office/officeart/2005/8/layout/list1"/>
    <dgm:cxn modelId="{943A771D-C87A-4F82-96AB-1A19B6712BAC}" type="presParOf" srcId="{9D193184-A808-4504-A25E-8607D051EEF8}" destId="{4E57BF81-15CE-499B-9403-C9DCF686C02E}" srcOrd="14" destOrd="0" presId="urn:microsoft.com/office/officeart/2005/8/layout/list1"/>
    <dgm:cxn modelId="{A1F11AE4-9394-40A7-8686-37C1172AD5FE}" type="presParOf" srcId="{9D193184-A808-4504-A25E-8607D051EEF8}" destId="{C6CBE450-288C-4DA6-89EA-04DB35A76D68}" srcOrd="15" destOrd="0" presId="urn:microsoft.com/office/officeart/2005/8/layout/list1"/>
    <dgm:cxn modelId="{39A71ED8-502D-444E-9B24-1B396559C7EB}" type="presParOf" srcId="{9D193184-A808-4504-A25E-8607D051EEF8}" destId="{C1B0EB2B-0C17-4E10-9711-3AB21E2A69C3}" srcOrd="16" destOrd="0" presId="urn:microsoft.com/office/officeart/2005/8/layout/list1"/>
    <dgm:cxn modelId="{C96E0188-555E-431D-B646-520419C67EC5}" type="presParOf" srcId="{C1B0EB2B-0C17-4E10-9711-3AB21E2A69C3}" destId="{A5D27077-880E-4532-8B69-64E53BA0694B}" srcOrd="0" destOrd="0" presId="urn:microsoft.com/office/officeart/2005/8/layout/list1"/>
    <dgm:cxn modelId="{05098FC0-BF72-4D2F-B6BA-E5AED9109C2C}" type="presParOf" srcId="{C1B0EB2B-0C17-4E10-9711-3AB21E2A69C3}" destId="{6CD996E1-2DED-4297-8DAC-990EE0CEE528}" srcOrd="1" destOrd="0" presId="urn:microsoft.com/office/officeart/2005/8/layout/list1"/>
    <dgm:cxn modelId="{98092BF3-D101-48E3-9053-D831D7FF1ED6}" type="presParOf" srcId="{9D193184-A808-4504-A25E-8607D051EEF8}" destId="{3FF1DF0E-C4B7-46E0-990D-7AAAC1AF83B3}" srcOrd="17" destOrd="0" presId="urn:microsoft.com/office/officeart/2005/8/layout/list1"/>
    <dgm:cxn modelId="{C771349A-9416-465E-B501-046395743582}" type="presParOf" srcId="{9D193184-A808-4504-A25E-8607D051EEF8}" destId="{C277C5DB-84DE-4FCB-BB55-1D0AE898A8D5}" srcOrd="18" destOrd="0" presId="urn:microsoft.com/office/officeart/2005/8/layout/list1"/>
    <dgm:cxn modelId="{CF973DE1-630E-4F10-B2AF-C5DF721C04C4}" type="presParOf" srcId="{9D193184-A808-4504-A25E-8607D051EEF8}" destId="{4E2EA3B6-ECDB-4B49-A97A-3D52956DF540}" srcOrd="19" destOrd="0" presId="urn:microsoft.com/office/officeart/2005/8/layout/list1"/>
    <dgm:cxn modelId="{6C78B0CE-8D53-4302-B186-CD3767B78E4C}" type="presParOf" srcId="{9D193184-A808-4504-A25E-8607D051EEF8}" destId="{5EDAFF14-68F9-4B1C-A1AD-68C5E4106EEE}" srcOrd="20" destOrd="0" presId="urn:microsoft.com/office/officeart/2005/8/layout/list1"/>
    <dgm:cxn modelId="{D8924A68-A672-4D64-B386-A630C5385F3F}" type="presParOf" srcId="{5EDAFF14-68F9-4B1C-A1AD-68C5E4106EEE}" destId="{C022CA7A-9317-4065-AF3B-2E69DC51A67C}" srcOrd="0" destOrd="0" presId="urn:microsoft.com/office/officeart/2005/8/layout/list1"/>
    <dgm:cxn modelId="{904AF517-855B-4773-9306-8AD8351663E1}" type="presParOf" srcId="{5EDAFF14-68F9-4B1C-A1AD-68C5E4106EEE}" destId="{8725EB51-D03B-4296-B732-A629E26165B8}" srcOrd="1" destOrd="0" presId="urn:microsoft.com/office/officeart/2005/8/layout/list1"/>
    <dgm:cxn modelId="{A05004DF-EB49-4A4F-9F49-0901477217F4}" type="presParOf" srcId="{9D193184-A808-4504-A25E-8607D051EEF8}" destId="{8FD3382F-6751-4E07-9553-5116051C5778}" srcOrd="21" destOrd="0" presId="urn:microsoft.com/office/officeart/2005/8/layout/list1"/>
    <dgm:cxn modelId="{F9C0F526-1C50-48FE-AA41-34A9C635A35E}" type="presParOf" srcId="{9D193184-A808-4504-A25E-8607D051EEF8}" destId="{1B23D828-EF6C-44A9-BA36-30E75E6FFFEA}"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8C25162-0288-403B-BF67-40E512B0AEBE}"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F81CC425-7F36-42BB-8630-CE6B441986AB}">
      <dgm:prSet custT="1"/>
      <dgm:spPr/>
      <dgm:t>
        <a:bodyPr/>
        <a:lstStyle/>
        <a:p>
          <a:r>
            <a:rPr lang="en-IN" sz="2800" dirty="0">
              <a:solidFill>
                <a:srgbClr val="C00000"/>
              </a:solidFill>
            </a:rPr>
            <a:t>The passive form has to begin with </a:t>
          </a:r>
          <a:r>
            <a:rPr lang="en-IN" sz="2800" b="1" dirty="0">
              <a:solidFill>
                <a:srgbClr val="002060"/>
              </a:solidFill>
            </a:rPr>
            <a:t>you</a:t>
          </a:r>
          <a:r>
            <a:rPr lang="en-IN" sz="2800" dirty="0">
              <a:solidFill>
                <a:srgbClr val="002060"/>
              </a:solidFill>
            </a:rPr>
            <a:t>, </a:t>
          </a:r>
          <a:r>
            <a:rPr lang="en-IN" sz="2800" dirty="0">
              <a:solidFill>
                <a:srgbClr val="C00000"/>
              </a:solidFill>
            </a:rPr>
            <a:t>when the object of the verb in the active voice is not given.</a:t>
          </a:r>
          <a:endParaRPr lang="en-IN" sz="2800" b="1" dirty="0"/>
        </a:p>
      </dgm:t>
    </dgm:pt>
    <dgm:pt modelId="{7628FA07-0A6D-443A-8FF9-A86C62F0208C}" type="parTrans" cxnId="{27877DC4-E5CC-4E40-A04C-47A3BFB4CE9F}">
      <dgm:prSet/>
      <dgm:spPr/>
      <dgm:t>
        <a:bodyPr/>
        <a:lstStyle/>
        <a:p>
          <a:endParaRPr lang="en-IN"/>
        </a:p>
      </dgm:t>
    </dgm:pt>
    <dgm:pt modelId="{BB9DEFBC-6F03-4415-B377-A64FEBC18C46}" type="sibTrans" cxnId="{27877DC4-E5CC-4E40-A04C-47A3BFB4CE9F}">
      <dgm:prSet/>
      <dgm:spPr/>
      <dgm:t>
        <a:bodyPr/>
        <a:lstStyle/>
        <a:p>
          <a:endParaRPr lang="en-IN"/>
        </a:p>
      </dgm:t>
    </dgm:pt>
    <dgm:pt modelId="{27C5FC16-A1BB-40FC-8047-F86746F4BF98}">
      <dgm:prSet custT="1"/>
      <dgm:spPr/>
      <dgm:t>
        <a:bodyPr/>
        <a:lstStyle/>
        <a:p>
          <a:r>
            <a:rPr lang="en-IN"/>
            <a:t>Active: Work hard. (No object)</a:t>
          </a:r>
          <a:br>
            <a:rPr lang="en-IN"/>
          </a:br>
          <a:r>
            <a:rPr lang="en-IN"/>
            <a:t>Passive: </a:t>
          </a:r>
          <a:r>
            <a:rPr lang="en-IN" b="1"/>
            <a:t>You are advised</a:t>
          </a:r>
          <a:r>
            <a:rPr lang="en-IN"/>
            <a:t> to work hard.</a:t>
          </a:r>
          <a:br>
            <a:rPr lang="en-IN"/>
          </a:br>
          <a:r>
            <a:rPr lang="en-IN"/>
            <a:t>Active: Get out. (No object)</a:t>
          </a:r>
          <a:br>
            <a:rPr lang="en-IN"/>
          </a:br>
          <a:r>
            <a:rPr lang="en-IN"/>
            <a:t>Passive: </a:t>
          </a:r>
          <a:r>
            <a:rPr lang="en-IN" b="1"/>
            <a:t>You are ordered to get out.</a:t>
          </a:r>
          <a:endParaRPr lang="en-IN" dirty="0"/>
        </a:p>
      </dgm:t>
    </dgm:pt>
    <dgm:pt modelId="{E20531C0-0AF4-4DCA-8CBC-C835DCE2342B}" type="parTrans" cxnId="{65678683-F8F5-4F02-B516-129E5FBBA86E}">
      <dgm:prSet/>
      <dgm:spPr/>
      <dgm:t>
        <a:bodyPr/>
        <a:lstStyle/>
        <a:p>
          <a:endParaRPr lang="en-IN"/>
        </a:p>
      </dgm:t>
    </dgm:pt>
    <dgm:pt modelId="{1F368B49-260A-41A0-BE03-655BB8151F7C}" type="sibTrans" cxnId="{65678683-F8F5-4F02-B516-129E5FBBA86E}">
      <dgm:prSet/>
      <dgm:spPr/>
      <dgm:t>
        <a:bodyPr/>
        <a:lstStyle/>
        <a:p>
          <a:endParaRPr lang="en-IN"/>
        </a:p>
      </dgm:t>
    </dgm:pt>
    <dgm:pt modelId="{67675A4E-CE22-44ED-9AF3-67F9B301E2C7}">
      <dgm:prSet custT="1"/>
      <dgm:spPr/>
      <dgm:t>
        <a:bodyPr/>
        <a:lstStyle/>
        <a:p>
          <a:r>
            <a:rPr lang="en-IN" dirty="0"/>
            <a:t>Active: Please lend me some money.</a:t>
          </a:r>
        </a:p>
      </dgm:t>
    </dgm:pt>
    <dgm:pt modelId="{B4D296FB-50E7-4ABB-A3FD-DFB5AA7B5E23}" type="parTrans" cxnId="{FB3AE74D-76D6-413E-ADB1-AE771E7BB3BC}">
      <dgm:prSet/>
      <dgm:spPr/>
      <dgm:t>
        <a:bodyPr/>
        <a:lstStyle/>
        <a:p>
          <a:endParaRPr lang="en-IN"/>
        </a:p>
      </dgm:t>
    </dgm:pt>
    <dgm:pt modelId="{E4F43018-3998-4F98-B1D8-8E52147F2BE2}" type="sibTrans" cxnId="{FB3AE74D-76D6-413E-ADB1-AE771E7BB3BC}">
      <dgm:prSet/>
      <dgm:spPr/>
      <dgm:t>
        <a:bodyPr/>
        <a:lstStyle/>
        <a:p>
          <a:endParaRPr lang="en-IN"/>
        </a:p>
      </dgm:t>
    </dgm:pt>
    <dgm:pt modelId="{46174B28-DA1B-459A-86D6-5628922A110D}">
      <dgm:prSet custT="1"/>
      <dgm:spPr/>
      <dgm:t>
        <a:bodyPr/>
        <a:lstStyle/>
        <a:p>
          <a:r>
            <a:rPr lang="en-IN" dirty="0"/>
            <a:t>Passive: </a:t>
          </a:r>
          <a:r>
            <a:rPr lang="en-IN" b="1" dirty="0"/>
            <a:t>You are requested to lend</a:t>
          </a:r>
          <a:r>
            <a:rPr lang="en-IN" dirty="0"/>
            <a:t> me some money.</a:t>
          </a:r>
        </a:p>
      </dgm:t>
    </dgm:pt>
    <dgm:pt modelId="{89B5C091-D0A5-414F-A793-A651E784DFB5}" type="parTrans" cxnId="{02CB5B61-32FE-47F2-BC4F-2128804E2DF7}">
      <dgm:prSet/>
      <dgm:spPr/>
    </dgm:pt>
    <dgm:pt modelId="{A9F760B5-9768-4BCB-B0F5-5ABED218920B}" type="sibTrans" cxnId="{02CB5B61-32FE-47F2-BC4F-2128804E2DF7}">
      <dgm:prSet/>
      <dgm:spPr/>
    </dgm:pt>
    <dgm:pt modelId="{9D193184-A808-4504-A25E-8607D051EEF8}" type="pres">
      <dgm:prSet presAssocID="{A8C25162-0288-403B-BF67-40E512B0AEBE}" presName="linear" presStyleCnt="0">
        <dgm:presLayoutVars>
          <dgm:dir/>
          <dgm:animLvl val="lvl"/>
          <dgm:resizeHandles val="exact"/>
        </dgm:presLayoutVars>
      </dgm:prSet>
      <dgm:spPr/>
    </dgm:pt>
    <dgm:pt modelId="{EB9172A7-CC8B-4002-A67A-54C3AFC3A21A}" type="pres">
      <dgm:prSet presAssocID="{F81CC425-7F36-42BB-8630-CE6B441986AB}" presName="parentLin" presStyleCnt="0"/>
      <dgm:spPr/>
    </dgm:pt>
    <dgm:pt modelId="{A48BDEBA-5617-48D2-BE1C-6BB3D983DC69}" type="pres">
      <dgm:prSet presAssocID="{F81CC425-7F36-42BB-8630-CE6B441986AB}" presName="parentLeftMargin" presStyleLbl="node1" presStyleIdx="0" presStyleCnt="4"/>
      <dgm:spPr/>
    </dgm:pt>
    <dgm:pt modelId="{CCF42C07-9436-41DB-8A41-0F6FB52F7E17}" type="pres">
      <dgm:prSet presAssocID="{F81CC425-7F36-42BB-8630-CE6B441986AB}" presName="parentText" presStyleLbl="node1" presStyleIdx="0" presStyleCnt="4" custScaleX="142857">
        <dgm:presLayoutVars>
          <dgm:chMax val="0"/>
          <dgm:bulletEnabled val="1"/>
        </dgm:presLayoutVars>
      </dgm:prSet>
      <dgm:spPr/>
    </dgm:pt>
    <dgm:pt modelId="{B7DE4EA8-3439-4244-999A-8AABE91AB13B}" type="pres">
      <dgm:prSet presAssocID="{F81CC425-7F36-42BB-8630-CE6B441986AB}" presName="negativeSpace" presStyleCnt="0"/>
      <dgm:spPr/>
    </dgm:pt>
    <dgm:pt modelId="{2EC7A7D7-4EC6-46E0-9AE0-76BBB1124570}" type="pres">
      <dgm:prSet presAssocID="{F81CC425-7F36-42BB-8630-CE6B441986AB}" presName="childText" presStyleLbl="conFgAcc1" presStyleIdx="0" presStyleCnt="4">
        <dgm:presLayoutVars>
          <dgm:bulletEnabled val="1"/>
        </dgm:presLayoutVars>
      </dgm:prSet>
      <dgm:spPr/>
    </dgm:pt>
    <dgm:pt modelId="{85728CC7-8489-4E71-81B7-DE96BFFB31BF}" type="pres">
      <dgm:prSet presAssocID="{BB9DEFBC-6F03-4415-B377-A64FEBC18C46}" presName="spaceBetweenRectangles" presStyleCnt="0"/>
      <dgm:spPr/>
    </dgm:pt>
    <dgm:pt modelId="{39591793-1A1B-4380-8BAE-897DB8C0F6A2}" type="pres">
      <dgm:prSet presAssocID="{27C5FC16-A1BB-40FC-8047-F86746F4BF98}" presName="parentLin" presStyleCnt="0"/>
      <dgm:spPr/>
    </dgm:pt>
    <dgm:pt modelId="{A79A6DD7-F0F8-4A38-81E4-0BECA6B7BCEB}" type="pres">
      <dgm:prSet presAssocID="{27C5FC16-A1BB-40FC-8047-F86746F4BF98}" presName="parentLeftMargin" presStyleLbl="node1" presStyleIdx="0" presStyleCnt="4"/>
      <dgm:spPr/>
    </dgm:pt>
    <dgm:pt modelId="{2BD8CCDD-4FE9-4A7F-A7B8-D26E4B3A87FF}" type="pres">
      <dgm:prSet presAssocID="{27C5FC16-A1BB-40FC-8047-F86746F4BF98}" presName="parentText" presStyleLbl="node1" presStyleIdx="1" presStyleCnt="4">
        <dgm:presLayoutVars>
          <dgm:chMax val="0"/>
          <dgm:bulletEnabled val="1"/>
        </dgm:presLayoutVars>
      </dgm:prSet>
      <dgm:spPr/>
    </dgm:pt>
    <dgm:pt modelId="{92623CBF-3992-4E1B-9876-745BFCFB5F9A}" type="pres">
      <dgm:prSet presAssocID="{27C5FC16-A1BB-40FC-8047-F86746F4BF98}" presName="negativeSpace" presStyleCnt="0"/>
      <dgm:spPr/>
    </dgm:pt>
    <dgm:pt modelId="{FE7B2D54-AB95-485E-B582-D555DACBD76C}" type="pres">
      <dgm:prSet presAssocID="{27C5FC16-A1BB-40FC-8047-F86746F4BF98}" presName="childText" presStyleLbl="conFgAcc1" presStyleIdx="1" presStyleCnt="4">
        <dgm:presLayoutVars>
          <dgm:bulletEnabled val="1"/>
        </dgm:presLayoutVars>
      </dgm:prSet>
      <dgm:spPr/>
    </dgm:pt>
    <dgm:pt modelId="{EFEDB145-20F8-4C5C-984D-1062DD12DD30}" type="pres">
      <dgm:prSet presAssocID="{1F368B49-260A-41A0-BE03-655BB8151F7C}" presName="spaceBetweenRectangles" presStyleCnt="0"/>
      <dgm:spPr/>
    </dgm:pt>
    <dgm:pt modelId="{7D3F2188-B2B3-4FF5-8016-0A3EE316D5B0}" type="pres">
      <dgm:prSet presAssocID="{67675A4E-CE22-44ED-9AF3-67F9B301E2C7}" presName="parentLin" presStyleCnt="0"/>
      <dgm:spPr/>
    </dgm:pt>
    <dgm:pt modelId="{55245CEC-0A21-4B61-8ED9-F4C887540723}" type="pres">
      <dgm:prSet presAssocID="{67675A4E-CE22-44ED-9AF3-67F9B301E2C7}" presName="parentLeftMargin" presStyleLbl="node1" presStyleIdx="1" presStyleCnt="4"/>
      <dgm:spPr/>
    </dgm:pt>
    <dgm:pt modelId="{8C94CFCC-0D02-49BB-9F9D-61C03A0A9714}" type="pres">
      <dgm:prSet presAssocID="{67675A4E-CE22-44ED-9AF3-67F9B301E2C7}" presName="parentText" presStyleLbl="node1" presStyleIdx="2" presStyleCnt="4">
        <dgm:presLayoutVars>
          <dgm:chMax val="0"/>
          <dgm:bulletEnabled val="1"/>
        </dgm:presLayoutVars>
      </dgm:prSet>
      <dgm:spPr/>
    </dgm:pt>
    <dgm:pt modelId="{656D79D4-02C7-43B6-9FA4-7DA2D541DB29}" type="pres">
      <dgm:prSet presAssocID="{67675A4E-CE22-44ED-9AF3-67F9B301E2C7}" presName="negativeSpace" presStyleCnt="0"/>
      <dgm:spPr/>
    </dgm:pt>
    <dgm:pt modelId="{FF48C7C1-330C-4AB2-9907-E67973062800}" type="pres">
      <dgm:prSet presAssocID="{67675A4E-CE22-44ED-9AF3-67F9B301E2C7}" presName="childText" presStyleLbl="conFgAcc1" presStyleIdx="2" presStyleCnt="4">
        <dgm:presLayoutVars>
          <dgm:bulletEnabled val="1"/>
        </dgm:presLayoutVars>
      </dgm:prSet>
      <dgm:spPr/>
    </dgm:pt>
    <dgm:pt modelId="{2CF99822-E20B-4944-8815-0F8113E030B2}" type="pres">
      <dgm:prSet presAssocID="{E4F43018-3998-4F98-B1D8-8E52147F2BE2}" presName="spaceBetweenRectangles" presStyleCnt="0"/>
      <dgm:spPr/>
    </dgm:pt>
    <dgm:pt modelId="{C32C6430-4050-43C8-8B28-4B1B8DB680B6}" type="pres">
      <dgm:prSet presAssocID="{46174B28-DA1B-459A-86D6-5628922A110D}" presName="parentLin" presStyleCnt="0"/>
      <dgm:spPr/>
    </dgm:pt>
    <dgm:pt modelId="{1E69AF83-9AB2-47AD-9B42-10F123222554}" type="pres">
      <dgm:prSet presAssocID="{46174B28-DA1B-459A-86D6-5628922A110D}" presName="parentLeftMargin" presStyleLbl="node1" presStyleIdx="2" presStyleCnt="4"/>
      <dgm:spPr/>
    </dgm:pt>
    <dgm:pt modelId="{FF5F4C1A-240E-436A-A67D-FF6ACBA3C577}" type="pres">
      <dgm:prSet presAssocID="{46174B28-DA1B-459A-86D6-5628922A110D}" presName="parentText" presStyleLbl="node1" presStyleIdx="3" presStyleCnt="4">
        <dgm:presLayoutVars>
          <dgm:chMax val="0"/>
          <dgm:bulletEnabled val="1"/>
        </dgm:presLayoutVars>
      </dgm:prSet>
      <dgm:spPr/>
    </dgm:pt>
    <dgm:pt modelId="{B3A72784-3E9D-4A65-8272-93046AB22988}" type="pres">
      <dgm:prSet presAssocID="{46174B28-DA1B-459A-86D6-5628922A110D}" presName="negativeSpace" presStyleCnt="0"/>
      <dgm:spPr/>
    </dgm:pt>
    <dgm:pt modelId="{E6A981EC-9051-4071-AE57-7EFC3416CD1D}" type="pres">
      <dgm:prSet presAssocID="{46174B28-DA1B-459A-86D6-5628922A110D}" presName="childText" presStyleLbl="conFgAcc1" presStyleIdx="3" presStyleCnt="4">
        <dgm:presLayoutVars>
          <dgm:bulletEnabled val="1"/>
        </dgm:presLayoutVars>
      </dgm:prSet>
      <dgm:spPr/>
    </dgm:pt>
  </dgm:ptLst>
  <dgm:cxnLst>
    <dgm:cxn modelId="{89A52A36-B783-417D-A707-4A257DE46F09}" type="presOf" srcId="{27C5FC16-A1BB-40FC-8047-F86746F4BF98}" destId="{A79A6DD7-F0F8-4A38-81E4-0BECA6B7BCEB}" srcOrd="0" destOrd="0" presId="urn:microsoft.com/office/officeart/2005/8/layout/list1"/>
    <dgm:cxn modelId="{4F4B0739-39C0-43EA-95DD-A567CA4155D1}" type="presOf" srcId="{46174B28-DA1B-459A-86D6-5628922A110D}" destId="{1E69AF83-9AB2-47AD-9B42-10F123222554}" srcOrd="0" destOrd="0" presId="urn:microsoft.com/office/officeart/2005/8/layout/list1"/>
    <dgm:cxn modelId="{02CB5B61-32FE-47F2-BC4F-2128804E2DF7}" srcId="{A8C25162-0288-403B-BF67-40E512B0AEBE}" destId="{46174B28-DA1B-459A-86D6-5628922A110D}" srcOrd="3" destOrd="0" parTransId="{89B5C091-D0A5-414F-A793-A651E784DFB5}" sibTransId="{A9F760B5-9768-4BCB-B0F5-5ABED218920B}"/>
    <dgm:cxn modelId="{43F6AA68-087D-4088-917A-F4DF699EAD22}" type="presOf" srcId="{F81CC425-7F36-42BB-8630-CE6B441986AB}" destId="{A48BDEBA-5617-48D2-BE1C-6BB3D983DC69}" srcOrd="0" destOrd="0" presId="urn:microsoft.com/office/officeart/2005/8/layout/list1"/>
    <dgm:cxn modelId="{FB3AE74D-76D6-413E-ADB1-AE771E7BB3BC}" srcId="{A8C25162-0288-403B-BF67-40E512B0AEBE}" destId="{67675A4E-CE22-44ED-9AF3-67F9B301E2C7}" srcOrd="2" destOrd="0" parTransId="{B4D296FB-50E7-4ABB-A3FD-DFB5AA7B5E23}" sibTransId="{E4F43018-3998-4F98-B1D8-8E52147F2BE2}"/>
    <dgm:cxn modelId="{C0B6316E-119F-4047-A4B8-B46EFB0F41A5}" type="presOf" srcId="{F81CC425-7F36-42BB-8630-CE6B441986AB}" destId="{CCF42C07-9436-41DB-8A41-0F6FB52F7E17}" srcOrd="1" destOrd="0" presId="urn:microsoft.com/office/officeart/2005/8/layout/list1"/>
    <dgm:cxn modelId="{94939781-A20E-4ECD-A297-3763B84EAF79}" type="presOf" srcId="{67675A4E-CE22-44ED-9AF3-67F9B301E2C7}" destId="{8C94CFCC-0D02-49BB-9F9D-61C03A0A9714}" srcOrd="1" destOrd="0" presId="urn:microsoft.com/office/officeart/2005/8/layout/list1"/>
    <dgm:cxn modelId="{65678683-F8F5-4F02-B516-129E5FBBA86E}" srcId="{A8C25162-0288-403B-BF67-40E512B0AEBE}" destId="{27C5FC16-A1BB-40FC-8047-F86746F4BF98}" srcOrd="1" destOrd="0" parTransId="{E20531C0-0AF4-4DCA-8CBC-C835DCE2342B}" sibTransId="{1F368B49-260A-41A0-BE03-655BB8151F7C}"/>
    <dgm:cxn modelId="{1D660EA9-5511-49CC-BE22-CAFD5D7C0609}" type="presOf" srcId="{67675A4E-CE22-44ED-9AF3-67F9B301E2C7}" destId="{55245CEC-0A21-4B61-8ED9-F4C887540723}" srcOrd="0" destOrd="0" presId="urn:microsoft.com/office/officeart/2005/8/layout/list1"/>
    <dgm:cxn modelId="{27877DC4-E5CC-4E40-A04C-47A3BFB4CE9F}" srcId="{A8C25162-0288-403B-BF67-40E512B0AEBE}" destId="{F81CC425-7F36-42BB-8630-CE6B441986AB}" srcOrd="0" destOrd="0" parTransId="{7628FA07-0A6D-443A-8FF9-A86C62F0208C}" sibTransId="{BB9DEFBC-6F03-4415-B377-A64FEBC18C46}"/>
    <dgm:cxn modelId="{FEFD29C5-69B7-4CC2-82D3-B8CBA13DCC18}" type="presOf" srcId="{A8C25162-0288-403B-BF67-40E512B0AEBE}" destId="{9D193184-A808-4504-A25E-8607D051EEF8}" srcOrd="0" destOrd="0" presId="urn:microsoft.com/office/officeart/2005/8/layout/list1"/>
    <dgm:cxn modelId="{163FF6DC-CBE1-4A2C-9A9C-CE7CCDD3B611}" type="presOf" srcId="{27C5FC16-A1BB-40FC-8047-F86746F4BF98}" destId="{2BD8CCDD-4FE9-4A7F-A7B8-D26E4B3A87FF}" srcOrd="1" destOrd="0" presId="urn:microsoft.com/office/officeart/2005/8/layout/list1"/>
    <dgm:cxn modelId="{82718BFC-E05F-4C34-BB8C-0F80FD0160D2}" type="presOf" srcId="{46174B28-DA1B-459A-86D6-5628922A110D}" destId="{FF5F4C1A-240E-436A-A67D-FF6ACBA3C577}" srcOrd="1" destOrd="0" presId="urn:microsoft.com/office/officeart/2005/8/layout/list1"/>
    <dgm:cxn modelId="{4D427D42-155E-47EC-AE88-0E50C41FBC89}" type="presParOf" srcId="{9D193184-A808-4504-A25E-8607D051EEF8}" destId="{EB9172A7-CC8B-4002-A67A-54C3AFC3A21A}" srcOrd="0" destOrd="0" presId="urn:microsoft.com/office/officeart/2005/8/layout/list1"/>
    <dgm:cxn modelId="{97201129-C875-46CD-98AB-EC5DC1CE23F8}" type="presParOf" srcId="{EB9172A7-CC8B-4002-A67A-54C3AFC3A21A}" destId="{A48BDEBA-5617-48D2-BE1C-6BB3D983DC69}" srcOrd="0" destOrd="0" presId="urn:microsoft.com/office/officeart/2005/8/layout/list1"/>
    <dgm:cxn modelId="{63C8A4B1-F1F7-47AD-9FD8-30EDB5FF6B1C}" type="presParOf" srcId="{EB9172A7-CC8B-4002-A67A-54C3AFC3A21A}" destId="{CCF42C07-9436-41DB-8A41-0F6FB52F7E17}" srcOrd="1" destOrd="0" presId="urn:microsoft.com/office/officeart/2005/8/layout/list1"/>
    <dgm:cxn modelId="{86B1C84D-92D4-412D-B561-C1C1BDEAE565}" type="presParOf" srcId="{9D193184-A808-4504-A25E-8607D051EEF8}" destId="{B7DE4EA8-3439-4244-999A-8AABE91AB13B}" srcOrd="1" destOrd="0" presId="urn:microsoft.com/office/officeart/2005/8/layout/list1"/>
    <dgm:cxn modelId="{749316EE-66C8-4D03-8614-6D70CCCA367A}" type="presParOf" srcId="{9D193184-A808-4504-A25E-8607D051EEF8}" destId="{2EC7A7D7-4EC6-46E0-9AE0-76BBB1124570}" srcOrd="2" destOrd="0" presId="urn:microsoft.com/office/officeart/2005/8/layout/list1"/>
    <dgm:cxn modelId="{375804CE-2D56-4D14-A144-FD51FA533B43}" type="presParOf" srcId="{9D193184-A808-4504-A25E-8607D051EEF8}" destId="{85728CC7-8489-4E71-81B7-DE96BFFB31BF}" srcOrd="3" destOrd="0" presId="urn:microsoft.com/office/officeart/2005/8/layout/list1"/>
    <dgm:cxn modelId="{4964CE9D-6356-4F73-AF03-9E0E0B867ADD}" type="presParOf" srcId="{9D193184-A808-4504-A25E-8607D051EEF8}" destId="{39591793-1A1B-4380-8BAE-897DB8C0F6A2}" srcOrd="4" destOrd="0" presId="urn:microsoft.com/office/officeart/2005/8/layout/list1"/>
    <dgm:cxn modelId="{AC91974F-BD53-4A25-AEB6-968C9E860789}" type="presParOf" srcId="{39591793-1A1B-4380-8BAE-897DB8C0F6A2}" destId="{A79A6DD7-F0F8-4A38-81E4-0BECA6B7BCEB}" srcOrd="0" destOrd="0" presId="urn:microsoft.com/office/officeart/2005/8/layout/list1"/>
    <dgm:cxn modelId="{0E135A07-1A90-4260-BE78-223F3ADD584B}" type="presParOf" srcId="{39591793-1A1B-4380-8BAE-897DB8C0F6A2}" destId="{2BD8CCDD-4FE9-4A7F-A7B8-D26E4B3A87FF}" srcOrd="1" destOrd="0" presId="urn:microsoft.com/office/officeart/2005/8/layout/list1"/>
    <dgm:cxn modelId="{BF947493-0FBC-43DF-B168-D9E31CF87F7E}" type="presParOf" srcId="{9D193184-A808-4504-A25E-8607D051EEF8}" destId="{92623CBF-3992-4E1B-9876-745BFCFB5F9A}" srcOrd="5" destOrd="0" presId="urn:microsoft.com/office/officeart/2005/8/layout/list1"/>
    <dgm:cxn modelId="{8AABFE23-9A8E-4A43-B7BA-A26B29D51FFD}" type="presParOf" srcId="{9D193184-A808-4504-A25E-8607D051EEF8}" destId="{FE7B2D54-AB95-485E-B582-D555DACBD76C}" srcOrd="6" destOrd="0" presId="urn:microsoft.com/office/officeart/2005/8/layout/list1"/>
    <dgm:cxn modelId="{191F1738-A412-431A-969E-AFDCEF7757FB}" type="presParOf" srcId="{9D193184-A808-4504-A25E-8607D051EEF8}" destId="{EFEDB145-20F8-4C5C-984D-1062DD12DD30}" srcOrd="7" destOrd="0" presId="urn:microsoft.com/office/officeart/2005/8/layout/list1"/>
    <dgm:cxn modelId="{8DDC5A8C-C533-469E-8FA4-F5549D2CE434}" type="presParOf" srcId="{9D193184-A808-4504-A25E-8607D051EEF8}" destId="{7D3F2188-B2B3-4FF5-8016-0A3EE316D5B0}" srcOrd="8" destOrd="0" presId="urn:microsoft.com/office/officeart/2005/8/layout/list1"/>
    <dgm:cxn modelId="{535DC1D7-E0A7-4E0F-82A8-587554AC01ED}" type="presParOf" srcId="{7D3F2188-B2B3-4FF5-8016-0A3EE316D5B0}" destId="{55245CEC-0A21-4B61-8ED9-F4C887540723}" srcOrd="0" destOrd="0" presId="urn:microsoft.com/office/officeart/2005/8/layout/list1"/>
    <dgm:cxn modelId="{8377DC81-65B1-4E93-AD94-2852E77EF001}" type="presParOf" srcId="{7D3F2188-B2B3-4FF5-8016-0A3EE316D5B0}" destId="{8C94CFCC-0D02-49BB-9F9D-61C03A0A9714}" srcOrd="1" destOrd="0" presId="urn:microsoft.com/office/officeart/2005/8/layout/list1"/>
    <dgm:cxn modelId="{ED3196B7-6B92-4BCB-B4AD-F2A041798FE4}" type="presParOf" srcId="{9D193184-A808-4504-A25E-8607D051EEF8}" destId="{656D79D4-02C7-43B6-9FA4-7DA2D541DB29}" srcOrd="9" destOrd="0" presId="urn:microsoft.com/office/officeart/2005/8/layout/list1"/>
    <dgm:cxn modelId="{EF784204-B0C2-411D-9EE9-BB3145929D9B}" type="presParOf" srcId="{9D193184-A808-4504-A25E-8607D051EEF8}" destId="{FF48C7C1-330C-4AB2-9907-E67973062800}" srcOrd="10" destOrd="0" presId="urn:microsoft.com/office/officeart/2005/8/layout/list1"/>
    <dgm:cxn modelId="{02DDCD95-323F-49BF-AB75-E8C3AF6DA3E5}" type="presParOf" srcId="{9D193184-A808-4504-A25E-8607D051EEF8}" destId="{2CF99822-E20B-4944-8815-0F8113E030B2}" srcOrd="11" destOrd="0" presId="urn:microsoft.com/office/officeart/2005/8/layout/list1"/>
    <dgm:cxn modelId="{4A1DE514-7E79-4CE9-8DB6-D3EEEF1D73C4}" type="presParOf" srcId="{9D193184-A808-4504-A25E-8607D051EEF8}" destId="{C32C6430-4050-43C8-8B28-4B1B8DB680B6}" srcOrd="12" destOrd="0" presId="urn:microsoft.com/office/officeart/2005/8/layout/list1"/>
    <dgm:cxn modelId="{14EEE629-79CF-45A6-A5F7-53A8BADF1705}" type="presParOf" srcId="{C32C6430-4050-43C8-8B28-4B1B8DB680B6}" destId="{1E69AF83-9AB2-47AD-9B42-10F123222554}" srcOrd="0" destOrd="0" presId="urn:microsoft.com/office/officeart/2005/8/layout/list1"/>
    <dgm:cxn modelId="{04F6282E-D624-4A23-94E7-2EEF996A749B}" type="presParOf" srcId="{C32C6430-4050-43C8-8B28-4B1B8DB680B6}" destId="{FF5F4C1A-240E-436A-A67D-FF6ACBA3C577}" srcOrd="1" destOrd="0" presId="urn:microsoft.com/office/officeart/2005/8/layout/list1"/>
    <dgm:cxn modelId="{755CD063-F000-4462-9056-458F28F7B8F8}" type="presParOf" srcId="{9D193184-A808-4504-A25E-8607D051EEF8}" destId="{B3A72784-3E9D-4A65-8272-93046AB22988}" srcOrd="13" destOrd="0" presId="urn:microsoft.com/office/officeart/2005/8/layout/list1"/>
    <dgm:cxn modelId="{65A00A3F-166B-4E43-8282-433978CD0215}" type="presParOf" srcId="{9D193184-A808-4504-A25E-8607D051EEF8}" destId="{E6A981EC-9051-4071-AE57-7EFC3416CD1D}"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A8C25162-0288-403B-BF67-40E512B0AEBE}"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2EFEA6D4-5BAD-493A-98F8-D4CD7CC1E6D8}">
      <dgm:prSet custT="1"/>
      <dgm:spPr/>
      <dgm:t>
        <a:bodyPr/>
        <a:lstStyle/>
        <a:p>
          <a:r>
            <a:rPr lang="en-IN" dirty="0"/>
            <a:t>Note that </a:t>
          </a:r>
          <a:r>
            <a:rPr lang="en-IN" b="1" dirty="0">
              <a:solidFill>
                <a:srgbClr val="C00000"/>
              </a:solidFill>
            </a:rPr>
            <a:t>suggest</a:t>
          </a:r>
          <a:r>
            <a:rPr lang="en-IN" dirty="0">
              <a:solidFill>
                <a:srgbClr val="C00000"/>
              </a:solidFill>
            </a:rPr>
            <a:t> is followed by a </a:t>
          </a:r>
          <a:r>
            <a:rPr lang="en-IN" b="1" dirty="0">
              <a:solidFill>
                <a:srgbClr val="C00000"/>
              </a:solidFill>
            </a:rPr>
            <a:t>-that clause</a:t>
          </a:r>
          <a:r>
            <a:rPr lang="en-IN" dirty="0">
              <a:solidFill>
                <a:srgbClr val="C00000"/>
              </a:solidFill>
            </a:rPr>
            <a:t> and not an infinitive</a:t>
          </a:r>
          <a:endParaRPr lang="en-IN" dirty="0"/>
        </a:p>
      </dgm:t>
    </dgm:pt>
    <dgm:pt modelId="{56361198-1511-4D98-9BF1-D7DD39A9567D}" type="parTrans" cxnId="{FFC61321-D820-48E8-B57F-A63193C18B39}">
      <dgm:prSet/>
      <dgm:spPr/>
      <dgm:t>
        <a:bodyPr/>
        <a:lstStyle/>
        <a:p>
          <a:endParaRPr lang="en-IN"/>
        </a:p>
      </dgm:t>
    </dgm:pt>
    <dgm:pt modelId="{F7C71B80-4A39-48B2-89E0-B6D6E2F30CA9}" type="sibTrans" cxnId="{FFC61321-D820-48E8-B57F-A63193C18B39}">
      <dgm:prSet/>
      <dgm:spPr/>
      <dgm:t>
        <a:bodyPr/>
        <a:lstStyle/>
        <a:p>
          <a:endParaRPr lang="en-IN"/>
        </a:p>
      </dgm:t>
    </dgm:pt>
    <dgm:pt modelId="{0323BDED-14FC-4D00-8731-7DE9C0F5DB8C}">
      <dgm:prSet custT="1"/>
      <dgm:spPr/>
      <dgm:t>
        <a:bodyPr/>
        <a:lstStyle/>
        <a:p>
          <a:r>
            <a:rPr lang="en-IN" dirty="0"/>
            <a:t>Active: Kindly do this work.</a:t>
          </a:r>
        </a:p>
      </dgm:t>
    </dgm:pt>
    <dgm:pt modelId="{FD86CACD-9BD1-45AB-AD6D-EE648D3E5C96}" type="parTrans" cxnId="{A5F2F2BC-5B95-449F-A821-7603891CED6F}">
      <dgm:prSet/>
      <dgm:spPr/>
      <dgm:t>
        <a:bodyPr/>
        <a:lstStyle/>
        <a:p>
          <a:endParaRPr lang="en-IN"/>
        </a:p>
      </dgm:t>
    </dgm:pt>
    <dgm:pt modelId="{6BB7CEA5-C676-421D-9FE0-CB49A57A2005}" type="sibTrans" cxnId="{A5F2F2BC-5B95-449F-A821-7603891CED6F}">
      <dgm:prSet/>
      <dgm:spPr/>
      <dgm:t>
        <a:bodyPr/>
        <a:lstStyle/>
        <a:p>
          <a:endParaRPr lang="en-IN"/>
        </a:p>
      </dgm:t>
    </dgm:pt>
    <dgm:pt modelId="{0899496A-EA78-4809-9DB4-C9EB1BFF285E}">
      <dgm:prSet custT="1"/>
      <dgm:spPr/>
      <dgm:t>
        <a:bodyPr/>
        <a:lstStyle/>
        <a:p>
          <a:r>
            <a:rPr lang="en-IN" dirty="0"/>
            <a:t>Passive: </a:t>
          </a:r>
          <a:r>
            <a:rPr lang="en-IN" b="1" dirty="0"/>
            <a:t>You are requested to do</a:t>
          </a:r>
          <a:r>
            <a:rPr lang="en-IN" dirty="0"/>
            <a:t> this work.</a:t>
          </a:r>
        </a:p>
      </dgm:t>
    </dgm:pt>
    <dgm:pt modelId="{85C7A51A-8B4E-442F-9698-333E17425943}" type="parTrans" cxnId="{E6C5BC27-6363-423E-B594-D8F7CC929B1F}">
      <dgm:prSet/>
      <dgm:spPr/>
      <dgm:t>
        <a:bodyPr/>
        <a:lstStyle/>
        <a:p>
          <a:endParaRPr lang="en-IN"/>
        </a:p>
      </dgm:t>
    </dgm:pt>
    <dgm:pt modelId="{FE68699A-2E69-4383-9FA5-43654B0FE1FA}" type="sibTrans" cxnId="{E6C5BC27-6363-423E-B594-D8F7CC929B1F}">
      <dgm:prSet/>
      <dgm:spPr/>
      <dgm:t>
        <a:bodyPr/>
        <a:lstStyle/>
        <a:p>
          <a:endParaRPr lang="en-IN"/>
        </a:p>
      </dgm:t>
    </dgm:pt>
    <dgm:pt modelId="{9C6C4800-A6BC-4B49-8360-A574E787468B}">
      <dgm:prSet custT="1"/>
      <dgm:spPr/>
      <dgm:t>
        <a:bodyPr/>
        <a:lstStyle/>
        <a:p>
          <a:r>
            <a:rPr lang="en-IN" dirty="0"/>
            <a:t>Active: Get me a glass of water.</a:t>
          </a:r>
        </a:p>
      </dgm:t>
    </dgm:pt>
    <dgm:pt modelId="{AF585924-ABD8-43F2-9A9B-13924D476D35}" type="parTrans" cxnId="{33B0FF41-ECCC-495C-BE77-1C10D326D5B0}">
      <dgm:prSet/>
      <dgm:spPr/>
      <dgm:t>
        <a:bodyPr/>
        <a:lstStyle/>
        <a:p>
          <a:endParaRPr lang="en-IN"/>
        </a:p>
      </dgm:t>
    </dgm:pt>
    <dgm:pt modelId="{EEEBF9D8-8CDE-4413-B952-46FA98057E1A}" type="sibTrans" cxnId="{33B0FF41-ECCC-495C-BE77-1C10D326D5B0}">
      <dgm:prSet/>
      <dgm:spPr/>
      <dgm:t>
        <a:bodyPr/>
        <a:lstStyle/>
        <a:p>
          <a:endParaRPr lang="en-IN"/>
        </a:p>
      </dgm:t>
    </dgm:pt>
    <dgm:pt modelId="{7FE8A18A-8D32-4783-A0F9-16EF77B24F52}">
      <dgm:prSet custT="1"/>
      <dgm:spPr/>
      <dgm:t>
        <a:bodyPr/>
        <a:lstStyle/>
        <a:p>
          <a:r>
            <a:rPr lang="en-IN" dirty="0"/>
            <a:t>Passive: </a:t>
          </a:r>
          <a:r>
            <a:rPr lang="en-IN" b="1" dirty="0"/>
            <a:t>You are ordered</a:t>
          </a:r>
          <a:r>
            <a:rPr lang="en-IN" dirty="0"/>
            <a:t> to get me a glass of water.</a:t>
          </a:r>
        </a:p>
      </dgm:t>
    </dgm:pt>
    <dgm:pt modelId="{A1288300-1947-47D4-89D7-DAA54F69A2D8}" type="parTrans" cxnId="{C5473A44-C535-45EF-9104-FB2E023FE0C8}">
      <dgm:prSet/>
      <dgm:spPr/>
      <dgm:t>
        <a:bodyPr/>
        <a:lstStyle/>
        <a:p>
          <a:endParaRPr lang="en-IN"/>
        </a:p>
      </dgm:t>
    </dgm:pt>
    <dgm:pt modelId="{2480BED6-EE38-4FF4-96EA-8F805D4E77F9}" type="sibTrans" cxnId="{C5473A44-C535-45EF-9104-FB2E023FE0C8}">
      <dgm:prSet/>
      <dgm:spPr/>
      <dgm:t>
        <a:bodyPr/>
        <a:lstStyle/>
        <a:p>
          <a:endParaRPr lang="en-IN"/>
        </a:p>
      </dgm:t>
    </dgm:pt>
    <dgm:pt modelId="{74087ED3-FA32-4EC2-AFE6-17A9590C359C}">
      <dgm:prSet custT="1"/>
      <dgm:spPr/>
      <dgm:t>
        <a:bodyPr/>
        <a:lstStyle/>
        <a:p>
          <a:r>
            <a:rPr lang="en-IN" dirty="0"/>
            <a:t>Active: Let us go for a walk.</a:t>
          </a:r>
        </a:p>
      </dgm:t>
    </dgm:pt>
    <dgm:pt modelId="{0D423625-3E35-4895-AAB9-C09D9EFE9412}" type="parTrans" cxnId="{642F6D81-07D4-4678-993F-7201DDA9D37B}">
      <dgm:prSet/>
      <dgm:spPr/>
      <dgm:t>
        <a:bodyPr/>
        <a:lstStyle/>
        <a:p>
          <a:endParaRPr lang="en-IN"/>
        </a:p>
      </dgm:t>
    </dgm:pt>
    <dgm:pt modelId="{C0CE2F84-0BB6-498D-9B1C-1CA5E5877D69}" type="sibTrans" cxnId="{642F6D81-07D4-4678-993F-7201DDA9D37B}">
      <dgm:prSet/>
      <dgm:spPr/>
      <dgm:t>
        <a:bodyPr/>
        <a:lstStyle/>
        <a:p>
          <a:endParaRPr lang="en-IN"/>
        </a:p>
      </dgm:t>
    </dgm:pt>
    <dgm:pt modelId="{298DA278-63F8-44AB-A7AB-D54C361523DE}">
      <dgm:prSet custT="1"/>
      <dgm:spPr/>
      <dgm:t>
        <a:bodyPr/>
        <a:lstStyle/>
        <a:p>
          <a:r>
            <a:rPr lang="en-IN" dirty="0"/>
            <a:t>Passive: </a:t>
          </a:r>
          <a:r>
            <a:rPr lang="en-IN" b="1" dirty="0"/>
            <a:t>It is suggested that</a:t>
          </a:r>
          <a:r>
            <a:rPr lang="en-IN" dirty="0"/>
            <a:t> we should go out for a walk.</a:t>
          </a:r>
        </a:p>
      </dgm:t>
    </dgm:pt>
    <dgm:pt modelId="{26CA9B71-45E7-4733-86DD-0015590818D1}" type="parTrans" cxnId="{8664825B-88FD-4BF7-960D-9608ADC52B90}">
      <dgm:prSet/>
      <dgm:spPr/>
      <dgm:t>
        <a:bodyPr/>
        <a:lstStyle/>
        <a:p>
          <a:endParaRPr lang="en-IN"/>
        </a:p>
      </dgm:t>
    </dgm:pt>
    <dgm:pt modelId="{11260903-48D2-4B2C-ABEF-27E4B70C7178}" type="sibTrans" cxnId="{8664825B-88FD-4BF7-960D-9608ADC52B90}">
      <dgm:prSet/>
      <dgm:spPr/>
      <dgm:t>
        <a:bodyPr/>
        <a:lstStyle/>
        <a:p>
          <a:endParaRPr lang="en-IN"/>
        </a:p>
      </dgm:t>
    </dgm:pt>
    <dgm:pt modelId="{9D193184-A808-4504-A25E-8607D051EEF8}" type="pres">
      <dgm:prSet presAssocID="{A8C25162-0288-403B-BF67-40E512B0AEBE}" presName="linear" presStyleCnt="0">
        <dgm:presLayoutVars>
          <dgm:dir/>
          <dgm:animLvl val="lvl"/>
          <dgm:resizeHandles val="exact"/>
        </dgm:presLayoutVars>
      </dgm:prSet>
      <dgm:spPr/>
    </dgm:pt>
    <dgm:pt modelId="{02C3FCD9-099F-4CC4-9080-22713DCD914F}" type="pres">
      <dgm:prSet presAssocID="{0323BDED-14FC-4D00-8731-7DE9C0F5DB8C}" presName="parentLin" presStyleCnt="0"/>
      <dgm:spPr/>
    </dgm:pt>
    <dgm:pt modelId="{C6A15ADE-1576-4782-A56D-63B6D026D743}" type="pres">
      <dgm:prSet presAssocID="{0323BDED-14FC-4D00-8731-7DE9C0F5DB8C}" presName="parentLeftMargin" presStyleLbl="node1" presStyleIdx="0" presStyleCnt="7"/>
      <dgm:spPr/>
    </dgm:pt>
    <dgm:pt modelId="{00BF088A-DE41-4255-BEF3-7D36532AFF02}" type="pres">
      <dgm:prSet presAssocID="{0323BDED-14FC-4D00-8731-7DE9C0F5DB8C}" presName="parentText" presStyleLbl="node1" presStyleIdx="0" presStyleCnt="7" custScaleX="142857">
        <dgm:presLayoutVars>
          <dgm:chMax val="0"/>
          <dgm:bulletEnabled val="1"/>
        </dgm:presLayoutVars>
      </dgm:prSet>
      <dgm:spPr/>
    </dgm:pt>
    <dgm:pt modelId="{5FDF6328-50A8-4433-9403-767FDF9D8D7D}" type="pres">
      <dgm:prSet presAssocID="{0323BDED-14FC-4D00-8731-7DE9C0F5DB8C}" presName="negativeSpace" presStyleCnt="0"/>
      <dgm:spPr/>
    </dgm:pt>
    <dgm:pt modelId="{C25E1100-7110-4B20-91E5-59A4A5E6A37B}" type="pres">
      <dgm:prSet presAssocID="{0323BDED-14FC-4D00-8731-7DE9C0F5DB8C}" presName="childText" presStyleLbl="conFgAcc1" presStyleIdx="0" presStyleCnt="7">
        <dgm:presLayoutVars>
          <dgm:bulletEnabled val="1"/>
        </dgm:presLayoutVars>
      </dgm:prSet>
      <dgm:spPr/>
    </dgm:pt>
    <dgm:pt modelId="{5714DBFD-B1F2-484C-A9BA-419A3B7692EC}" type="pres">
      <dgm:prSet presAssocID="{6BB7CEA5-C676-421D-9FE0-CB49A57A2005}" presName="spaceBetweenRectangles" presStyleCnt="0"/>
      <dgm:spPr/>
    </dgm:pt>
    <dgm:pt modelId="{98CFD01D-2FB3-4F57-8669-3F0BF292058E}" type="pres">
      <dgm:prSet presAssocID="{0899496A-EA78-4809-9DB4-C9EB1BFF285E}" presName="parentLin" presStyleCnt="0"/>
      <dgm:spPr/>
    </dgm:pt>
    <dgm:pt modelId="{D6615E50-4525-4BDD-ABCB-E22627CD1F19}" type="pres">
      <dgm:prSet presAssocID="{0899496A-EA78-4809-9DB4-C9EB1BFF285E}" presName="parentLeftMargin" presStyleLbl="node1" presStyleIdx="0" presStyleCnt="7"/>
      <dgm:spPr/>
    </dgm:pt>
    <dgm:pt modelId="{679F7F06-C7C5-4637-A212-81C63FF6EDF8}" type="pres">
      <dgm:prSet presAssocID="{0899496A-EA78-4809-9DB4-C9EB1BFF285E}" presName="parentText" presStyleLbl="node1" presStyleIdx="1" presStyleCnt="7" custScaleX="142857">
        <dgm:presLayoutVars>
          <dgm:chMax val="0"/>
          <dgm:bulletEnabled val="1"/>
        </dgm:presLayoutVars>
      </dgm:prSet>
      <dgm:spPr/>
    </dgm:pt>
    <dgm:pt modelId="{65D4475D-72D5-41A8-9230-4BF31208E5FD}" type="pres">
      <dgm:prSet presAssocID="{0899496A-EA78-4809-9DB4-C9EB1BFF285E}" presName="negativeSpace" presStyleCnt="0"/>
      <dgm:spPr/>
    </dgm:pt>
    <dgm:pt modelId="{DA6963E8-AED7-467A-BEE8-398E10BFB2FB}" type="pres">
      <dgm:prSet presAssocID="{0899496A-EA78-4809-9DB4-C9EB1BFF285E}" presName="childText" presStyleLbl="conFgAcc1" presStyleIdx="1" presStyleCnt="7">
        <dgm:presLayoutVars>
          <dgm:bulletEnabled val="1"/>
        </dgm:presLayoutVars>
      </dgm:prSet>
      <dgm:spPr/>
    </dgm:pt>
    <dgm:pt modelId="{DAD88488-367F-4EBC-90E5-10169DAFDC16}" type="pres">
      <dgm:prSet presAssocID="{FE68699A-2E69-4383-9FA5-43654B0FE1FA}" presName="spaceBetweenRectangles" presStyleCnt="0"/>
      <dgm:spPr/>
    </dgm:pt>
    <dgm:pt modelId="{09A2B1EA-3507-42AD-8FCD-084D06CB3105}" type="pres">
      <dgm:prSet presAssocID="{9C6C4800-A6BC-4B49-8360-A574E787468B}" presName="parentLin" presStyleCnt="0"/>
      <dgm:spPr/>
    </dgm:pt>
    <dgm:pt modelId="{A874C424-EE11-4587-93AA-7D5C5B529B64}" type="pres">
      <dgm:prSet presAssocID="{9C6C4800-A6BC-4B49-8360-A574E787468B}" presName="parentLeftMargin" presStyleLbl="node1" presStyleIdx="1" presStyleCnt="7"/>
      <dgm:spPr/>
    </dgm:pt>
    <dgm:pt modelId="{CA9A6983-2F68-4BF3-BA54-FAD0C1ADF6D5}" type="pres">
      <dgm:prSet presAssocID="{9C6C4800-A6BC-4B49-8360-A574E787468B}" presName="parentText" presStyleLbl="node1" presStyleIdx="2" presStyleCnt="7" custScaleX="142857">
        <dgm:presLayoutVars>
          <dgm:chMax val="0"/>
          <dgm:bulletEnabled val="1"/>
        </dgm:presLayoutVars>
      </dgm:prSet>
      <dgm:spPr/>
    </dgm:pt>
    <dgm:pt modelId="{45C11B9B-677E-4061-8900-FB8ED20CC7C8}" type="pres">
      <dgm:prSet presAssocID="{9C6C4800-A6BC-4B49-8360-A574E787468B}" presName="negativeSpace" presStyleCnt="0"/>
      <dgm:spPr/>
    </dgm:pt>
    <dgm:pt modelId="{D6AF3AA8-685A-4954-BF78-C98B2A666EC0}" type="pres">
      <dgm:prSet presAssocID="{9C6C4800-A6BC-4B49-8360-A574E787468B}" presName="childText" presStyleLbl="conFgAcc1" presStyleIdx="2" presStyleCnt="7">
        <dgm:presLayoutVars>
          <dgm:bulletEnabled val="1"/>
        </dgm:presLayoutVars>
      </dgm:prSet>
      <dgm:spPr/>
    </dgm:pt>
    <dgm:pt modelId="{C12F1DD4-F43E-47C9-B992-345B63396A7A}" type="pres">
      <dgm:prSet presAssocID="{EEEBF9D8-8CDE-4413-B952-46FA98057E1A}" presName="spaceBetweenRectangles" presStyleCnt="0"/>
      <dgm:spPr/>
    </dgm:pt>
    <dgm:pt modelId="{D32CED7D-9F25-45B7-9983-2E5BDC15D212}" type="pres">
      <dgm:prSet presAssocID="{7FE8A18A-8D32-4783-A0F9-16EF77B24F52}" presName="parentLin" presStyleCnt="0"/>
      <dgm:spPr/>
    </dgm:pt>
    <dgm:pt modelId="{D6F700CF-D64A-45BC-BE29-429A9F59351E}" type="pres">
      <dgm:prSet presAssocID="{7FE8A18A-8D32-4783-A0F9-16EF77B24F52}" presName="parentLeftMargin" presStyleLbl="node1" presStyleIdx="2" presStyleCnt="7"/>
      <dgm:spPr/>
    </dgm:pt>
    <dgm:pt modelId="{0214FF55-0D7F-43B9-9C75-3FD16E2ABC4F}" type="pres">
      <dgm:prSet presAssocID="{7FE8A18A-8D32-4783-A0F9-16EF77B24F52}" presName="parentText" presStyleLbl="node1" presStyleIdx="3" presStyleCnt="7" custScaleX="142857">
        <dgm:presLayoutVars>
          <dgm:chMax val="0"/>
          <dgm:bulletEnabled val="1"/>
        </dgm:presLayoutVars>
      </dgm:prSet>
      <dgm:spPr/>
    </dgm:pt>
    <dgm:pt modelId="{033262A0-11A4-4F48-B79A-FDA32CF6E8A8}" type="pres">
      <dgm:prSet presAssocID="{7FE8A18A-8D32-4783-A0F9-16EF77B24F52}" presName="negativeSpace" presStyleCnt="0"/>
      <dgm:spPr/>
    </dgm:pt>
    <dgm:pt modelId="{5E96911E-DE57-45CC-A752-C6F6F9E6CCE3}" type="pres">
      <dgm:prSet presAssocID="{7FE8A18A-8D32-4783-A0F9-16EF77B24F52}" presName="childText" presStyleLbl="conFgAcc1" presStyleIdx="3" presStyleCnt="7">
        <dgm:presLayoutVars>
          <dgm:bulletEnabled val="1"/>
        </dgm:presLayoutVars>
      </dgm:prSet>
      <dgm:spPr/>
    </dgm:pt>
    <dgm:pt modelId="{134FA204-7FA1-4A06-87E1-63BF153C78AE}" type="pres">
      <dgm:prSet presAssocID="{2480BED6-EE38-4FF4-96EA-8F805D4E77F9}" presName="spaceBetweenRectangles" presStyleCnt="0"/>
      <dgm:spPr/>
    </dgm:pt>
    <dgm:pt modelId="{D9B57DFC-BB4D-49C2-BD0A-6B9E992150EB}" type="pres">
      <dgm:prSet presAssocID="{74087ED3-FA32-4EC2-AFE6-17A9590C359C}" presName="parentLin" presStyleCnt="0"/>
      <dgm:spPr/>
    </dgm:pt>
    <dgm:pt modelId="{719E15C9-64B4-4241-AC16-E22E99F225E6}" type="pres">
      <dgm:prSet presAssocID="{74087ED3-FA32-4EC2-AFE6-17A9590C359C}" presName="parentLeftMargin" presStyleLbl="node1" presStyleIdx="3" presStyleCnt="7"/>
      <dgm:spPr/>
    </dgm:pt>
    <dgm:pt modelId="{EF0E48B6-2773-460B-B06C-F60E77D7EE84}" type="pres">
      <dgm:prSet presAssocID="{74087ED3-FA32-4EC2-AFE6-17A9590C359C}" presName="parentText" presStyleLbl="node1" presStyleIdx="4" presStyleCnt="7" custScaleX="142857">
        <dgm:presLayoutVars>
          <dgm:chMax val="0"/>
          <dgm:bulletEnabled val="1"/>
        </dgm:presLayoutVars>
      </dgm:prSet>
      <dgm:spPr/>
    </dgm:pt>
    <dgm:pt modelId="{60E5DA41-6EB2-4703-A35F-39A4C7F880DB}" type="pres">
      <dgm:prSet presAssocID="{74087ED3-FA32-4EC2-AFE6-17A9590C359C}" presName="negativeSpace" presStyleCnt="0"/>
      <dgm:spPr/>
    </dgm:pt>
    <dgm:pt modelId="{A4A8D942-21BB-4160-B16F-549C1DA962DC}" type="pres">
      <dgm:prSet presAssocID="{74087ED3-FA32-4EC2-AFE6-17A9590C359C}" presName="childText" presStyleLbl="conFgAcc1" presStyleIdx="4" presStyleCnt="7">
        <dgm:presLayoutVars>
          <dgm:bulletEnabled val="1"/>
        </dgm:presLayoutVars>
      </dgm:prSet>
      <dgm:spPr/>
    </dgm:pt>
    <dgm:pt modelId="{DEF269DD-514A-4967-B03D-5DEE9F9657D5}" type="pres">
      <dgm:prSet presAssocID="{C0CE2F84-0BB6-498D-9B1C-1CA5E5877D69}" presName="spaceBetweenRectangles" presStyleCnt="0"/>
      <dgm:spPr/>
    </dgm:pt>
    <dgm:pt modelId="{7D0EECA7-C1E4-4B5B-B26D-FA0DA03F9DF9}" type="pres">
      <dgm:prSet presAssocID="{298DA278-63F8-44AB-A7AB-D54C361523DE}" presName="parentLin" presStyleCnt="0"/>
      <dgm:spPr/>
    </dgm:pt>
    <dgm:pt modelId="{46361837-E72E-4997-A7C5-279CFEC8F74E}" type="pres">
      <dgm:prSet presAssocID="{298DA278-63F8-44AB-A7AB-D54C361523DE}" presName="parentLeftMargin" presStyleLbl="node1" presStyleIdx="4" presStyleCnt="7"/>
      <dgm:spPr/>
    </dgm:pt>
    <dgm:pt modelId="{1FA08C6A-479A-48D8-BACB-F4ADC01815B7}" type="pres">
      <dgm:prSet presAssocID="{298DA278-63F8-44AB-A7AB-D54C361523DE}" presName="parentText" presStyleLbl="node1" presStyleIdx="5" presStyleCnt="7" custScaleX="142857">
        <dgm:presLayoutVars>
          <dgm:chMax val="0"/>
          <dgm:bulletEnabled val="1"/>
        </dgm:presLayoutVars>
      </dgm:prSet>
      <dgm:spPr/>
    </dgm:pt>
    <dgm:pt modelId="{D549128C-FE86-47DD-B6F9-A2966D0A66A2}" type="pres">
      <dgm:prSet presAssocID="{298DA278-63F8-44AB-A7AB-D54C361523DE}" presName="negativeSpace" presStyleCnt="0"/>
      <dgm:spPr/>
    </dgm:pt>
    <dgm:pt modelId="{0E9F3B95-31B6-4134-8D15-ABD42DBFB13F}" type="pres">
      <dgm:prSet presAssocID="{298DA278-63F8-44AB-A7AB-D54C361523DE}" presName="childText" presStyleLbl="conFgAcc1" presStyleIdx="5" presStyleCnt="7">
        <dgm:presLayoutVars>
          <dgm:bulletEnabled val="1"/>
        </dgm:presLayoutVars>
      </dgm:prSet>
      <dgm:spPr/>
    </dgm:pt>
    <dgm:pt modelId="{12A9F9E6-5652-4084-BE56-701F9CA954DB}" type="pres">
      <dgm:prSet presAssocID="{11260903-48D2-4B2C-ABEF-27E4B70C7178}" presName="spaceBetweenRectangles" presStyleCnt="0"/>
      <dgm:spPr/>
    </dgm:pt>
    <dgm:pt modelId="{3AEA1617-64FE-4C02-BD52-8B154A676EEB}" type="pres">
      <dgm:prSet presAssocID="{2EFEA6D4-5BAD-493A-98F8-D4CD7CC1E6D8}" presName="parentLin" presStyleCnt="0"/>
      <dgm:spPr/>
    </dgm:pt>
    <dgm:pt modelId="{6BF86F8F-4E7B-4E0D-80A3-4C32BFCC92FE}" type="pres">
      <dgm:prSet presAssocID="{2EFEA6D4-5BAD-493A-98F8-D4CD7CC1E6D8}" presName="parentLeftMargin" presStyleLbl="node1" presStyleIdx="5" presStyleCnt="7"/>
      <dgm:spPr/>
    </dgm:pt>
    <dgm:pt modelId="{F4D548DD-0746-4271-BE3C-651E067278C0}" type="pres">
      <dgm:prSet presAssocID="{2EFEA6D4-5BAD-493A-98F8-D4CD7CC1E6D8}" presName="parentText" presStyleLbl="node1" presStyleIdx="6" presStyleCnt="7" custScaleX="142857">
        <dgm:presLayoutVars>
          <dgm:chMax val="0"/>
          <dgm:bulletEnabled val="1"/>
        </dgm:presLayoutVars>
      </dgm:prSet>
      <dgm:spPr/>
    </dgm:pt>
    <dgm:pt modelId="{1FEB305D-B218-47E9-BCB5-49EF11F46592}" type="pres">
      <dgm:prSet presAssocID="{2EFEA6D4-5BAD-493A-98F8-D4CD7CC1E6D8}" presName="negativeSpace" presStyleCnt="0"/>
      <dgm:spPr/>
    </dgm:pt>
    <dgm:pt modelId="{CF1B37ED-68A6-450D-B374-0E92905AC01C}" type="pres">
      <dgm:prSet presAssocID="{2EFEA6D4-5BAD-493A-98F8-D4CD7CC1E6D8}" presName="childText" presStyleLbl="conFgAcc1" presStyleIdx="6" presStyleCnt="7">
        <dgm:presLayoutVars>
          <dgm:bulletEnabled val="1"/>
        </dgm:presLayoutVars>
      </dgm:prSet>
      <dgm:spPr/>
    </dgm:pt>
  </dgm:ptLst>
  <dgm:cxnLst>
    <dgm:cxn modelId="{FFC61321-D820-48E8-B57F-A63193C18B39}" srcId="{A8C25162-0288-403B-BF67-40E512B0AEBE}" destId="{2EFEA6D4-5BAD-493A-98F8-D4CD7CC1E6D8}" srcOrd="6" destOrd="0" parTransId="{56361198-1511-4D98-9BF1-D7DD39A9567D}" sibTransId="{F7C71B80-4A39-48B2-89E0-B6D6E2F30CA9}"/>
    <dgm:cxn modelId="{982A3A22-2B58-436A-A561-96D518EDAE84}" type="presOf" srcId="{2EFEA6D4-5BAD-493A-98F8-D4CD7CC1E6D8}" destId="{F4D548DD-0746-4271-BE3C-651E067278C0}" srcOrd="1" destOrd="0" presId="urn:microsoft.com/office/officeart/2005/8/layout/list1"/>
    <dgm:cxn modelId="{747D8427-8D46-4D67-8C8E-87725EBEA347}" type="presOf" srcId="{0899496A-EA78-4809-9DB4-C9EB1BFF285E}" destId="{679F7F06-C7C5-4637-A212-81C63FF6EDF8}" srcOrd="1" destOrd="0" presId="urn:microsoft.com/office/officeart/2005/8/layout/list1"/>
    <dgm:cxn modelId="{E6C5BC27-6363-423E-B594-D8F7CC929B1F}" srcId="{A8C25162-0288-403B-BF67-40E512B0AEBE}" destId="{0899496A-EA78-4809-9DB4-C9EB1BFF285E}" srcOrd="1" destOrd="0" parTransId="{85C7A51A-8B4E-442F-9698-333E17425943}" sibTransId="{FE68699A-2E69-4383-9FA5-43654B0FE1FA}"/>
    <dgm:cxn modelId="{8664825B-88FD-4BF7-960D-9608ADC52B90}" srcId="{A8C25162-0288-403B-BF67-40E512B0AEBE}" destId="{298DA278-63F8-44AB-A7AB-D54C361523DE}" srcOrd="5" destOrd="0" parTransId="{26CA9B71-45E7-4733-86DD-0015590818D1}" sibTransId="{11260903-48D2-4B2C-ABEF-27E4B70C7178}"/>
    <dgm:cxn modelId="{028F815D-8434-473D-801E-ADEB190153C8}" type="presOf" srcId="{0899496A-EA78-4809-9DB4-C9EB1BFF285E}" destId="{D6615E50-4525-4BDD-ABCB-E22627CD1F19}" srcOrd="0" destOrd="0" presId="urn:microsoft.com/office/officeart/2005/8/layout/list1"/>
    <dgm:cxn modelId="{FCB0DE5E-CF7B-4858-846D-4FD67EED0A51}" type="presOf" srcId="{0323BDED-14FC-4D00-8731-7DE9C0F5DB8C}" destId="{C6A15ADE-1576-4782-A56D-63B6D026D743}" srcOrd="0" destOrd="0" presId="urn:microsoft.com/office/officeart/2005/8/layout/list1"/>
    <dgm:cxn modelId="{B366D55F-37C9-4C35-882F-F0A7DCE6A433}" type="presOf" srcId="{7FE8A18A-8D32-4783-A0F9-16EF77B24F52}" destId="{D6F700CF-D64A-45BC-BE29-429A9F59351E}" srcOrd="0" destOrd="0" presId="urn:microsoft.com/office/officeart/2005/8/layout/list1"/>
    <dgm:cxn modelId="{33B0FF41-ECCC-495C-BE77-1C10D326D5B0}" srcId="{A8C25162-0288-403B-BF67-40E512B0AEBE}" destId="{9C6C4800-A6BC-4B49-8360-A574E787468B}" srcOrd="2" destOrd="0" parTransId="{AF585924-ABD8-43F2-9A9B-13924D476D35}" sibTransId="{EEEBF9D8-8CDE-4413-B952-46FA98057E1A}"/>
    <dgm:cxn modelId="{C5473A44-C535-45EF-9104-FB2E023FE0C8}" srcId="{A8C25162-0288-403B-BF67-40E512B0AEBE}" destId="{7FE8A18A-8D32-4783-A0F9-16EF77B24F52}" srcOrd="3" destOrd="0" parTransId="{A1288300-1947-47D4-89D7-DAA54F69A2D8}" sibTransId="{2480BED6-EE38-4FF4-96EA-8F805D4E77F9}"/>
    <dgm:cxn modelId="{34D26677-2EFD-4084-AE5A-CE5FF293F77D}" type="presOf" srcId="{74087ED3-FA32-4EC2-AFE6-17A9590C359C}" destId="{EF0E48B6-2773-460B-B06C-F60E77D7EE84}" srcOrd="1" destOrd="0" presId="urn:microsoft.com/office/officeart/2005/8/layout/list1"/>
    <dgm:cxn modelId="{642F6D81-07D4-4678-993F-7201DDA9D37B}" srcId="{A8C25162-0288-403B-BF67-40E512B0AEBE}" destId="{74087ED3-FA32-4EC2-AFE6-17A9590C359C}" srcOrd="4" destOrd="0" parTransId="{0D423625-3E35-4895-AAB9-C09D9EFE9412}" sibTransId="{C0CE2F84-0BB6-498D-9B1C-1CA5E5877D69}"/>
    <dgm:cxn modelId="{836C8E81-33B5-4630-B116-5BE31AB6E0B1}" type="presOf" srcId="{2EFEA6D4-5BAD-493A-98F8-D4CD7CC1E6D8}" destId="{6BF86F8F-4E7B-4E0D-80A3-4C32BFCC92FE}" srcOrd="0" destOrd="0" presId="urn:microsoft.com/office/officeart/2005/8/layout/list1"/>
    <dgm:cxn modelId="{6DA13A88-4CF6-4042-963C-3201214DC849}" type="presOf" srcId="{7FE8A18A-8D32-4783-A0F9-16EF77B24F52}" destId="{0214FF55-0D7F-43B9-9C75-3FD16E2ABC4F}" srcOrd="1" destOrd="0" presId="urn:microsoft.com/office/officeart/2005/8/layout/list1"/>
    <dgm:cxn modelId="{75B79D8E-1645-4AA5-89D6-EB5F881633AB}" type="presOf" srcId="{9C6C4800-A6BC-4B49-8360-A574E787468B}" destId="{A874C424-EE11-4587-93AA-7D5C5B529B64}" srcOrd="0" destOrd="0" presId="urn:microsoft.com/office/officeart/2005/8/layout/list1"/>
    <dgm:cxn modelId="{621A8D9A-87DC-4D8B-9ADB-8981C5B7EA80}" type="presOf" srcId="{74087ED3-FA32-4EC2-AFE6-17A9590C359C}" destId="{719E15C9-64B4-4241-AC16-E22E99F225E6}" srcOrd="0" destOrd="0" presId="urn:microsoft.com/office/officeart/2005/8/layout/list1"/>
    <dgm:cxn modelId="{A5F2F2BC-5B95-449F-A821-7603891CED6F}" srcId="{A8C25162-0288-403B-BF67-40E512B0AEBE}" destId="{0323BDED-14FC-4D00-8731-7DE9C0F5DB8C}" srcOrd="0" destOrd="0" parTransId="{FD86CACD-9BD1-45AB-AD6D-EE648D3E5C96}" sibTransId="{6BB7CEA5-C676-421D-9FE0-CB49A57A2005}"/>
    <dgm:cxn modelId="{75BD70C4-B31B-44CB-88F5-FE1BD353374F}" type="presOf" srcId="{9C6C4800-A6BC-4B49-8360-A574E787468B}" destId="{CA9A6983-2F68-4BF3-BA54-FAD0C1ADF6D5}" srcOrd="1" destOrd="0" presId="urn:microsoft.com/office/officeart/2005/8/layout/list1"/>
    <dgm:cxn modelId="{FEFD29C5-69B7-4CC2-82D3-B8CBA13DCC18}" type="presOf" srcId="{A8C25162-0288-403B-BF67-40E512B0AEBE}" destId="{9D193184-A808-4504-A25E-8607D051EEF8}" srcOrd="0" destOrd="0" presId="urn:microsoft.com/office/officeart/2005/8/layout/list1"/>
    <dgm:cxn modelId="{50ADEECC-2C0A-48E2-BAC5-5D6ECE287A2E}" type="presOf" srcId="{298DA278-63F8-44AB-A7AB-D54C361523DE}" destId="{46361837-E72E-4997-A7C5-279CFEC8F74E}" srcOrd="0" destOrd="0" presId="urn:microsoft.com/office/officeart/2005/8/layout/list1"/>
    <dgm:cxn modelId="{7CA013DC-0167-47E3-83B8-7911B5F5D79B}" type="presOf" srcId="{298DA278-63F8-44AB-A7AB-D54C361523DE}" destId="{1FA08C6A-479A-48D8-BACB-F4ADC01815B7}" srcOrd="1" destOrd="0" presId="urn:microsoft.com/office/officeart/2005/8/layout/list1"/>
    <dgm:cxn modelId="{87797AEC-9594-4C47-81F4-35B3CAB23A2D}" type="presOf" srcId="{0323BDED-14FC-4D00-8731-7DE9C0F5DB8C}" destId="{00BF088A-DE41-4255-BEF3-7D36532AFF02}" srcOrd="1" destOrd="0" presId="urn:microsoft.com/office/officeart/2005/8/layout/list1"/>
    <dgm:cxn modelId="{334EDA74-7EBA-4BF3-9E84-BE5E580AADB4}" type="presParOf" srcId="{9D193184-A808-4504-A25E-8607D051EEF8}" destId="{02C3FCD9-099F-4CC4-9080-22713DCD914F}" srcOrd="0" destOrd="0" presId="urn:microsoft.com/office/officeart/2005/8/layout/list1"/>
    <dgm:cxn modelId="{171DEC5E-C099-4E9B-9BA5-78EB227CA199}" type="presParOf" srcId="{02C3FCD9-099F-4CC4-9080-22713DCD914F}" destId="{C6A15ADE-1576-4782-A56D-63B6D026D743}" srcOrd="0" destOrd="0" presId="urn:microsoft.com/office/officeart/2005/8/layout/list1"/>
    <dgm:cxn modelId="{995D08AB-C0A6-44AF-BD90-EC06B6C401E4}" type="presParOf" srcId="{02C3FCD9-099F-4CC4-9080-22713DCD914F}" destId="{00BF088A-DE41-4255-BEF3-7D36532AFF02}" srcOrd="1" destOrd="0" presId="urn:microsoft.com/office/officeart/2005/8/layout/list1"/>
    <dgm:cxn modelId="{CBABA832-40B3-44A1-8F94-743C86E3317E}" type="presParOf" srcId="{9D193184-A808-4504-A25E-8607D051EEF8}" destId="{5FDF6328-50A8-4433-9403-767FDF9D8D7D}" srcOrd="1" destOrd="0" presId="urn:microsoft.com/office/officeart/2005/8/layout/list1"/>
    <dgm:cxn modelId="{C980262B-AE76-4090-B4AC-8601CAD5572F}" type="presParOf" srcId="{9D193184-A808-4504-A25E-8607D051EEF8}" destId="{C25E1100-7110-4B20-91E5-59A4A5E6A37B}" srcOrd="2" destOrd="0" presId="urn:microsoft.com/office/officeart/2005/8/layout/list1"/>
    <dgm:cxn modelId="{AB45F15F-56A2-47F3-B9EB-362C87486651}" type="presParOf" srcId="{9D193184-A808-4504-A25E-8607D051EEF8}" destId="{5714DBFD-B1F2-484C-A9BA-419A3B7692EC}" srcOrd="3" destOrd="0" presId="urn:microsoft.com/office/officeart/2005/8/layout/list1"/>
    <dgm:cxn modelId="{AFC52B01-19B0-4D9E-AB69-9E62ABCF4F47}" type="presParOf" srcId="{9D193184-A808-4504-A25E-8607D051EEF8}" destId="{98CFD01D-2FB3-4F57-8669-3F0BF292058E}" srcOrd="4" destOrd="0" presId="urn:microsoft.com/office/officeart/2005/8/layout/list1"/>
    <dgm:cxn modelId="{1BC18AEF-2A37-4A4D-912F-52B78DE1036E}" type="presParOf" srcId="{98CFD01D-2FB3-4F57-8669-3F0BF292058E}" destId="{D6615E50-4525-4BDD-ABCB-E22627CD1F19}" srcOrd="0" destOrd="0" presId="urn:microsoft.com/office/officeart/2005/8/layout/list1"/>
    <dgm:cxn modelId="{F0A70E79-4E8E-4FEA-8C2E-3636A5D23B64}" type="presParOf" srcId="{98CFD01D-2FB3-4F57-8669-3F0BF292058E}" destId="{679F7F06-C7C5-4637-A212-81C63FF6EDF8}" srcOrd="1" destOrd="0" presId="urn:microsoft.com/office/officeart/2005/8/layout/list1"/>
    <dgm:cxn modelId="{7352F899-6471-4ED8-868A-8F9CEE0292EA}" type="presParOf" srcId="{9D193184-A808-4504-A25E-8607D051EEF8}" destId="{65D4475D-72D5-41A8-9230-4BF31208E5FD}" srcOrd="5" destOrd="0" presId="urn:microsoft.com/office/officeart/2005/8/layout/list1"/>
    <dgm:cxn modelId="{95262A3D-7DD3-442D-B7D9-63FA0040D261}" type="presParOf" srcId="{9D193184-A808-4504-A25E-8607D051EEF8}" destId="{DA6963E8-AED7-467A-BEE8-398E10BFB2FB}" srcOrd="6" destOrd="0" presId="urn:microsoft.com/office/officeart/2005/8/layout/list1"/>
    <dgm:cxn modelId="{1C79253F-B56B-45EE-8DFB-47E33EF2107D}" type="presParOf" srcId="{9D193184-A808-4504-A25E-8607D051EEF8}" destId="{DAD88488-367F-4EBC-90E5-10169DAFDC16}" srcOrd="7" destOrd="0" presId="urn:microsoft.com/office/officeart/2005/8/layout/list1"/>
    <dgm:cxn modelId="{7813765B-960B-4FBB-9887-D14C7EF98CF3}" type="presParOf" srcId="{9D193184-A808-4504-A25E-8607D051EEF8}" destId="{09A2B1EA-3507-42AD-8FCD-084D06CB3105}" srcOrd="8" destOrd="0" presId="urn:microsoft.com/office/officeart/2005/8/layout/list1"/>
    <dgm:cxn modelId="{F828AFBE-874B-418A-ACDA-3FAFFB954483}" type="presParOf" srcId="{09A2B1EA-3507-42AD-8FCD-084D06CB3105}" destId="{A874C424-EE11-4587-93AA-7D5C5B529B64}" srcOrd="0" destOrd="0" presId="urn:microsoft.com/office/officeart/2005/8/layout/list1"/>
    <dgm:cxn modelId="{E9D9CE5D-57E6-4573-B410-D2E20999BD30}" type="presParOf" srcId="{09A2B1EA-3507-42AD-8FCD-084D06CB3105}" destId="{CA9A6983-2F68-4BF3-BA54-FAD0C1ADF6D5}" srcOrd="1" destOrd="0" presId="urn:microsoft.com/office/officeart/2005/8/layout/list1"/>
    <dgm:cxn modelId="{507D5359-789D-47DF-8AB0-CA1A13B36D71}" type="presParOf" srcId="{9D193184-A808-4504-A25E-8607D051EEF8}" destId="{45C11B9B-677E-4061-8900-FB8ED20CC7C8}" srcOrd="9" destOrd="0" presId="urn:microsoft.com/office/officeart/2005/8/layout/list1"/>
    <dgm:cxn modelId="{4A447C26-699E-4BBF-8906-DC18E4B1E8B9}" type="presParOf" srcId="{9D193184-A808-4504-A25E-8607D051EEF8}" destId="{D6AF3AA8-685A-4954-BF78-C98B2A666EC0}" srcOrd="10" destOrd="0" presId="urn:microsoft.com/office/officeart/2005/8/layout/list1"/>
    <dgm:cxn modelId="{0358E9DA-3097-4585-B099-5AB47996FF52}" type="presParOf" srcId="{9D193184-A808-4504-A25E-8607D051EEF8}" destId="{C12F1DD4-F43E-47C9-B992-345B63396A7A}" srcOrd="11" destOrd="0" presId="urn:microsoft.com/office/officeart/2005/8/layout/list1"/>
    <dgm:cxn modelId="{9AB09556-7D6A-40A6-BF00-13801617931E}" type="presParOf" srcId="{9D193184-A808-4504-A25E-8607D051EEF8}" destId="{D32CED7D-9F25-45B7-9983-2E5BDC15D212}" srcOrd="12" destOrd="0" presId="urn:microsoft.com/office/officeart/2005/8/layout/list1"/>
    <dgm:cxn modelId="{B6AD1A34-7C12-49A8-A5BB-C40EB7DBBC1C}" type="presParOf" srcId="{D32CED7D-9F25-45B7-9983-2E5BDC15D212}" destId="{D6F700CF-D64A-45BC-BE29-429A9F59351E}" srcOrd="0" destOrd="0" presId="urn:microsoft.com/office/officeart/2005/8/layout/list1"/>
    <dgm:cxn modelId="{BBB1FDEC-4F11-4F2F-B6DE-EE4003555C2A}" type="presParOf" srcId="{D32CED7D-9F25-45B7-9983-2E5BDC15D212}" destId="{0214FF55-0D7F-43B9-9C75-3FD16E2ABC4F}" srcOrd="1" destOrd="0" presId="urn:microsoft.com/office/officeart/2005/8/layout/list1"/>
    <dgm:cxn modelId="{DBB0F3BE-7FD0-4228-AF23-4C9EDC761E96}" type="presParOf" srcId="{9D193184-A808-4504-A25E-8607D051EEF8}" destId="{033262A0-11A4-4F48-B79A-FDA32CF6E8A8}" srcOrd="13" destOrd="0" presId="urn:microsoft.com/office/officeart/2005/8/layout/list1"/>
    <dgm:cxn modelId="{888FEF3B-F25B-47C2-9773-5047A5FADECF}" type="presParOf" srcId="{9D193184-A808-4504-A25E-8607D051EEF8}" destId="{5E96911E-DE57-45CC-A752-C6F6F9E6CCE3}" srcOrd="14" destOrd="0" presId="urn:microsoft.com/office/officeart/2005/8/layout/list1"/>
    <dgm:cxn modelId="{82B2CA22-94C7-4DDE-9892-37F18F242D23}" type="presParOf" srcId="{9D193184-A808-4504-A25E-8607D051EEF8}" destId="{134FA204-7FA1-4A06-87E1-63BF153C78AE}" srcOrd="15" destOrd="0" presId="urn:microsoft.com/office/officeart/2005/8/layout/list1"/>
    <dgm:cxn modelId="{B467AF43-F0D6-4B3D-9D03-9A6E82763995}" type="presParOf" srcId="{9D193184-A808-4504-A25E-8607D051EEF8}" destId="{D9B57DFC-BB4D-49C2-BD0A-6B9E992150EB}" srcOrd="16" destOrd="0" presId="urn:microsoft.com/office/officeart/2005/8/layout/list1"/>
    <dgm:cxn modelId="{9E0CA718-F716-4585-A348-BDCBEF53B3E6}" type="presParOf" srcId="{D9B57DFC-BB4D-49C2-BD0A-6B9E992150EB}" destId="{719E15C9-64B4-4241-AC16-E22E99F225E6}" srcOrd="0" destOrd="0" presId="urn:microsoft.com/office/officeart/2005/8/layout/list1"/>
    <dgm:cxn modelId="{6E27C025-9ED7-4630-8E7F-B6E9666D2104}" type="presParOf" srcId="{D9B57DFC-BB4D-49C2-BD0A-6B9E992150EB}" destId="{EF0E48B6-2773-460B-B06C-F60E77D7EE84}" srcOrd="1" destOrd="0" presId="urn:microsoft.com/office/officeart/2005/8/layout/list1"/>
    <dgm:cxn modelId="{29CB6F76-6AAF-42F3-82B0-56A5E3B17EA3}" type="presParOf" srcId="{9D193184-A808-4504-A25E-8607D051EEF8}" destId="{60E5DA41-6EB2-4703-A35F-39A4C7F880DB}" srcOrd="17" destOrd="0" presId="urn:microsoft.com/office/officeart/2005/8/layout/list1"/>
    <dgm:cxn modelId="{65AA4F61-3C2F-46FF-AF76-88FDFBF8ABD1}" type="presParOf" srcId="{9D193184-A808-4504-A25E-8607D051EEF8}" destId="{A4A8D942-21BB-4160-B16F-549C1DA962DC}" srcOrd="18" destOrd="0" presId="urn:microsoft.com/office/officeart/2005/8/layout/list1"/>
    <dgm:cxn modelId="{644F3653-F29A-412B-8F78-C6D3B0DCF976}" type="presParOf" srcId="{9D193184-A808-4504-A25E-8607D051EEF8}" destId="{DEF269DD-514A-4967-B03D-5DEE9F9657D5}" srcOrd="19" destOrd="0" presId="urn:microsoft.com/office/officeart/2005/8/layout/list1"/>
    <dgm:cxn modelId="{99978C9C-EC9D-4D14-AAFA-4BF12F6E08C5}" type="presParOf" srcId="{9D193184-A808-4504-A25E-8607D051EEF8}" destId="{7D0EECA7-C1E4-4B5B-B26D-FA0DA03F9DF9}" srcOrd="20" destOrd="0" presId="urn:microsoft.com/office/officeart/2005/8/layout/list1"/>
    <dgm:cxn modelId="{3D7DEB6F-7415-40DF-AE52-3D663E7B9700}" type="presParOf" srcId="{7D0EECA7-C1E4-4B5B-B26D-FA0DA03F9DF9}" destId="{46361837-E72E-4997-A7C5-279CFEC8F74E}" srcOrd="0" destOrd="0" presId="urn:microsoft.com/office/officeart/2005/8/layout/list1"/>
    <dgm:cxn modelId="{7C1F3F3D-076A-41CE-8690-B397040CA0E1}" type="presParOf" srcId="{7D0EECA7-C1E4-4B5B-B26D-FA0DA03F9DF9}" destId="{1FA08C6A-479A-48D8-BACB-F4ADC01815B7}" srcOrd="1" destOrd="0" presId="urn:microsoft.com/office/officeart/2005/8/layout/list1"/>
    <dgm:cxn modelId="{8DA6405D-C8AF-4175-8AB8-58DBB7BD8164}" type="presParOf" srcId="{9D193184-A808-4504-A25E-8607D051EEF8}" destId="{D549128C-FE86-47DD-B6F9-A2966D0A66A2}" srcOrd="21" destOrd="0" presId="urn:microsoft.com/office/officeart/2005/8/layout/list1"/>
    <dgm:cxn modelId="{8082253F-0068-4674-8DD0-20D48EFAEFE3}" type="presParOf" srcId="{9D193184-A808-4504-A25E-8607D051EEF8}" destId="{0E9F3B95-31B6-4134-8D15-ABD42DBFB13F}" srcOrd="22" destOrd="0" presId="urn:microsoft.com/office/officeart/2005/8/layout/list1"/>
    <dgm:cxn modelId="{CB1835D0-4A63-498D-BE22-5B5B457D3A19}" type="presParOf" srcId="{9D193184-A808-4504-A25E-8607D051EEF8}" destId="{12A9F9E6-5652-4084-BE56-701F9CA954DB}" srcOrd="23" destOrd="0" presId="urn:microsoft.com/office/officeart/2005/8/layout/list1"/>
    <dgm:cxn modelId="{FFDFF337-A65A-4772-8D2B-09E14386F688}" type="presParOf" srcId="{9D193184-A808-4504-A25E-8607D051EEF8}" destId="{3AEA1617-64FE-4C02-BD52-8B154A676EEB}" srcOrd="24" destOrd="0" presId="urn:microsoft.com/office/officeart/2005/8/layout/list1"/>
    <dgm:cxn modelId="{5652697C-8720-4311-8E2C-F4D6FB9456F2}" type="presParOf" srcId="{3AEA1617-64FE-4C02-BD52-8B154A676EEB}" destId="{6BF86F8F-4E7B-4E0D-80A3-4C32BFCC92FE}" srcOrd="0" destOrd="0" presId="urn:microsoft.com/office/officeart/2005/8/layout/list1"/>
    <dgm:cxn modelId="{A1B79B5E-CD9D-4A58-974F-A6443813FEE6}" type="presParOf" srcId="{3AEA1617-64FE-4C02-BD52-8B154A676EEB}" destId="{F4D548DD-0746-4271-BE3C-651E067278C0}" srcOrd="1" destOrd="0" presId="urn:microsoft.com/office/officeart/2005/8/layout/list1"/>
    <dgm:cxn modelId="{E4923A3E-2421-4246-9C61-FE530DB8EE4B}" type="presParOf" srcId="{9D193184-A808-4504-A25E-8607D051EEF8}" destId="{1FEB305D-B218-47E9-BCB5-49EF11F46592}" srcOrd="25" destOrd="0" presId="urn:microsoft.com/office/officeart/2005/8/layout/list1"/>
    <dgm:cxn modelId="{1D818F2A-AA96-478E-9772-900D873F04E3}" type="presParOf" srcId="{9D193184-A808-4504-A25E-8607D051EEF8}" destId="{CF1B37ED-68A6-450D-B374-0E92905AC01C}"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A8C25162-0288-403B-BF67-40E512B0AEBE}"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A3B65E70-075B-43C4-9F05-B500DD7B4B8F}">
      <dgm:prSet custT="1"/>
      <dgm:spPr/>
      <dgm:t>
        <a:bodyPr/>
        <a:lstStyle/>
        <a:p>
          <a:r>
            <a:rPr lang="en-IN" sz="1800" b="1" dirty="0">
              <a:solidFill>
                <a:srgbClr val="C00000"/>
              </a:solidFill>
            </a:rPr>
            <a:t>IMPERATIVE SENTENCES</a:t>
          </a:r>
        </a:p>
      </dgm:t>
    </dgm:pt>
    <dgm:pt modelId="{67C89795-EF0E-4C11-9B73-5A8D78084AF9}" type="parTrans" cxnId="{D3E986C3-4C3D-479D-8585-F56812C606E4}">
      <dgm:prSet/>
      <dgm:spPr/>
      <dgm:t>
        <a:bodyPr/>
        <a:lstStyle/>
        <a:p>
          <a:endParaRPr lang="en-IN"/>
        </a:p>
      </dgm:t>
    </dgm:pt>
    <dgm:pt modelId="{A77229D4-0B72-42B0-ABD6-99CA6BDDAA08}" type="sibTrans" cxnId="{D3E986C3-4C3D-479D-8585-F56812C606E4}">
      <dgm:prSet/>
      <dgm:spPr/>
      <dgm:t>
        <a:bodyPr/>
        <a:lstStyle/>
        <a:p>
          <a:endParaRPr lang="en-IN"/>
        </a:p>
      </dgm:t>
    </dgm:pt>
    <dgm:pt modelId="{0D3D997D-7E1F-40E6-866D-5CACEF6BE5C2}">
      <dgm:prSet custT="1"/>
      <dgm:spPr/>
      <dgm:t>
        <a:bodyPr/>
        <a:lstStyle/>
        <a:p>
          <a:r>
            <a:rPr lang="en-IN" sz="2800" b="1" dirty="0"/>
            <a:t>1. With object 2. Without object Moral Suggestion</a:t>
          </a:r>
        </a:p>
      </dgm:t>
    </dgm:pt>
    <dgm:pt modelId="{BD3DCA2C-A1AF-48BE-91A3-B20E76277FC8}" type="parTrans" cxnId="{12F973CA-15EB-443C-A32D-F756C0F21E06}">
      <dgm:prSet/>
      <dgm:spPr/>
      <dgm:t>
        <a:bodyPr/>
        <a:lstStyle/>
        <a:p>
          <a:endParaRPr lang="en-IN"/>
        </a:p>
      </dgm:t>
    </dgm:pt>
    <dgm:pt modelId="{CC9FB164-7F6F-4E9A-A734-66A4327FD68D}" type="sibTrans" cxnId="{12F973CA-15EB-443C-A32D-F756C0F21E06}">
      <dgm:prSet/>
      <dgm:spPr/>
      <dgm:t>
        <a:bodyPr/>
        <a:lstStyle/>
        <a:p>
          <a:endParaRPr lang="en-IN"/>
        </a:p>
      </dgm:t>
    </dgm:pt>
    <dgm:pt modelId="{194818C8-10BE-4465-B9BF-AE9EEBCC90C3}">
      <dgm:prSet custT="1"/>
      <dgm:spPr/>
      <dgm:t>
        <a:bodyPr/>
        <a:lstStyle/>
        <a:p>
          <a:r>
            <a:rPr lang="en-IN" sz="2800" dirty="0"/>
            <a:t>(</a:t>
          </a:r>
          <a:r>
            <a:rPr lang="en-IN" sz="2800" dirty="0" err="1"/>
            <a:t>i</a:t>
          </a:r>
          <a:r>
            <a:rPr lang="en-IN" sz="2800" dirty="0"/>
            <a:t>) Shut the door (A.V.) (</a:t>
          </a:r>
          <a:r>
            <a:rPr lang="en-IN" sz="2800" dirty="0" err="1"/>
            <a:t>i</a:t>
          </a:r>
          <a:r>
            <a:rPr lang="en-IN" sz="2800" dirty="0"/>
            <a:t>) Go away. (A.V.) (</a:t>
          </a:r>
          <a:r>
            <a:rPr lang="en-IN" sz="2800" dirty="0" err="1"/>
            <a:t>i</a:t>
          </a:r>
          <a:r>
            <a:rPr lang="en-IN" sz="2800" dirty="0"/>
            <a:t>) Help the poor. (A.V.)</a:t>
          </a:r>
        </a:p>
      </dgm:t>
    </dgm:pt>
    <dgm:pt modelId="{C038A323-969F-40A3-B5C3-46584A52BCF5}" type="parTrans" cxnId="{DC4806DB-29CC-4C71-B116-4F978F18526F}">
      <dgm:prSet/>
      <dgm:spPr/>
      <dgm:t>
        <a:bodyPr/>
        <a:lstStyle/>
        <a:p>
          <a:endParaRPr lang="en-IN"/>
        </a:p>
      </dgm:t>
    </dgm:pt>
    <dgm:pt modelId="{91709824-F75B-485F-BD57-EC22C67C5E1C}" type="sibTrans" cxnId="{DC4806DB-29CC-4C71-B116-4F978F18526F}">
      <dgm:prSet/>
      <dgm:spPr/>
      <dgm:t>
        <a:bodyPr/>
        <a:lstStyle/>
        <a:p>
          <a:endParaRPr lang="en-IN"/>
        </a:p>
      </dgm:t>
    </dgm:pt>
    <dgm:pt modelId="{9D8E5749-1777-4916-8B1C-F980ECFDFCED}">
      <dgm:prSet custT="1"/>
      <dgm:spPr/>
      <dgm:t>
        <a:bodyPr/>
        <a:lstStyle/>
        <a:p>
          <a:r>
            <a:rPr lang="en-IN" sz="2800" b="1" dirty="0">
              <a:solidFill>
                <a:srgbClr val="C00000"/>
              </a:solidFill>
            </a:rPr>
            <a:t>1st way </a:t>
          </a:r>
          <a:r>
            <a:rPr lang="en-IN" sz="2800" dirty="0"/>
            <a:t>Let the door be shut. (P.V.)</a:t>
          </a:r>
        </a:p>
      </dgm:t>
    </dgm:pt>
    <dgm:pt modelId="{9773F378-35A7-454D-8577-25752805D35F}" type="parTrans" cxnId="{1F2B7FF6-F599-4478-B576-5279D5019236}">
      <dgm:prSet/>
      <dgm:spPr/>
      <dgm:t>
        <a:bodyPr/>
        <a:lstStyle/>
        <a:p>
          <a:endParaRPr lang="en-IN"/>
        </a:p>
      </dgm:t>
    </dgm:pt>
    <dgm:pt modelId="{6086AE92-5EF7-42A4-B38A-D285FF3110D1}" type="sibTrans" cxnId="{1F2B7FF6-F599-4478-B576-5279D5019236}">
      <dgm:prSet/>
      <dgm:spPr/>
      <dgm:t>
        <a:bodyPr/>
        <a:lstStyle/>
        <a:p>
          <a:endParaRPr lang="en-IN"/>
        </a:p>
      </dgm:t>
    </dgm:pt>
    <dgm:pt modelId="{F77C8087-2A29-4E64-BD10-226421BFA609}">
      <dgm:prSet custT="1"/>
      <dgm:spPr/>
      <dgm:t>
        <a:bodyPr/>
        <a:lstStyle/>
        <a:p>
          <a:r>
            <a:rPr lang="en-IN" sz="2800" b="1" dirty="0">
              <a:solidFill>
                <a:srgbClr val="C00000"/>
              </a:solidFill>
            </a:rPr>
            <a:t>Let + </a:t>
          </a:r>
          <a:r>
            <a:rPr lang="en-IN" sz="2800" b="1" dirty="0" err="1">
              <a:solidFill>
                <a:srgbClr val="C00000"/>
              </a:solidFill>
            </a:rPr>
            <a:t>obj</a:t>
          </a:r>
          <a:r>
            <a:rPr lang="en-IN" sz="2800" b="1" dirty="0">
              <a:solidFill>
                <a:srgbClr val="C00000"/>
              </a:solidFill>
            </a:rPr>
            <a:t> + be + V3</a:t>
          </a:r>
        </a:p>
      </dgm:t>
    </dgm:pt>
    <dgm:pt modelId="{4353744D-B1B3-4094-BC7E-81117408423E}" type="parTrans" cxnId="{435153F6-F981-471C-B31F-7E87BF396573}">
      <dgm:prSet/>
      <dgm:spPr/>
      <dgm:t>
        <a:bodyPr/>
        <a:lstStyle/>
        <a:p>
          <a:endParaRPr lang="en-IN"/>
        </a:p>
      </dgm:t>
    </dgm:pt>
    <dgm:pt modelId="{3030817B-F6FC-42DF-BFB0-1E5E29F991B2}" type="sibTrans" cxnId="{435153F6-F981-471C-B31F-7E87BF396573}">
      <dgm:prSet/>
      <dgm:spPr/>
      <dgm:t>
        <a:bodyPr/>
        <a:lstStyle/>
        <a:p>
          <a:endParaRPr lang="en-IN"/>
        </a:p>
      </dgm:t>
    </dgm:pt>
    <dgm:pt modelId="{25C20C9A-AC1C-4AE3-BCC8-040931FB67CA}">
      <dgm:prSet custT="1"/>
      <dgm:spPr/>
      <dgm:t>
        <a:bodyPr/>
        <a:lstStyle/>
        <a:p>
          <a:r>
            <a:rPr lang="en-IN" sz="2800" dirty="0"/>
            <a:t>You are ordered to go away. (P.V.)</a:t>
          </a:r>
        </a:p>
      </dgm:t>
    </dgm:pt>
    <dgm:pt modelId="{7F7D7B4A-40F3-48B6-BA9A-0C20F30B2243}" type="parTrans" cxnId="{E56F7769-0AAA-4BD1-BDB0-BCCF5D0C9D9C}">
      <dgm:prSet/>
      <dgm:spPr/>
      <dgm:t>
        <a:bodyPr/>
        <a:lstStyle/>
        <a:p>
          <a:endParaRPr lang="en-IN"/>
        </a:p>
      </dgm:t>
    </dgm:pt>
    <dgm:pt modelId="{33BF786A-183B-43F7-ABEC-DB7DB194CA41}" type="sibTrans" cxnId="{E56F7769-0AAA-4BD1-BDB0-BCCF5D0C9D9C}">
      <dgm:prSet/>
      <dgm:spPr/>
      <dgm:t>
        <a:bodyPr/>
        <a:lstStyle/>
        <a:p>
          <a:endParaRPr lang="en-IN"/>
        </a:p>
      </dgm:t>
    </dgm:pt>
    <dgm:pt modelId="{BA3CD329-A9ED-41D5-BE4B-0E8AFB667CAA}">
      <dgm:prSet custT="1"/>
      <dgm:spPr/>
      <dgm:t>
        <a:bodyPr/>
        <a:lstStyle/>
        <a:p>
          <a:r>
            <a:rPr lang="en-IN" sz="2800" dirty="0"/>
            <a:t>The poor should be  helped. (P.V.)</a:t>
          </a:r>
        </a:p>
      </dgm:t>
    </dgm:pt>
    <dgm:pt modelId="{79C854E7-C159-4972-AC20-630B2A6D2D48}" type="parTrans" cxnId="{1372D971-2B32-41DD-9573-A32670F8B44E}">
      <dgm:prSet/>
      <dgm:spPr/>
      <dgm:t>
        <a:bodyPr/>
        <a:lstStyle/>
        <a:p>
          <a:endParaRPr lang="en-IN"/>
        </a:p>
      </dgm:t>
    </dgm:pt>
    <dgm:pt modelId="{971F0FE9-F24B-45B4-AB96-F65E3520EA31}" type="sibTrans" cxnId="{1372D971-2B32-41DD-9573-A32670F8B44E}">
      <dgm:prSet/>
      <dgm:spPr/>
      <dgm:t>
        <a:bodyPr/>
        <a:lstStyle/>
        <a:p>
          <a:endParaRPr lang="en-IN"/>
        </a:p>
      </dgm:t>
    </dgm:pt>
    <dgm:pt modelId="{9D193184-A808-4504-A25E-8607D051EEF8}" type="pres">
      <dgm:prSet presAssocID="{A8C25162-0288-403B-BF67-40E512B0AEBE}" presName="linear" presStyleCnt="0">
        <dgm:presLayoutVars>
          <dgm:dir/>
          <dgm:animLvl val="lvl"/>
          <dgm:resizeHandles val="exact"/>
        </dgm:presLayoutVars>
      </dgm:prSet>
      <dgm:spPr/>
    </dgm:pt>
    <dgm:pt modelId="{9743E72F-2ACC-4255-B6C6-DCBB9C1F5BCC}" type="pres">
      <dgm:prSet presAssocID="{A3B65E70-075B-43C4-9F05-B500DD7B4B8F}" presName="parentLin" presStyleCnt="0"/>
      <dgm:spPr/>
    </dgm:pt>
    <dgm:pt modelId="{0066B0AF-5F92-449E-9D10-B083665A6CF9}" type="pres">
      <dgm:prSet presAssocID="{A3B65E70-075B-43C4-9F05-B500DD7B4B8F}" presName="parentLeftMargin" presStyleLbl="node1" presStyleIdx="0" presStyleCnt="7"/>
      <dgm:spPr/>
    </dgm:pt>
    <dgm:pt modelId="{8ECC0FA4-ECAC-47D3-B816-8EC950B687B0}" type="pres">
      <dgm:prSet presAssocID="{A3B65E70-075B-43C4-9F05-B500DD7B4B8F}" presName="parentText" presStyleLbl="node1" presStyleIdx="0" presStyleCnt="7" custScaleX="142857">
        <dgm:presLayoutVars>
          <dgm:chMax val="0"/>
          <dgm:bulletEnabled val="1"/>
        </dgm:presLayoutVars>
      </dgm:prSet>
      <dgm:spPr/>
    </dgm:pt>
    <dgm:pt modelId="{4C0B0FFB-FBBB-451A-9EC7-023D3A3B9023}" type="pres">
      <dgm:prSet presAssocID="{A3B65E70-075B-43C4-9F05-B500DD7B4B8F}" presName="negativeSpace" presStyleCnt="0"/>
      <dgm:spPr/>
    </dgm:pt>
    <dgm:pt modelId="{C85CC64A-FB6A-429F-A3E8-95BE522211C9}" type="pres">
      <dgm:prSet presAssocID="{A3B65E70-075B-43C4-9F05-B500DD7B4B8F}" presName="childText" presStyleLbl="conFgAcc1" presStyleIdx="0" presStyleCnt="7">
        <dgm:presLayoutVars>
          <dgm:bulletEnabled val="1"/>
        </dgm:presLayoutVars>
      </dgm:prSet>
      <dgm:spPr/>
    </dgm:pt>
    <dgm:pt modelId="{C438A62B-7144-46F8-951A-9CF48F2AC09C}" type="pres">
      <dgm:prSet presAssocID="{A77229D4-0B72-42B0-ABD6-99CA6BDDAA08}" presName="spaceBetweenRectangles" presStyleCnt="0"/>
      <dgm:spPr/>
    </dgm:pt>
    <dgm:pt modelId="{FD4AC79D-E529-489F-AEBB-D448009CCB4E}" type="pres">
      <dgm:prSet presAssocID="{0D3D997D-7E1F-40E6-866D-5CACEF6BE5C2}" presName="parentLin" presStyleCnt="0"/>
      <dgm:spPr/>
    </dgm:pt>
    <dgm:pt modelId="{C7FC2B21-4766-48B9-8A0B-F709EAF4A057}" type="pres">
      <dgm:prSet presAssocID="{0D3D997D-7E1F-40E6-866D-5CACEF6BE5C2}" presName="parentLeftMargin" presStyleLbl="node1" presStyleIdx="0" presStyleCnt="7"/>
      <dgm:spPr/>
    </dgm:pt>
    <dgm:pt modelId="{61171F01-9D99-4A6E-8882-592D2E595BAC}" type="pres">
      <dgm:prSet presAssocID="{0D3D997D-7E1F-40E6-866D-5CACEF6BE5C2}" presName="parentText" presStyleLbl="node1" presStyleIdx="1" presStyleCnt="7" custScaleX="142857">
        <dgm:presLayoutVars>
          <dgm:chMax val="0"/>
          <dgm:bulletEnabled val="1"/>
        </dgm:presLayoutVars>
      </dgm:prSet>
      <dgm:spPr/>
    </dgm:pt>
    <dgm:pt modelId="{8331DEFF-D39C-43B6-9E87-C66DB9495692}" type="pres">
      <dgm:prSet presAssocID="{0D3D997D-7E1F-40E6-866D-5CACEF6BE5C2}" presName="negativeSpace" presStyleCnt="0"/>
      <dgm:spPr/>
    </dgm:pt>
    <dgm:pt modelId="{54A1E875-31AD-45F5-8738-16E1F80EE40D}" type="pres">
      <dgm:prSet presAssocID="{0D3D997D-7E1F-40E6-866D-5CACEF6BE5C2}" presName="childText" presStyleLbl="conFgAcc1" presStyleIdx="1" presStyleCnt="7">
        <dgm:presLayoutVars>
          <dgm:bulletEnabled val="1"/>
        </dgm:presLayoutVars>
      </dgm:prSet>
      <dgm:spPr/>
    </dgm:pt>
    <dgm:pt modelId="{6FC02ABC-6E31-467C-B4C2-7CC356D50073}" type="pres">
      <dgm:prSet presAssocID="{CC9FB164-7F6F-4E9A-A734-66A4327FD68D}" presName="spaceBetweenRectangles" presStyleCnt="0"/>
      <dgm:spPr/>
    </dgm:pt>
    <dgm:pt modelId="{F8F0DFE1-8546-4611-B54E-C73BCC0ACB77}" type="pres">
      <dgm:prSet presAssocID="{194818C8-10BE-4465-B9BF-AE9EEBCC90C3}" presName="parentLin" presStyleCnt="0"/>
      <dgm:spPr/>
    </dgm:pt>
    <dgm:pt modelId="{9D70F401-330A-46EE-A68F-20AE832D7E6F}" type="pres">
      <dgm:prSet presAssocID="{194818C8-10BE-4465-B9BF-AE9EEBCC90C3}" presName="parentLeftMargin" presStyleLbl="node1" presStyleIdx="1" presStyleCnt="7"/>
      <dgm:spPr/>
    </dgm:pt>
    <dgm:pt modelId="{069467A7-1817-4E56-85DF-A302D6584004}" type="pres">
      <dgm:prSet presAssocID="{194818C8-10BE-4465-B9BF-AE9EEBCC90C3}" presName="parentText" presStyleLbl="node1" presStyleIdx="2" presStyleCnt="7" custScaleX="142857">
        <dgm:presLayoutVars>
          <dgm:chMax val="0"/>
          <dgm:bulletEnabled val="1"/>
        </dgm:presLayoutVars>
      </dgm:prSet>
      <dgm:spPr/>
    </dgm:pt>
    <dgm:pt modelId="{9F1EA75B-6E87-4471-9EBE-0462CA28AC04}" type="pres">
      <dgm:prSet presAssocID="{194818C8-10BE-4465-B9BF-AE9EEBCC90C3}" presName="negativeSpace" presStyleCnt="0"/>
      <dgm:spPr/>
    </dgm:pt>
    <dgm:pt modelId="{059338DE-AE2B-4DBA-9748-05A74E81D460}" type="pres">
      <dgm:prSet presAssocID="{194818C8-10BE-4465-B9BF-AE9EEBCC90C3}" presName="childText" presStyleLbl="conFgAcc1" presStyleIdx="2" presStyleCnt="7">
        <dgm:presLayoutVars>
          <dgm:bulletEnabled val="1"/>
        </dgm:presLayoutVars>
      </dgm:prSet>
      <dgm:spPr/>
    </dgm:pt>
    <dgm:pt modelId="{AFB743C3-4018-4096-8627-E4978056ABE3}" type="pres">
      <dgm:prSet presAssocID="{91709824-F75B-485F-BD57-EC22C67C5E1C}" presName="spaceBetweenRectangles" presStyleCnt="0"/>
      <dgm:spPr/>
    </dgm:pt>
    <dgm:pt modelId="{34F980D8-62D5-4D1B-A7F5-CC82A7BB0CA9}" type="pres">
      <dgm:prSet presAssocID="{9D8E5749-1777-4916-8B1C-F980ECFDFCED}" presName="parentLin" presStyleCnt="0"/>
      <dgm:spPr/>
    </dgm:pt>
    <dgm:pt modelId="{F2F2BC63-D654-42E6-BE61-E06239C1F971}" type="pres">
      <dgm:prSet presAssocID="{9D8E5749-1777-4916-8B1C-F980ECFDFCED}" presName="parentLeftMargin" presStyleLbl="node1" presStyleIdx="2" presStyleCnt="7"/>
      <dgm:spPr/>
    </dgm:pt>
    <dgm:pt modelId="{E025AC46-FE82-4E53-876D-C4B1BCD7A96D}" type="pres">
      <dgm:prSet presAssocID="{9D8E5749-1777-4916-8B1C-F980ECFDFCED}" presName="parentText" presStyleLbl="node1" presStyleIdx="3" presStyleCnt="7" custScaleX="142857">
        <dgm:presLayoutVars>
          <dgm:chMax val="0"/>
          <dgm:bulletEnabled val="1"/>
        </dgm:presLayoutVars>
      </dgm:prSet>
      <dgm:spPr/>
    </dgm:pt>
    <dgm:pt modelId="{009B7EC4-055A-4428-94BD-B6187F2E3C20}" type="pres">
      <dgm:prSet presAssocID="{9D8E5749-1777-4916-8B1C-F980ECFDFCED}" presName="negativeSpace" presStyleCnt="0"/>
      <dgm:spPr/>
    </dgm:pt>
    <dgm:pt modelId="{1EDC4A0E-AFDE-4DE8-B83C-AC7F1D986226}" type="pres">
      <dgm:prSet presAssocID="{9D8E5749-1777-4916-8B1C-F980ECFDFCED}" presName="childText" presStyleLbl="conFgAcc1" presStyleIdx="3" presStyleCnt="7">
        <dgm:presLayoutVars>
          <dgm:bulletEnabled val="1"/>
        </dgm:presLayoutVars>
      </dgm:prSet>
      <dgm:spPr/>
    </dgm:pt>
    <dgm:pt modelId="{A598479E-525B-403C-BAD7-5884D20BDCE1}" type="pres">
      <dgm:prSet presAssocID="{6086AE92-5EF7-42A4-B38A-D285FF3110D1}" presName="spaceBetweenRectangles" presStyleCnt="0"/>
      <dgm:spPr/>
    </dgm:pt>
    <dgm:pt modelId="{5FE31C68-9056-4EF9-A324-CD61E272C8C6}" type="pres">
      <dgm:prSet presAssocID="{F77C8087-2A29-4E64-BD10-226421BFA609}" presName="parentLin" presStyleCnt="0"/>
      <dgm:spPr/>
    </dgm:pt>
    <dgm:pt modelId="{BA173E62-A86B-4A70-AF5B-16E5A6279293}" type="pres">
      <dgm:prSet presAssocID="{F77C8087-2A29-4E64-BD10-226421BFA609}" presName="parentLeftMargin" presStyleLbl="node1" presStyleIdx="3" presStyleCnt="7"/>
      <dgm:spPr/>
    </dgm:pt>
    <dgm:pt modelId="{2CFFA5F4-72EA-4275-B44B-B8015BA972BB}" type="pres">
      <dgm:prSet presAssocID="{F77C8087-2A29-4E64-BD10-226421BFA609}" presName="parentText" presStyleLbl="node1" presStyleIdx="4" presStyleCnt="7" custScaleX="142857">
        <dgm:presLayoutVars>
          <dgm:chMax val="0"/>
          <dgm:bulletEnabled val="1"/>
        </dgm:presLayoutVars>
      </dgm:prSet>
      <dgm:spPr/>
    </dgm:pt>
    <dgm:pt modelId="{BF45E304-E962-46BB-A6BA-B2077346655C}" type="pres">
      <dgm:prSet presAssocID="{F77C8087-2A29-4E64-BD10-226421BFA609}" presName="negativeSpace" presStyleCnt="0"/>
      <dgm:spPr/>
    </dgm:pt>
    <dgm:pt modelId="{D3D958CC-0A9C-45A4-98E6-2CA06D6D4765}" type="pres">
      <dgm:prSet presAssocID="{F77C8087-2A29-4E64-BD10-226421BFA609}" presName="childText" presStyleLbl="conFgAcc1" presStyleIdx="4" presStyleCnt="7">
        <dgm:presLayoutVars>
          <dgm:bulletEnabled val="1"/>
        </dgm:presLayoutVars>
      </dgm:prSet>
      <dgm:spPr/>
    </dgm:pt>
    <dgm:pt modelId="{25C07679-22C5-4BCC-822F-F74DF3606261}" type="pres">
      <dgm:prSet presAssocID="{3030817B-F6FC-42DF-BFB0-1E5E29F991B2}" presName="spaceBetweenRectangles" presStyleCnt="0"/>
      <dgm:spPr/>
    </dgm:pt>
    <dgm:pt modelId="{DCA32FD2-D243-4093-AE1D-BFA60143F833}" type="pres">
      <dgm:prSet presAssocID="{25C20C9A-AC1C-4AE3-BCC8-040931FB67CA}" presName="parentLin" presStyleCnt="0"/>
      <dgm:spPr/>
    </dgm:pt>
    <dgm:pt modelId="{98305BE8-8E5C-408C-A485-785F46F337F6}" type="pres">
      <dgm:prSet presAssocID="{25C20C9A-AC1C-4AE3-BCC8-040931FB67CA}" presName="parentLeftMargin" presStyleLbl="node1" presStyleIdx="4" presStyleCnt="7"/>
      <dgm:spPr/>
    </dgm:pt>
    <dgm:pt modelId="{8B017DE3-AD96-4DB7-9CC1-6375DF2CE3BF}" type="pres">
      <dgm:prSet presAssocID="{25C20C9A-AC1C-4AE3-BCC8-040931FB67CA}" presName="parentText" presStyleLbl="node1" presStyleIdx="5" presStyleCnt="7" custScaleX="142857">
        <dgm:presLayoutVars>
          <dgm:chMax val="0"/>
          <dgm:bulletEnabled val="1"/>
        </dgm:presLayoutVars>
      </dgm:prSet>
      <dgm:spPr/>
    </dgm:pt>
    <dgm:pt modelId="{1DD50749-425E-4A7C-ABED-19AF4D2CB857}" type="pres">
      <dgm:prSet presAssocID="{25C20C9A-AC1C-4AE3-BCC8-040931FB67CA}" presName="negativeSpace" presStyleCnt="0"/>
      <dgm:spPr/>
    </dgm:pt>
    <dgm:pt modelId="{C7F46BED-B20F-419A-9101-CD6F01D4F4C1}" type="pres">
      <dgm:prSet presAssocID="{25C20C9A-AC1C-4AE3-BCC8-040931FB67CA}" presName="childText" presStyleLbl="conFgAcc1" presStyleIdx="5" presStyleCnt="7">
        <dgm:presLayoutVars>
          <dgm:bulletEnabled val="1"/>
        </dgm:presLayoutVars>
      </dgm:prSet>
      <dgm:spPr/>
    </dgm:pt>
    <dgm:pt modelId="{46B7BAA2-AE8C-45D1-A116-8E5F139F63C3}" type="pres">
      <dgm:prSet presAssocID="{33BF786A-183B-43F7-ABEC-DB7DB194CA41}" presName="spaceBetweenRectangles" presStyleCnt="0"/>
      <dgm:spPr/>
    </dgm:pt>
    <dgm:pt modelId="{E5E0E808-5B5E-4472-B984-E7BD3081DB8C}" type="pres">
      <dgm:prSet presAssocID="{BA3CD329-A9ED-41D5-BE4B-0E8AFB667CAA}" presName="parentLin" presStyleCnt="0"/>
      <dgm:spPr/>
    </dgm:pt>
    <dgm:pt modelId="{9E2070A4-F89E-4940-8E2F-AF810343D331}" type="pres">
      <dgm:prSet presAssocID="{BA3CD329-A9ED-41D5-BE4B-0E8AFB667CAA}" presName="parentLeftMargin" presStyleLbl="node1" presStyleIdx="5" presStyleCnt="7"/>
      <dgm:spPr/>
    </dgm:pt>
    <dgm:pt modelId="{DC18B290-7A2F-4334-AB87-7B966A99632E}" type="pres">
      <dgm:prSet presAssocID="{BA3CD329-A9ED-41D5-BE4B-0E8AFB667CAA}" presName="parentText" presStyleLbl="node1" presStyleIdx="6" presStyleCnt="7" custScaleX="142857">
        <dgm:presLayoutVars>
          <dgm:chMax val="0"/>
          <dgm:bulletEnabled val="1"/>
        </dgm:presLayoutVars>
      </dgm:prSet>
      <dgm:spPr/>
    </dgm:pt>
    <dgm:pt modelId="{2DC16622-EF11-4BE3-AD47-1786DF174E55}" type="pres">
      <dgm:prSet presAssocID="{BA3CD329-A9ED-41D5-BE4B-0E8AFB667CAA}" presName="negativeSpace" presStyleCnt="0"/>
      <dgm:spPr/>
    </dgm:pt>
    <dgm:pt modelId="{C3C3572F-4C81-4C42-BB0F-7A482D977728}" type="pres">
      <dgm:prSet presAssocID="{BA3CD329-A9ED-41D5-BE4B-0E8AFB667CAA}" presName="childText" presStyleLbl="conFgAcc1" presStyleIdx="6" presStyleCnt="7">
        <dgm:presLayoutVars>
          <dgm:bulletEnabled val="1"/>
        </dgm:presLayoutVars>
      </dgm:prSet>
      <dgm:spPr/>
    </dgm:pt>
  </dgm:ptLst>
  <dgm:cxnLst>
    <dgm:cxn modelId="{C22CD804-390B-44C3-AE29-802CBB7E46B7}" type="presOf" srcId="{25C20C9A-AC1C-4AE3-BCC8-040931FB67CA}" destId="{98305BE8-8E5C-408C-A485-785F46F337F6}" srcOrd="0" destOrd="0" presId="urn:microsoft.com/office/officeart/2005/8/layout/list1"/>
    <dgm:cxn modelId="{79236B13-E105-4376-8FCA-9D53191D3529}" type="presOf" srcId="{BA3CD329-A9ED-41D5-BE4B-0E8AFB667CAA}" destId="{9E2070A4-F89E-4940-8E2F-AF810343D331}" srcOrd="0" destOrd="0" presId="urn:microsoft.com/office/officeart/2005/8/layout/list1"/>
    <dgm:cxn modelId="{40DFD81C-F429-4417-8BDB-4E160DBB20AC}" type="presOf" srcId="{BA3CD329-A9ED-41D5-BE4B-0E8AFB667CAA}" destId="{DC18B290-7A2F-4334-AB87-7B966A99632E}" srcOrd="1" destOrd="0" presId="urn:microsoft.com/office/officeart/2005/8/layout/list1"/>
    <dgm:cxn modelId="{A58A682B-1211-4298-B95B-3E85A42F71F2}" type="presOf" srcId="{25C20C9A-AC1C-4AE3-BCC8-040931FB67CA}" destId="{8B017DE3-AD96-4DB7-9CC1-6375DF2CE3BF}" srcOrd="1" destOrd="0" presId="urn:microsoft.com/office/officeart/2005/8/layout/list1"/>
    <dgm:cxn modelId="{F5EEBC63-0E38-441F-9C2E-9D79487C560C}" type="presOf" srcId="{A3B65E70-075B-43C4-9F05-B500DD7B4B8F}" destId="{0066B0AF-5F92-449E-9D10-B083665A6CF9}" srcOrd="0" destOrd="0" presId="urn:microsoft.com/office/officeart/2005/8/layout/list1"/>
    <dgm:cxn modelId="{E56F7769-0AAA-4BD1-BDB0-BCCF5D0C9D9C}" srcId="{A8C25162-0288-403B-BF67-40E512B0AEBE}" destId="{25C20C9A-AC1C-4AE3-BCC8-040931FB67CA}" srcOrd="5" destOrd="0" parTransId="{7F7D7B4A-40F3-48B6-BA9A-0C20F30B2243}" sibTransId="{33BF786A-183B-43F7-ABEC-DB7DB194CA41}"/>
    <dgm:cxn modelId="{6FD6AB4B-D19A-4D11-90E2-F2B78E1CAF55}" type="presOf" srcId="{0D3D997D-7E1F-40E6-866D-5CACEF6BE5C2}" destId="{C7FC2B21-4766-48B9-8A0B-F709EAF4A057}" srcOrd="0" destOrd="0" presId="urn:microsoft.com/office/officeart/2005/8/layout/list1"/>
    <dgm:cxn modelId="{1372D971-2B32-41DD-9573-A32670F8B44E}" srcId="{A8C25162-0288-403B-BF67-40E512B0AEBE}" destId="{BA3CD329-A9ED-41D5-BE4B-0E8AFB667CAA}" srcOrd="6" destOrd="0" parTransId="{79C854E7-C159-4972-AC20-630B2A6D2D48}" sibTransId="{971F0FE9-F24B-45B4-AB96-F65E3520EA31}"/>
    <dgm:cxn modelId="{B41E4E76-CC04-418B-A1E6-14DF0A05F996}" type="presOf" srcId="{9D8E5749-1777-4916-8B1C-F980ECFDFCED}" destId="{F2F2BC63-D654-42E6-BE61-E06239C1F971}" srcOrd="0" destOrd="0" presId="urn:microsoft.com/office/officeart/2005/8/layout/list1"/>
    <dgm:cxn modelId="{EB821981-449F-4612-B724-C8BB38617B44}" type="presOf" srcId="{F77C8087-2A29-4E64-BD10-226421BFA609}" destId="{BA173E62-A86B-4A70-AF5B-16E5A6279293}" srcOrd="0" destOrd="0" presId="urn:microsoft.com/office/officeart/2005/8/layout/list1"/>
    <dgm:cxn modelId="{E4198B94-8986-4BC3-8F0F-71FF52BC271A}" type="presOf" srcId="{194818C8-10BE-4465-B9BF-AE9EEBCC90C3}" destId="{069467A7-1817-4E56-85DF-A302D6584004}" srcOrd="1" destOrd="0" presId="urn:microsoft.com/office/officeart/2005/8/layout/list1"/>
    <dgm:cxn modelId="{956DA895-5B34-4A0D-84F7-775FB8B9740E}" type="presOf" srcId="{A3B65E70-075B-43C4-9F05-B500DD7B4B8F}" destId="{8ECC0FA4-ECAC-47D3-B816-8EC950B687B0}" srcOrd="1" destOrd="0" presId="urn:microsoft.com/office/officeart/2005/8/layout/list1"/>
    <dgm:cxn modelId="{57CBE698-C908-4C3D-9879-3C1BC692E915}" type="presOf" srcId="{0D3D997D-7E1F-40E6-866D-5CACEF6BE5C2}" destId="{61171F01-9D99-4A6E-8882-592D2E595BAC}" srcOrd="1" destOrd="0" presId="urn:microsoft.com/office/officeart/2005/8/layout/list1"/>
    <dgm:cxn modelId="{03EFC9B7-1BC8-4997-8802-9E444A64DC13}" type="presOf" srcId="{9D8E5749-1777-4916-8B1C-F980ECFDFCED}" destId="{E025AC46-FE82-4E53-876D-C4B1BCD7A96D}" srcOrd="1" destOrd="0" presId="urn:microsoft.com/office/officeart/2005/8/layout/list1"/>
    <dgm:cxn modelId="{0D19FEB7-311D-41AB-9EC2-BDE50C490110}" type="presOf" srcId="{194818C8-10BE-4465-B9BF-AE9EEBCC90C3}" destId="{9D70F401-330A-46EE-A68F-20AE832D7E6F}" srcOrd="0" destOrd="0" presId="urn:microsoft.com/office/officeart/2005/8/layout/list1"/>
    <dgm:cxn modelId="{D3E986C3-4C3D-479D-8585-F56812C606E4}" srcId="{A8C25162-0288-403B-BF67-40E512B0AEBE}" destId="{A3B65E70-075B-43C4-9F05-B500DD7B4B8F}" srcOrd="0" destOrd="0" parTransId="{67C89795-EF0E-4C11-9B73-5A8D78084AF9}" sibTransId="{A77229D4-0B72-42B0-ABD6-99CA6BDDAA08}"/>
    <dgm:cxn modelId="{FEFD29C5-69B7-4CC2-82D3-B8CBA13DCC18}" type="presOf" srcId="{A8C25162-0288-403B-BF67-40E512B0AEBE}" destId="{9D193184-A808-4504-A25E-8607D051EEF8}" srcOrd="0" destOrd="0" presId="urn:microsoft.com/office/officeart/2005/8/layout/list1"/>
    <dgm:cxn modelId="{12F973CA-15EB-443C-A32D-F756C0F21E06}" srcId="{A8C25162-0288-403B-BF67-40E512B0AEBE}" destId="{0D3D997D-7E1F-40E6-866D-5CACEF6BE5C2}" srcOrd="1" destOrd="0" parTransId="{BD3DCA2C-A1AF-48BE-91A3-B20E76277FC8}" sibTransId="{CC9FB164-7F6F-4E9A-A734-66A4327FD68D}"/>
    <dgm:cxn modelId="{091F1FD1-77B5-4EBA-B6A4-0AD71E89D201}" type="presOf" srcId="{F77C8087-2A29-4E64-BD10-226421BFA609}" destId="{2CFFA5F4-72EA-4275-B44B-B8015BA972BB}" srcOrd="1" destOrd="0" presId="urn:microsoft.com/office/officeart/2005/8/layout/list1"/>
    <dgm:cxn modelId="{DC4806DB-29CC-4C71-B116-4F978F18526F}" srcId="{A8C25162-0288-403B-BF67-40E512B0AEBE}" destId="{194818C8-10BE-4465-B9BF-AE9EEBCC90C3}" srcOrd="2" destOrd="0" parTransId="{C038A323-969F-40A3-B5C3-46584A52BCF5}" sibTransId="{91709824-F75B-485F-BD57-EC22C67C5E1C}"/>
    <dgm:cxn modelId="{435153F6-F981-471C-B31F-7E87BF396573}" srcId="{A8C25162-0288-403B-BF67-40E512B0AEBE}" destId="{F77C8087-2A29-4E64-BD10-226421BFA609}" srcOrd="4" destOrd="0" parTransId="{4353744D-B1B3-4094-BC7E-81117408423E}" sibTransId="{3030817B-F6FC-42DF-BFB0-1E5E29F991B2}"/>
    <dgm:cxn modelId="{1F2B7FF6-F599-4478-B576-5279D5019236}" srcId="{A8C25162-0288-403B-BF67-40E512B0AEBE}" destId="{9D8E5749-1777-4916-8B1C-F980ECFDFCED}" srcOrd="3" destOrd="0" parTransId="{9773F378-35A7-454D-8577-25752805D35F}" sibTransId="{6086AE92-5EF7-42A4-B38A-D285FF3110D1}"/>
    <dgm:cxn modelId="{8ECA803D-EA18-4975-88DE-AB77881D0A0A}" type="presParOf" srcId="{9D193184-A808-4504-A25E-8607D051EEF8}" destId="{9743E72F-2ACC-4255-B6C6-DCBB9C1F5BCC}" srcOrd="0" destOrd="0" presId="urn:microsoft.com/office/officeart/2005/8/layout/list1"/>
    <dgm:cxn modelId="{167DC7B1-7E8B-4F4A-BFB1-37EC939324A7}" type="presParOf" srcId="{9743E72F-2ACC-4255-B6C6-DCBB9C1F5BCC}" destId="{0066B0AF-5F92-449E-9D10-B083665A6CF9}" srcOrd="0" destOrd="0" presId="urn:microsoft.com/office/officeart/2005/8/layout/list1"/>
    <dgm:cxn modelId="{6DBBFF8E-B1C3-4672-AE71-63CDB0208B6B}" type="presParOf" srcId="{9743E72F-2ACC-4255-B6C6-DCBB9C1F5BCC}" destId="{8ECC0FA4-ECAC-47D3-B816-8EC950B687B0}" srcOrd="1" destOrd="0" presId="urn:microsoft.com/office/officeart/2005/8/layout/list1"/>
    <dgm:cxn modelId="{5902461F-C0A3-4533-8C9F-0FAB58E24894}" type="presParOf" srcId="{9D193184-A808-4504-A25E-8607D051EEF8}" destId="{4C0B0FFB-FBBB-451A-9EC7-023D3A3B9023}" srcOrd="1" destOrd="0" presId="urn:microsoft.com/office/officeart/2005/8/layout/list1"/>
    <dgm:cxn modelId="{148DF970-C44B-46E1-BA3B-DD08C64F0CA6}" type="presParOf" srcId="{9D193184-A808-4504-A25E-8607D051EEF8}" destId="{C85CC64A-FB6A-429F-A3E8-95BE522211C9}" srcOrd="2" destOrd="0" presId="urn:microsoft.com/office/officeart/2005/8/layout/list1"/>
    <dgm:cxn modelId="{A7017DF7-F544-4F33-B8D6-D9C565C2E95C}" type="presParOf" srcId="{9D193184-A808-4504-A25E-8607D051EEF8}" destId="{C438A62B-7144-46F8-951A-9CF48F2AC09C}" srcOrd="3" destOrd="0" presId="urn:microsoft.com/office/officeart/2005/8/layout/list1"/>
    <dgm:cxn modelId="{19B53095-1612-4184-8E1C-D595FE053783}" type="presParOf" srcId="{9D193184-A808-4504-A25E-8607D051EEF8}" destId="{FD4AC79D-E529-489F-AEBB-D448009CCB4E}" srcOrd="4" destOrd="0" presId="urn:microsoft.com/office/officeart/2005/8/layout/list1"/>
    <dgm:cxn modelId="{6AA976B9-0922-48C3-A43C-2808104FD682}" type="presParOf" srcId="{FD4AC79D-E529-489F-AEBB-D448009CCB4E}" destId="{C7FC2B21-4766-48B9-8A0B-F709EAF4A057}" srcOrd="0" destOrd="0" presId="urn:microsoft.com/office/officeart/2005/8/layout/list1"/>
    <dgm:cxn modelId="{21C325F3-176C-41DB-AA37-511298D38627}" type="presParOf" srcId="{FD4AC79D-E529-489F-AEBB-D448009CCB4E}" destId="{61171F01-9D99-4A6E-8882-592D2E595BAC}" srcOrd="1" destOrd="0" presId="urn:microsoft.com/office/officeart/2005/8/layout/list1"/>
    <dgm:cxn modelId="{DD0641E5-ADEB-4DC6-8681-5CC907F69AA1}" type="presParOf" srcId="{9D193184-A808-4504-A25E-8607D051EEF8}" destId="{8331DEFF-D39C-43B6-9E87-C66DB9495692}" srcOrd="5" destOrd="0" presId="urn:microsoft.com/office/officeart/2005/8/layout/list1"/>
    <dgm:cxn modelId="{EF31FA5C-08A2-478A-8E23-F61B0366EEFE}" type="presParOf" srcId="{9D193184-A808-4504-A25E-8607D051EEF8}" destId="{54A1E875-31AD-45F5-8738-16E1F80EE40D}" srcOrd="6" destOrd="0" presId="urn:microsoft.com/office/officeart/2005/8/layout/list1"/>
    <dgm:cxn modelId="{6090107E-C43D-41A6-8CF3-9AEA6185A103}" type="presParOf" srcId="{9D193184-A808-4504-A25E-8607D051EEF8}" destId="{6FC02ABC-6E31-467C-B4C2-7CC356D50073}" srcOrd="7" destOrd="0" presId="urn:microsoft.com/office/officeart/2005/8/layout/list1"/>
    <dgm:cxn modelId="{E20F075A-6C3A-4D74-A50C-8D06A4CA36AF}" type="presParOf" srcId="{9D193184-A808-4504-A25E-8607D051EEF8}" destId="{F8F0DFE1-8546-4611-B54E-C73BCC0ACB77}" srcOrd="8" destOrd="0" presId="urn:microsoft.com/office/officeart/2005/8/layout/list1"/>
    <dgm:cxn modelId="{DE52C7BB-1F52-4E20-8F9F-83948FDC63BD}" type="presParOf" srcId="{F8F0DFE1-8546-4611-B54E-C73BCC0ACB77}" destId="{9D70F401-330A-46EE-A68F-20AE832D7E6F}" srcOrd="0" destOrd="0" presId="urn:microsoft.com/office/officeart/2005/8/layout/list1"/>
    <dgm:cxn modelId="{7168D057-93A8-4289-82BF-E1DD31195A24}" type="presParOf" srcId="{F8F0DFE1-8546-4611-B54E-C73BCC0ACB77}" destId="{069467A7-1817-4E56-85DF-A302D6584004}" srcOrd="1" destOrd="0" presId="urn:microsoft.com/office/officeart/2005/8/layout/list1"/>
    <dgm:cxn modelId="{ECE72A6A-53B7-4E5F-A3CB-A80745C861B0}" type="presParOf" srcId="{9D193184-A808-4504-A25E-8607D051EEF8}" destId="{9F1EA75B-6E87-4471-9EBE-0462CA28AC04}" srcOrd="9" destOrd="0" presId="urn:microsoft.com/office/officeart/2005/8/layout/list1"/>
    <dgm:cxn modelId="{16967F66-CD81-4E6A-A89A-212EAFACAFAD}" type="presParOf" srcId="{9D193184-A808-4504-A25E-8607D051EEF8}" destId="{059338DE-AE2B-4DBA-9748-05A74E81D460}" srcOrd="10" destOrd="0" presId="urn:microsoft.com/office/officeart/2005/8/layout/list1"/>
    <dgm:cxn modelId="{2DBCAC67-BD99-4A50-BDAD-2166F91DC2B1}" type="presParOf" srcId="{9D193184-A808-4504-A25E-8607D051EEF8}" destId="{AFB743C3-4018-4096-8627-E4978056ABE3}" srcOrd="11" destOrd="0" presId="urn:microsoft.com/office/officeart/2005/8/layout/list1"/>
    <dgm:cxn modelId="{72C0DB06-9939-48A3-99B8-7C6A80222BCA}" type="presParOf" srcId="{9D193184-A808-4504-A25E-8607D051EEF8}" destId="{34F980D8-62D5-4D1B-A7F5-CC82A7BB0CA9}" srcOrd="12" destOrd="0" presId="urn:microsoft.com/office/officeart/2005/8/layout/list1"/>
    <dgm:cxn modelId="{6629A4FF-220B-421C-8514-48973A9568B9}" type="presParOf" srcId="{34F980D8-62D5-4D1B-A7F5-CC82A7BB0CA9}" destId="{F2F2BC63-D654-42E6-BE61-E06239C1F971}" srcOrd="0" destOrd="0" presId="urn:microsoft.com/office/officeart/2005/8/layout/list1"/>
    <dgm:cxn modelId="{DA1DD507-80CF-4E58-BB40-EDB2B98AB4ED}" type="presParOf" srcId="{34F980D8-62D5-4D1B-A7F5-CC82A7BB0CA9}" destId="{E025AC46-FE82-4E53-876D-C4B1BCD7A96D}" srcOrd="1" destOrd="0" presId="urn:microsoft.com/office/officeart/2005/8/layout/list1"/>
    <dgm:cxn modelId="{94893DE5-17A2-4849-A2AA-5817D9E3A132}" type="presParOf" srcId="{9D193184-A808-4504-A25E-8607D051EEF8}" destId="{009B7EC4-055A-4428-94BD-B6187F2E3C20}" srcOrd="13" destOrd="0" presId="urn:microsoft.com/office/officeart/2005/8/layout/list1"/>
    <dgm:cxn modelId="{E496E1B3-A833-476A-9D8D-285210C8EF4E}" type="presParOf" srcId="{9D193184-A808-4504-A25E-8607D051EEF8}" destId="{1EDC4A0E-AFDE-4DE8-B83C-AC7F1D986226}" srcOrd="14" destOrd="0" presId="urn:microsoft.com/office/officeart/2005/8/layout/list1"/>
    <dgm:cxn modelId="{CDD1B02A-1CD7-4651-8F17-D7ADCE38AF96}" type="presParOf" srcId="{9D193184-A808-4504-A25E-8607D051EEF8}" destId="{A598479E-525B-403C-BAD7-5884D20BDCE1}" srcOrd="15" destOrd="0" presId="urn:microsoft.com/office/officeart/2005/8/layout/list1"/>
    <dgm:cxn modelId="{1B99130A-E879-4650-9013-063F89A9410A}" type="presParOf" srcId="{9D193184-A808-4504-A25E-8607D051EEF8}" destId="{5FE31C68-9056-4EF9-A324-CD61E272C8C6}" srcOrd="16" destOrd="0" presId="urn:microsoft.com/office/officeart/2005/8/layout/list1"/>
    <dgm:cxn modelId="{A5BB3C09-D2C6-4932-A7D9-0A5F6DF63B78}" type="presParOf" srcId="{5FE31C68-9056-4EF9-A324-CD61E272C8C6}" destId="{BA173E62-A86B-4A70-AF5B-16E5A6279293}" srcOrd="0" destOrd="0" presId="urn:microsoft.com/office/officeart/2005/8/layout/list1"/>
    <dgm:cxn modelId="{37C6111D-FFA1-4BE3-857C-4E6127AB9B09}" type="presParOf" srcId="{5FE31C68-9056-4EF9-A324-CD61E272C8C6}" destId="{2CFFA5F4-72EA-4275-B44B-B8015BA972BB}" srcOrd="1" destOrd="0" presId="urn:microsoft.com/office/officeart/2005/8/layout/list1"/>
    <dgm:cxn modelId="{CF45BD17-98E0-4B5E-A57E-493EB70776F8}" type="presParOf" srcId="{9D193184-A808-4504-A25E-8607D051EEF8}" destId="{BF45E304-E962-46BB-A6BA-B2077346655C}" srcOrd="17" destOrd="0" presId="urn:microsoft.com/office/officeart/2005/8/layout/list1"/>
    <dgm:cxn modelId="{AD0ADD7C-2172-4CDC-87F1-8B038AAC8D31}" type="presParOf" srcId="{9D193184-A808-4504-A25E-8607D051EEF8}" destId="{D3D958CC-0A9C-45A4-98E6-2CA06D6D4765}" srcOrd="18" destOrd="0" presId="urn:microsoft.com/office/officeart/2005/8/layout/list1"/>
    <dgm:cxn modelId="{37A1C1CF-F094-4D54-9747-F0623AC35F6A}" type="presParOf" srcId="{9D193184-A808-4504-A25E-8607D051EEF8}" destId="{25C07679-22C5-4BCC-822F-F74DF3606261}" srcOrd="19" destOrd="0" presId="urn:microsoft.com/office/officeart/2005/8/layout/list1"/>
    <dgm:cxn modelId="{A352B5F7-D683-4A96-9ACE-777B16793B77}" type="presParOf" srcId="{9D193184-A808-4504-A25E-8607D051EEF8}" destId="{DCA32FD2-D243-4093-AE1D-BFA60143F833}" srcOrd="20" destOrd="0" presId="urn:microsoft.com/office/officeart/2005/8/layout/list1"/>
    <dgm:cxn modelId="{4BB463E4-5A1B-4B5C-B315-EAD6A601C606}" type="presParOf" srcId="{DCA32FD2-D243-4093-AE1D-BFA60143F833}" destId="{98305BE8-8E5C-408C-A485-785F46F337F6}" srcOrd="0" destOrd="0" presId="urn:microsoft.com/office/officeart/2005/8/layout/list1"/>
    <dgm:cxn modelId="{70F2A882-1A12-4C1A-8D32-A96E92916A9E}" type="presParOf" srcId="{DCA32FD2-D243-4093-AE1D-BFA60143F833}" destId="{8B017DE3-AD96-4DB7-9CC1-6375DF2CE3BF}" srcOrd="1" destOrd="0" presId="urn:microsoft.com/office/officeart/2005/8/layout/list1"/>
    <dgm:cxn modelId="{3442FCDD-6CD9-4D3D-8E35-69FEC9CFE143}" type="presParOf" srcId="{9D193184-A808-4504-A25E-8607D051EEF8}" destId="{1DD50749-425E-4A7C-ABED-19AF4D2CB857}" srcOrd="21" destOrd="0" presId="urn:microsoft.com/office/officeart/2005/8/layout/list1"/>
    <dgm:cxn modelId="{5AF3BE0F-CA93-4060-95A0-935BC6CCC221}" type="presParOf" srcId="{9D193184-A808-4504-A25E-8607D051EEF8}" destId="{C7F46BED-B20F-419A-9101-CD6F01D4F4C1}" srcOrd="22" destOrd="0" presId="urn:microsoft.com/office/officeart/2005/8/layout/list1"/>
    <dgm:cxn modelId="{379E251A-547E-4A04-A509-95CD13E8B4D3}" type="presParOf" srcId="{9D193184-A808-4504-A25E-8607D051EEF8}" destId="{46B7BAA2-AE8C-45D1-A116-8E5F139F63C3}" srcOrd="23" destOrd="0" presId="urn:microsoft.com/office/officeart/2005/8/layout/list1"/>
    <dgm:cxn modelId="{F5BD7FA0-D350-4735-A3CB-02A53F369701}" type="presParOf" srcId="{9D193184-A808-4504-A25E-8607D051EEF8}" destId="{E5E0E808-5B5E-4472-B984-E7BD3081DB8C}" srcOrd="24" destOrd="0" presId="urn:microsoft.com/office/officeart/2005/8/layout/list1"/>
    <dgm:cxn modelId="{BA40FA7B-93C3-43EF-BA2C-8A396A6241C4}" type="presParOf" srcId="{E5E0E808-5B5E-4472-B984-E7BD3081DB8C}" destId="{9E2070A4-F89E-4940-8E2F-AF810343D331}" srcOrd="0" destOrd="0" presId="urn:microsoft.com/office/officeart/2005/8/layout/list1"/>
    <dgm:cxn modelId="{B496279F-D399-4C7C-88DC-9A97A6CC987B}" type="presParOf" srcId="{E5E0E808-5B5E-4472-B984-E7BD3081DB8C}" destId="{DC18B290-7A2F-4334-AB87-7B966A99632E}" srcOrd="1" destOrd="0" presId="urn:microsoft.com/office/officeart/2005/8/layout/list1"/>
    <dgm:cxn modelId="{2BEF859A-EA90-4722-A782-F2D154471934}" type="presParOf" srcId="{9D193184-A808-4504-A25E-8607D051EEF8}" destId="{2DC16622-EF11-4BE3-AD47-1786DF174E55}" srcOrd="25" destOrd="0" presId="urn:microsoft.com/office/officeart/2005/8/layout/list1"/>
    <dgm:cxn modelId="{B94711E8-378A-437D-A8FA-4203AF28BAC5}" type="presParOf" srcId="{9D193184-A808-4504-A25E-8607D051EEF8}" destId="{C3C3572F-4C81-4C42-BB0F-7A482D977728}"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A8C25162-0288-403B-BF67-40E512B0AEBE}"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IN"/>
        </a:p>
      </dgm:t>
    </dgm:pt>
    <dgm:pt modelId="{CD54F5FC-353A-4C46-BAB1-260F4F04C7CE}">
      <dgm:prSet custT="1"/>
      <dgm:spPr/>
      <dgm:t>
        <a:bodyPr/>
        <a:lstStyle/>
        <a:p>
          <a:r>
            <a:rPr lang="en-IN" sz="3600" b="1" dirty="0" err="1">
              <a:solidFill>
                <a:srgbClr val="C00000"/>
              </a:solidFill>
            </a:rPr>
            <a:t>Obj</a:t>
          </a:r>
          <a:r>
            <a:rPr lang="en-IN" sz="3600" b="1" dirty="0">
              <a:solidFill>
                <a:srgbClr val="C00000"/>
              </a:solidFill>
            </a:rPr>
            <a:t> + should + be + V3 2nd way</a:t>
          </a:r>
        </a:p>
      </dgm:t>
    </dgm:pt>
    <dgm:pt modelId="{535F5CE4-61DF-4D10-BBC8-CCE1C61C0570}" type="parTrans" cxnId="{3E43A01E-940E-4D5D-A166-4F247ACC6FA2}">
      <dgm:prSet/>
      <dgm:spPr/>
      <dgm:t>
        <a:bodyPr/>
        <a:lstStyle/>
        <a:p>
          <a:endParaRPr lang="en-IN"/>
        </a:p>
      </dgm:t>
    </dgm:pt>
    <dgm:pt modelId="{B88E74AD-76FB-4691-97B4-BAE9412C5226}" type="sibTrans" cxnId="{3E43A01E-940E-4D5D-A166-4F247ACC6FA2}">
      <dgm:prSet/>
      <dgm:spPr/>
      <dgm:t>
        <a:bodyPr/>
        <a:lstStyle/>
        <a:p>
          <a:endParaRPr lang="en-IN"/>
        </a:p>
      </dgm:t>
    </dgm:pt>
    <dgm:pt modelId="{C23B0B81-386C-49F7-8FBD-1AD7D4B786C1}">
      <dgm:prSet custT="1"/>
      <dgm:spPr/>
      <dgm:t>
        <a:bodyPr/>
        <a:lstStyle/>
        <a:p>
          <a:r>
            <a:rPr lang="en-IN" sz="3600" dirty="0"/>
            <a:t>You are ordered to shut  the door. (P.V.)</a:t>
          </a:r>
        </a:p>
      </dgm:t>
    </dgm:pt>
    <dgm:pt modelId="{163295DC-3DFE-4C7C-992A-557BA93DE596}" type="parTrans" cxnId="{97AF59CD-3F18-43D3-A8F6-B3C56A39B04E}">
      <dgm:prSet/>
      <dgm:spPr/>
      <dgm:t>
        <a:bodyPr/>
        <a:lstStyle/>
        <a:p>
          <a:endParaRPr lang="en-IN"/>
        </a:p>
      </dgm:t>
    </dgm:pt>
    <dgm:pt modelId="{C9F87E91-D139-4C88-9E43-BC38A6E62C4C}" type="sibTrans" cxnId="{97AF59CD-3F18-43D3-A8F6-B3C56A39B04E}">
      <dgm:prSet/>
      <dgm:spPr/>
      <dgm:t>
        <a:bodyPr/>
        <a:lstStyle/>
        <a:p>
          <a:endParaRPr lang="en-IN"/>
        </a:p>
      </dgm:t>
    </dgm:pt>
    <dgm:pt modelId="{89B97511-623E-463D-B22C-7C4FDFB78823}">
      <dgm:prSet custT="1"/>
      <dgm:spPr/>
      <dgm:t>
        <a:bodyPr/>
        <a:lstStyle/>
        <a:p>
          <a:r>
            <a:rPr lang="en-IN" sz="3600" b="1" dirty="0"/>
            <a:t>You are ordered/ requested/</a:t>
          </a:r>
          <a:r>
            <a:rPr lang="nb-NO" sz="3600" b="1" dirty="0"/>
            <a:t>forbidden etc. + to + V + obj. 1</a:t>
          </a:r>
        </a:p>
      </dgm:t>
    </dgm:pt>
    <dgm:pt modelId="{4E777A1D-1C6B-47CD-9F77-1D15D75D3696}" type="parTrans" cxnId="{ED0F6089-39C5-48DE-A5F8-84B8A9910040}">
      <dgm:prSet/>
      <dgm:spPr/>
      <dgm:t>
        <a:bodyPr/>
        <a:lstStyle/>
        <a:p>
          <a:endParaRPr lang="en-IN"/>
        </a:p>
      </dgm:t>
    </dgm:pt>
    <dgm:pt modelId="{EE96ADAE-895C-4B83-8011-3DEC1F37B44D}" type="sibTrans" cxnId="{ED0F6089-39C5-48DE-A5F8-84B8A9910040}">
      <dgm:prSet/>
      <dgm:spPr/>
      <dgm:t>
        <a:bodyPr/>
        <a:lstStyle/>
        <a:p>
          <a:endParaRPr lang="en-IN"/>
        </a:p>
      </dgm:t>
    </dgm:pt>
    <dgm:pt modelId="{D19C918C-473C-47C6-92E1-D0629147FE05}">
      <dgm:prSet custT="1"/>
      <dgm:spPr/>
      <dgm:t>
        <a:bodyPr/>
        <a:lstStyle/>
        <a:p>
          <a:r>
            <a:rPr lang="en-IN" sz="3600" b="1" dirty="0"/>
            <a:t>You are ordered/ requested/</a:t>
          </a:r>
          <a:r>
            <a:rPr lang="nb-NO" sz="3600" b="1" dirty="0"/>
            <a:t>forbidden etc. + to + V + obj. 1</a:t>
          </a:r>
        </a:p>
      </dgm:t>
    </dgm:pt>
    <dgm:pt modelId="{53DED897-000A-41E2-A833-038E9725EAE7}" type="parTrans" cxnId="{3A474293-AE4B-4870-AD6C-778106E4BEDA}">
      <dgm:prSet/>
      <dgm:spPr/>
      <dgm:t>
        <a:bodyPr/>
        <a:lstStyle/>
        <a:p>
          <a:endParaRPr lang="en-IN"/>
        </a:p>
      </dgm:t>
    </dgm:pt>
    <dgm:pt modelId="{02210EBB-16B1-4C21-9BFD-7F7540C1E90C}" type="sibTrans" cxnId="{3A474293-AE4B-4870-AD6C-778106E4BEDA}">
      <dgm:prSet/>
      <dgm:spPr/>
      <dgm:t>
        <a:bodyPr/>
        <a:lstStyle/>
        <a:p>
          <a:endParaRPr lang="en-IN"/>
        </a:p>
      </dgm:t>
    </dgm:pt>
    <dgm:pt modelId="{9D193184-A808-4504-A25E-8607D051EEF8}" type="pres">
      <dgm:prSet presAssocID="{A8C25162-0288-403B-BF67-40E512B0AEBE}" presName="linear" presStyleCnt="0">
        <dgm:presLayoutVars>
          <dgm:dir/>
          <dgm:animLvl val="lvl"/>
          <dgm:resizeHandles val="exact"/>
        </dgm:presLayoutVars>
      </dgm:prSet>
      <dgm:spPr/>
    </dgm:pt>
    <dgm:pt modelId="{F8F2B8F1-D4E7-41AA-9CAE-4C7BEC68F80A}" type="pres">
      <dgm:prSet presAssocID="{CD54F5FC-353A-4C46-BAB1-260F4F04C7CE}" presName="parentLin" presStyleCnt="0"/>
      <dgm:spPr/>
    </dgm:pt>
    <dgm:pt modelId="{89AC2302-4A8E-4A46-86D2-2C1B2CD66205}" type="pres">
      <dgm:prSet presAssocID="{CD54F5FC-353A-4C46-BAB1-260F4F04C7CE}" presName="parentLeftMargin" presStyleLbl="node1" presStyleIdx="0" presStyleCnt="4"/>
      <dgm:spPr/>
    </dgm:pt>
    <dgm:pt modelId="{0B695854-5191-4B86-B729-798A42B6010C}" type="pres">
      <dgm:prSet presAssocID="{CD54F5FC-353A-4C46-BAB1-260F4F04C7CE}" presName="parentText" presStyleLbl="node1" presStyleIdx="0" presStyleCnt="4" custScaleX="142857">
        <dgm:presLayoutVars>
          <dgm:chMax val="0"/>
          <dgm:bulletEnabled val="1"/>
        </dgm:presLayoutVars>
      </dgm:prSet>
      <dgm:spPr/>
    </dgm:pt>
    <dgm:pt modelId="{2017656D-2BCD-4159-9F1C-63E8E9DC6F34}" type="pres">
      <dgm:prSet presAssocID="{CD54F5FC-353A-4C46-BAB1-260F4F04C7CE}" presName="negativeSpace" presStyleCnt="0"/>
      <dgm:spPr/>
    </dgm:pt>
    <dgm:pt modelId="{70F2F835-0789-4425-9285-1EC5AB2033EE}" type="pres">
      <dgm:prSet presAssocID="{CD54F5FC-353A-4C46-BAB1-260F4F04C7CE}" presName="childText" presStyleLbl="conFgAcc1" presStyleIdx="0" presStyleCnt="4">
        <dgm:presLayoutVars>
          <dgm:bulletEnabled val="1"/>
        </dgm:presLayoutVars>
      </dgm:prSet>
      <dgm:spPr/>
    </dgm:pt>
    <dgm:pt modelId="{B0CC2BE5-04FF-4213-96D4-8AC6773752BE}" type="pres">
      <dgm:prSet presAssocID="{B88E74AD-76FB-4691-97B4-BAE9412C5226}" presName="spaceBetweenRectangles" presStyleCnt="0"/>
      <dgm:spPr/>
    </dgm:pt>
    <dgm:pt modelId="{D1A8C0BC-3C17-4B61-976E-7C2F3D7C7D1D}" type="pres">
      <dgm:prSet presAssocID="{C23B0B81-386C-49F7-8FBD-1AD7D4B786C1}" presName="parentLin" presStyleCnt="0"/>
      <dgm:spPr/>
    </dgm:pt>
    <dgm:pt modelId="{8872198C-9E8E-4746-A453-FA8E0D37538E}" type="pres">
      <dgm:prSet presAssocID="{C23B0B81-386C-49F7-8FBD-1AD7D4B786C1}" presName="parentLeftMargin" presStyleLbl="node1" presStyleIdx="0" presStyleCnt="4"/>
      <dgm:spPr/>
    </dgm:pt>
    <dgm:pt modelId="{AE965C57-D21F-4A8A-BD74-CAD96AACE182}" type="pres">
      <dgm:prSet presAssocID="{C23B0B81-386C-49F7-8FBD-1AD7D4B786C1}" presName="parentText" presStyleLbl="node1" presStyleIdx="1" presStyleCnt="4" custScaleX="142857">
        <dgm:presLayoutVars>
          <dgm:chMax val="0"/>
          <dgm:bulletEnabled val="1"/>
        </dgm:presLayoutVars>
      </dgm:prSet>
      <dgm:spPr/>
    </dgm:pt>
    <dgm:pt modelId="{48EEB3B5-559D-448E-B72A-2ECFB073D1A1}" type="pres">
      <dgm:prSet presAssocID="{C23B0B81-386C-49F7-8FBD-1AD7D4B786C1}" presName="negativeSpace" presStyleCnt="0"/>
      <dgm:spPr/>
    </dgm:pt>
    <dgm:pt modelId="{CB2BCF0F-4D8C-4368-B48F-EC8BE499A224}" type="pres">
      <dgm:prSet presAssocID="{C23B0B81-386C-49F7-8FBD-1AD7D4B786C1}" presName="childText" presStyleLbl="conFgAcc1" presStyleIdx="1" presStyleCnt="4">
        <dgm:presLayoutVars>
          <dgm:bulletEnabled val="1"/>
        </dgm:presLayoutVars>
      </dgm:prSet>
      <dgm:spPr/>
    </dgm:pt>
    <dgm:pt modelId="{3B3B75B8-57D5-45A1-AC84-ED763042B8B5}" type="pres">
      <dgm:prSet presAssocID="{C9F87E91-D139-4C88-9E43-BC38A6E62C4C}" presName="spaceBetweenRectangles" presStyleCnt="0"/>
      <dgm:spPr/>
    </dgm:pt>
    <dgm:pt modelId="{EDA788FC-F5CA-4666-9FDC-89BB0724E36C}" type="pres">
      <dgm:prSet presAssocID="{89B97511-623E-463D-B22C-7C4FDFB78823}" presName="parentLin" presStyleCnt="0"/>
      <dgm:spPr/>
    </dgm:pt>
    <dgm:pt modelId="{E477C2F7-6779-4160-AAD0-D449F9EF92C6}" type="pres">
      <dgm:prSet presAssocID="{89B97511-623E-463D-B22C-7C4FDFB78823}" presName="parentLeftMargin" presStyleLbl="node1" presStyleIdx="1" presStyleCnt="4"/>
      <dgm:spPr/>
    </dgm:pt>
    <dgm:pt modelId="{C8EB785C-732D-4EBF-918D-05C87A1581D7}" type="pres">
      <dgm:prSet presAssocID="{89B97511-623E-463D-B22C-7C4FDFB78823}" presName="parentText" presStyleLbl="node1" presStyleIdx="2" presStyleCnt="4" custScaleX="142857">
        <dgm:presLayoutVars>
          <dgm:chMax val="0"/>
          <dgm:bulletEnabled val="1"/>
        </dgm:presLayoutVars>
      </dgm:prSet>
      <dgm:spPr/>
    </dgm:pt>
    <dgm:pt modelId="{3ACCAE0A-FF3A-4701-AA68-B2EEE6815C49}" type="pres">
      <dgm:prSet presAssocID="{89B97511-623E-463D-B22C-7C4FDFB78823}" presName="negativeSpace" presStyleCnt="0"/>
      <dgm:spPr/>
    </dgm:pt>
    <dgm:pt modelId="{D6D65B76-4811-4E64-A546-F337DED8D82B}" type="pres">
      <dgm:prSet presAssocID="{89B97511-623E-463D-B22C-7C4FDFB78823}" presName="childText" presStyleLbl="conFgAcc1" presStyleIdx="2" presStyleCnt="4">
        <dgm:presLayoutVars>
          <dgm:bulletEnabled val="1"/>
        </dgm:presLayoutVars>
      </dgm:prSet>
      <dgm:spPr/>
    </dgm:pt>
    <dgm:pt modelId="{9F9B97F7-73AA-48B8-8C65-51A462D8F00E}" type="pres">
      <dgm:prSet presAssocID="{EE96ADAE-895C-4B83-8011-3DEC1F37B44D}" presName="spaceBetweenRectangles" presStyleCnt="0"/>
      <dgm:spPr/>
    </dgm:pt>
    <dgm:pt modelId="{CFBFB80E-B39B-4592-955A-BBFD56D58C24}" type="pres">
      <dgm:prSet presAssocID="{D19C918C-473C-47C6-92E1-D0629147FE05}" presName="parentLin" presStyleCnt="0"/>
      <dgm:spPr/>
    </dgm:pt>
    <dgm:pt modelId="{1D0E95BD-A924-4535-8AEF-C49A2F9030A7}" type="pres">
      <dgm:prSet presAssocID="{D19C918C-473C-47C6-92E1-D0629147FE05}" presName="parentLeftMargin" presStyleLbl="node1" presStyleIdx="2" presStyleCnt="4"/>
      <dgm:spPr/>
    </dgm:pt>
    <dgm:pt modelId="{D85FF052-431A-4F92-A67C-4DD4F137CB63}" type="pres">
      <dgm:prSet presAssocID="{D19C918C-473C-47C6-92E1-D0629147FE05}" presName="parentText" presStyleLbl="node1" presStyleIdx="3" presStyleCnt="4" custScaleX="142857">
        <dgm:presLayoutVars>
          <dgm:chMax val="0"/>
          <dgm:bulletEnabled val="1"/>
        </dgm:presLayoutVars>
      </dgm:prSet>
      <dgm:spPr/>
    </dgm:pt>
    <dgm:pt modelId="{838A0B83-22F2-48D2-93DE-638FC424C707}" type="pres">
      <dgm:prSet presAssocID="{D19C918C-473C-47C6-92E1-D0629147FE05}" presName="negativeSpace" presStyleCnt="0"/>
      <dgm:spPr/>
    </dgm:pt>
    <dgm:pt modelId="{86555939-7D43-4478-B5DE-FF7A51110285}" type="pres">
      <dgm:prSet presAssocID="{D19C918C-473C-47C6-92E1-D0629147FE05}" presName="childText" presStyleLbl="conFgAcc1" presStyleIdx="3" presStyleCnt="4">
        <dgm:presLayoutVars>
          <dgm:bulletEnabled val="1"/>
        </dgm:presLayoutVars>
      </dgm:prSet>
      <dgm:spPr/>
    </dgm:pt>
  </dgm:ptLst>
  <dgm:cxnLst>
    <dgm:cxn modelId="{3E43A01E-940E-4D5D-A166-4F247ACC6FA2}" srcId="{A8C25162-0288-403B-BF67-40E512B0AEBE}" destId="{CD54F5FC-353A-4C46-BAB1-260F4F04C7CE}" srcOrd="0" destOrd="0" parTransId="{535F5CE4-61DF-4D10-BBC8-CCE1C61C0570}" sibTransId="{B88E74AD-76FB-4691-97B4-BAE9412C5226}"/>
    <dgm:cxn modelId="{7C24A23A-02D6-4A23-8639-BB06F0527DD8}" type="presOf" srcId="{C23B0B81-386C-49F7-8FBD-1AD7D4B786C1}" destId="{8872198C-9E8E-4746-A453-FA8E0D37538E}" srcOrd="0" destOrd="0" presId="urn:microsoft.com/office/officeart/2005/8/layout/list1"/>
    <dgm:cxn modelId="{55148B61-1BE1-49F9-A87F-57A840E1B47D}" type="presOf" srcId="{CD54F5FC-353A-4C46-BAB1-260F4F04C7CE}" destId="{89AC2302-4A8E-4A46-86D2-2C1B2CD66205}" srcOrd="0" destOrd="0" presId="urn:microsoft.com/office/officeart/2005/8/layout/list1"/>
    <dgm:cxn modelId="{69BD5A84-01DA-4A8D-9894-89BE9F7F7C65}" type="presOf" srcId="{D19C918C-473C-47C6-92E1-D0629147FE05}" destId="{1D0E95BD-A924-4535-8AEF-C49A2F9030A7}" srcOrd="0" destOrd="0" presId="urn:microsoft.com/office/officeart/2005/8/layout/list1"/>
    <dgm:cxn modelId="{ED0F6089-39C5-48DE-A5F8-84B8A9910040}" srcId="{A8C25162-0288-403B-BF67-40E512B0AEBE}" destId="{89B97511-623E-463D-B22C-7C4FDFB78823}" srcOrd="2" destOrd="0" parTransId="{4E777A1D-1C6B-47CD-9F77-1D15D75D3696}" sibTransId="{EE96ADAE-895C-4B83-8011-3DEC1F37B44D}"/>
    <dgm:cxn modelId="{3A474293-AE4B-4870-AD6C-778106E4BEDA}" srcId="{A8C25162-0288-403B-BF67-40E512B0AEBE}" destId="{D19C918C-473C-47C6-92E1-D0629147FE05}" srcOrd="3" destOrd="0" parTransId="{53DED897-000A-41E2-A833-038E9725EAE7}" sibTransId="{02210EBB-16B1-4C21-9BFD-7F7540C1E90C}"/>
    <dgm:cxn modelId="{B588EA9D-27E9-411D-8B69-499477D7AD65}" type="presOf" srcId="{89B97511-623E-463D-B22C-7C4FDFB78823}" destId="{E477C2F7-6779-4160-AAD0-D449F9EF92C6}" srcOrd="0" destOrd="0" presId="urn:microsoft.com/office/officeart/2005/8/layout/list1"/>
    <dgm:cxn modelId="{4746ADAF-7FBD-4D71-9C83-ADD067E648C2}" type="presOf" srcId="{C23B0B81-386C-49F7-8FBD-1AD7D4B786C1}" destId="{AE965C57-D21F-4A8A-BD74-CAD96AACE182}" srcOrd="1" destOrd="0" presId="urn:microsoft.com/office/officeart/2005/8/layout/list1"/>
    <dgm:cxn modelId="{226355B3-833C-4D6E-8C51-8D79B747FDFF}" type="presOf" srcId="{CD54F5FC-353A-4C46-BAB1-260F4F04C7CE}" destId="{0B695854-5191-4B86-B729-798A42B6010C}" srcOrd="1" destOrd="0" presId="urn:microsoft.com/office/officeart/2005/8/layout/list1"/>
    <dgm:cxn modelId="{1D666ABE-A041-47CC-AFC0-866188DE04FF}" type="presOf" srcId="{D19C918C-473C-47C6-92E1-D0629147FE05}" destId="{D85FF052-431A-4F92-A67C-4DD4F137CB63}" srcOrd="1" destOrd="0" presId="urn:microsoft.com/office/officeart/2005/8/layout/list1"/>
    <dgm:cxn modelId="{FEFD29C5-69B7-4CC2-82D3-B8CBA13DCC18}" type="presOf" srcId="{A8C25162-0288-403B-BF67-40E512B0AEBE}" destId="{9D193184-A808-4504-A25E-8607D051EEF8}" srcOrd="0" destOrd="0" presId="urn:microsoft.com/office/officeart/2005/8/layout/list1"/>
    <dgm:cxn modelId="{97AF59CD-3F18-43D3-A8F6-B3C56A39B04E}" srcId="{A8C25162-0288-403B-BF67-40E512B0AEBE}" destId="{C23B0B81-386C-49F7-8FBD-1AD7D4B786C1}" srcOrd="1" destOrd="0" parTransId="{163295DC-3DFE-4C7C-992A-557BA93DE596}" sibTransId="{C9F87E91-D139-4C88-9E43-BC38A6E62C4C}"/>
    <dgm:cxn modelId="{513639DA-C988-4FEC-951B-71897A33DF88}" type="presOf" srcId="{89B97511-623E-463D-B22C-7C4FDFB78823}" destId="{C8EB785C-732D-4EBF-918D-05C87A1581D7}" srcOrd="1" destOrd="0" presId="urn:microsoft.com/office/officeart/2005/8/layout/list1"/>
    <dgm:cxn modelId="{171502E9-50EA-41F1-8E71-C61213872BE2}" type="presParOf" srcId="{9D193184-A808-4504-A25E-8607D051EEF8}" destId="{F8F2B8F1-D4E7-41AA-9CAE-4C7BEC68F80A}" srcOrd="0" destOrd="0" presId="urn:microsoft.com/office/officeart/2005/8/layout/list1"/>
    <dgm:cxn modelId="{C74CF4A5-F71F-4730-9CC0-A16BC64E1787}" type="presParOf" srcId="{F8F2B8F1-D4E7-41AA-9CAE-4C7BEC68F80A}" destId="{89AC2302-4A8E-4A46-86D2-2C1B2CD66205}" srcOrd="0" destOrd="0" presId="urn:microsoft.com/office/officeart/2005/8/layout/list1"/>
    <dgm:cxn modelId="{B545D6EC-3B1D-4FC6-A45F-C3F421103D13}" type="presParOf" srcId="{F8F2B8F1-D4E7-41AA-9CAE-4C7BEC68F80A}" destId="{0B695854-5191-4B86-B729-798A42B6010C}" srcOrd="1" destOrd="0" presId="urn:microsoft.com/office/officeart/2005/8/layout/list1"/>
    <dgm:cxn modelId="{2FB44D0B-E521-497F-9F3C-6178EF75E02B}" type="presParOf" srcId="{9D193184-A808-4504-A25E-8607D051EEF8}" destId="{2017656D-2BCD-4159-9F1C-63E8E9DC6F34}" srcOrd="1" destOrd="0" presId="urn:microsoft.com/office/officeart/2005/8/layout/list1"/>
    <dgm:cxn modelId="{C6E9D368-E6DD-4662-9F2E-E4527979C6C2}" type="presParOf" srcId="{9D193184-A808-4504-A25E-8607D051EEF8}" destId="{70F2F835-0789-4425-9285-1EC5AB2033EE}" srcOrd="2" destOrd="0" presId="urn:microsoft.com/office/officeart/2005/8/layout/list1"/>
    <dgm:cxn modelId="{E9879C05-242F-43BC-BCF6-24A2BCCD0AAC}" type="presParOf" srcId="{9D193184-A808-4504-A25E-8607D051EEF8}" destId="{B0CC2BE5-04FF-4213-96D4-8AC6773752BE}" srcOrd="3" destOrd="0" presId="urn:microsoft.com/office/officeart/2005/8/layout/list1"/>
    <dgm:cxn modelId="{838AE9B1-3A1E-4CB5-9B8E-6391079C633F}" type="presParOf" srcId="{9D193184-A808-4504-A25E-8607D051EEF8}" destId="{D1A8C0BC-3C17-4B61-976E-7C2F3D7C7D1D}" srcOrd="4" destOrd="0" presId="urn:microsoft.com/office/officeart/2005/8/layout/list1"/>
    <dgm:cxn modelId="{CA41672A-E5CA-4E80-B2A0-0525C75E570C}" type="presParOf" srcId="{D1A8C0BC-3C17-4B61-976E-7C2F3D7C7D1D}" destId="{8872198C-9E8E-4746-A453-FA8E0D37538E}" srcOrd="0" destOrd="0" presId="urn:microsoft.com/office/officeart/2005/8/layout/list1"/>
    <dgm:cxn modelId="{ED34E0A3-D141-4B42-925A-1102BC1803FD}" type="presParOf" srcId="{D1A8C0BC-3C17-4B61-976E-7C2F3D7C7D1D}" destId="{AE965C57-D21F-4A8A-BD74-CAD96AACE182}" srcOrd="1" destOrd="0" presId="urn:microsoft.com/office/officeart/2005/8/layout/list1"/>
    <dgm:cxn modelId="{C0C2D1F5-3563-4347-91EA-191155A7780F}" type="presParOf" srcId="{9D193184-A808-4504-A25E-8607D051EEF8}" destId="{48EEB3B5-559D-448E-B72A-2ECFB073D1A1}" srcOrd="5" destOrd="0" presId="urn:microsoft.com/office/officeart/2005/8/layout/list1"/>
    <dgm:cxn modelId="{5B2A10E9-6DDB-4A99-ADE9-0010D2BC4ABA}" type="presParOf" srcId="{9D193184-A808-4504-A25E-8607D051EEF8}" destId="{CB2BCF0F-4D8C-4368-B48F-EC8BE499A224}" srcOrd="6" destOrd="0" presId="urn:microsoft.com/office/officeart/2005/8/layout/list1"/>
    <dgm:cxn modelId="{46C0D01F-CB91-4C4F-8DF9-4DFB37A4C5CD}" type="presParOf" srcId="{9D193184-A808-4504-A25E-8607D051EEF8}" destId="{3B3B75B8-57D5-45A1-AC84-ED763042B8B5}" srcOrd="7" destOrd="0" presId="urn:microsoft.com/office/officeart/2005/8/layout/list1"/>
    <dgm:cxn modelId="{8989A395-9AA8-4587-B63A-BAC902983E29}" type="presParOf" srcId="{9D193184-A808-4504-A25E-8607D051EEF8}" destId="{EDA788FC-F5CA-4666-9FDC-89BB0724E36C}" srcOrd="8" destOrd="0" presId="urn:microsoft.com/office/officeart/2005/8/layout/list1"/>
    <dgm:cxn modelId="{C43834CE-3CB7-4C3D-8607-852C372440BE}" type="presParOf" srcId="{EDA788FC-F5CA-4666-9FDC-89BB0724E36C}" destId="{E477C2F7-6779-4160-AAD0-D449F9EF92C6}" srcOrd="0" destOrd="0" presId="urn:microsoft.com/office/officeart/2005/8/layout/list1"/>
    <dgm:cxn modelId="{655B8BFD-B5C2-41A7-B935-C6833B3192BD}" type="presParOf" srcId="{EDA788FC-F5CA-4666-9FDC-89BB0724E36C}" destId="{C8EB785C-732D-4EBF-918D-05C87A1581D7}" srcOrd="1" destOrd="0" presId="urn:microsoft.com/office/officeart/2005/8/layout/list1"/>
    <dgm:cxn modelId="{FD4A425C-0CE3-4BE7-992B-3455CC2C55F0}" type="presParOf" srcId="{9D193184-A808-4504-A25E-8607D051EEF8}" destId="{3ACCAE0A-FF3A-4701-AA68-B2EEE6815C49}" srcOrd="9" destOrd="0" presId="urn:microsoft.com/office/officeart/2005/8/layout/list1"/>
    <dgm:cxn modelId="{12849CF4-8666-4633-A56E-079C9D5F8D83}" type="presParOf" srcId="{9D193184-A808-4504-A25E-8607D051EEF8}" destId="{D6D65B76-4811-4E64-A546-F337DED8D82B}" srcOrd="10" destOrd="0" presId="urn:microsoft.com/office/officeart/2005/8/layout/list1"/>
    <dgm:cxn modelId="{EC9E35BE-9CD7-42C2-A5D0-64B6E7A4429C}" type="presParOf" srcId="{9D193184-A808-4504-A25E-8607D051EEF8}" destId="{9F9B97F7-73AA-48B8-8C65-51A462D8F00E}" srcOrd="11" destOrd="0" presId="urn:microsoft.com/office/officeart/2005/8/layout/list1"/>
    <dgm:cxn modelId="{FEFF2BFF-A541-41F1-BAF5-83E811C5904A}" type="presParOf" srcId="{9D193184-A808-4504-A25E-8607D051EEF8}" destId="{CFBFB80E-B39B-4592-955A-BBFD56D58C24}" srcOrd="12" destOrd="0" presId="urn:microsoft.com/office/officeart/2005/8/layout/list1"/>
    <dgm:cxn modelId="{D21D2314-C7A2-4C6D-80E7-933C3F8AE511}" type="presParOf" srcId="{CFBFB80E-B39B-4592-955A-BBFD56D58C24}" destId="{1D0E95BD-A924-4535-8AEF-C49A2F9030A7}" srcOrd="0" destOrd="0" presId="urn:microsoft.com/office/officeart/2005/8/layout/list1"/>
    <dgm:cxn modelId="{CDE624CE-7F97-47C8-ADFF-3D39C8F279C2}" type="presParOf" srcId="{CFBFB80E-B39B-4592-955A-BBFD56D58C24}" destId="{D85FF052-431A-4F92-A67C-4DD4F137CB63}" srcOrd="1" destOrd="0" presId="urn:microsoft.com/office/officeart/2005/8/layout/list1"/>
    <dgm:cxn modelId="{415E852E-B363-4AC9-A267-2CB13140F12B}" type="presParOf" srcId="{9D193184-A808-4504-A25E-8607D051EEF8}" destId="{838A0B83-22F2-48D2-93DE-638FC424C707}" srcOrd="13" destOrd="0" presId="urn:microsoft.com/office/officeart/2005/8/layout/list1"/>
    <dgm:cxn modelId="{5655BA39-AB45-45D1-9E79-8A61FBA526C0}" type="presParOf" srcId="{9D193184-A808-4504-A25E-8607D051EEF8}" destId="{86555939-7D43-4478-B5DE-FF7A51110285}"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65879-AC7A-4A69-B26E-72AB3C52EE02}">
      <dsp:nvSpPr>
        <dsp:cNvPr id="0" name=""/>
        <dsp:cNvSpPr/>
      </dsp:nvSpPr>
      <dsp:spPr>
        <a:xfrm>
          <a:off x="0" y="581852"/>
          <a:ext cx="12192000" cy="579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33232F-C231-4DDC-B6E6-70905EA74B8F}">
      <dsp:nvSpPr>
        <dsp:cNvPr id="0" name=""/>
        <dsp:cNvSpPr/>
      </dsp:nvSpPr>
      <dsp:spPr>
        <a:xfrm>
          <a:off x="580429" y="242372"/>
          <a:ext cx="11608582" cy="6789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022350">
            <a:lnSpc>
              <a:spcPct val="90000"/>
            </a:lnSpc>
            <a:spcBef>
              <a:spcPct val="0"/>
            </a:spcBef>
            <a:spcAft>
              <a:spcPct val="35000"/>
            </a:spcAft>
            <a:buNone/>
          </a:pPr>
          <a:r>
            <a:rPr lang="en-IN" sz="2300" b="1" kern="1200" dirty="0"/>
            <a:t>1</a:t>
          </a:r>
          <a:r>
            <a:rPr lang="en-IN" sz="3200" b="1" kern="1200" dirty="0"/>
            <a:t>. How to Recognize Active and Passive Sentences </a:t>
          </a:r>
          <a:r>
            <a:rPr lang="en-IN" sz="3200" b="1" kern="1200" dirty="0">
              <a:hlinkClick xmlns:r="http://schemas.openxmlformats.org/officeDocument/2006/relationships" r:id="rId1"/>
            </a:rPr>
            <a:t>^</a:t>
          </a:r>
          <a:endParaRPr lang="en-IN" sz="3200" b="1" kern="1200" dirty="0"/>
        </a:p>
      </dsp:txBody>
      <dsp:txXfrm>
        <a:off x="613573" y="275516"/>
        <a:ext cx="11542294" cy="612672"/>
      </dsp:txXfrm>
    </dsp:sp>
    <dsp:sp modelId="{E5682D1C-D545-4A33-A575-0CDBE87776CD}">
      <dsp:nvSpPr>
        <dsp:cNvPr id="0" name=""/>
        <dsp:cNvSpPr/>
      </dsp:nvSpPr>
      <dsp:spPr>
        <a:xfrm>
          <a:off x="0" y="1625132"/>
          <a:ext cx="12192000" cy="579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09B41F-5052-4D7D-B74D-9BF4F60751A5}">
      <dsp:nvSpPr>
        <dsp:cNvPr id="0" name=""/>
        <dsp:cNvSpPr/>
      </dsp:nvSpPr>
      <dsp:spPr>
        <a:xfrm>
          <a:off x="580429" y="1285652"/>
          <a:ext cx="11608582" cy="6789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422400">
            <a:lnSpc>
              <a:spcPct val="90000"/>
            </a:lnSpc>
            <a:spcBef>
              <a:spcPct val="0"/>
            </a:spcBef>
            <a:spcAft>
              <a:spcPct val="35000"/>
            </a:spcAft>
            <a:buNone/>
          </a:pPr>
          <a:r>
            <a:rPr lang="en-IN" sz="3200" b="1" kern="1200" dirty="0">
              <a:solidFill>
                <a:srgbClr val="C00000"/>
              </a:solidFill>
            </a:rPr>
            <a:t>Find the subject </a:t>
          </a:r>
          <a:r>
            <a:rPr lang="en-IN" sz="3200" b="1" kern="1200" dirty="0"/>
            <a:t>(the main character of the sentence).</a:t>
          </a:r>
        </a:p>
      </dsp:txBody>
      <dsp:txXfrm>
        <a:off x="613573" y="1318796"/>
        <a:ext cx="11542294" cy="612672"/>
      </dsp:txXfrm>
    </dsp:sp>
    <dsp:sp modelId="{BB2F27D8-1457-4700-8911-5E237BA0D2B8}">
      <dsp:nvSpPr>
        <dsp:cNvPr id="0" name=""/>
        <dsp:cNvSpPr/>
      </dsp:nvSpPr>
      <dsp:spPr>
        <a:xfrm>
          <a:off x="0" y="2668412"/>
          <a:ext cx="12192000" cy="579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66713E2-E6C7-41AD-9C18-C434B5B1F5A6}">
      <dsp:nvSpPr>
        <dsp:cNvPr id="0" name=""/>
        <dsp:cNvSpPr/>
      </dsp:nvSpPr>
      <dsp:spPr>
        <a:xfrm>
          <a:off x="580429" y="2328932"/>
          <a:ext cx="11608582" cy="6789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422400">
            <a:lnSpc>
              <a:spcPct val="90000"/>
            </a:lnSpc>
            <a:spcBef>
              <a:spcPct val="0"/>
            </a:spcBef>
            <a:spcAft>
              <a:spcPct val="35000"/>
            </a:spcAft>
            <a:buNone/>
          </a:pPr>
          <a:r>
            <a:rPr lang="en-IN" sz="3200" b="1" kern="1200" dirty="0">
              <a:solidFill>
                <a:srgbClr val="C00000"/>
              </a:solidFill>
            </a:rPr>
            <a:t>Find the main verb </a:t>
          </a:r>
          <a:r>
            <a:rPr lang="en-IN" sz="3200" b="1" kern="1200" dirty="0"/>
            <a:t>(the action that the sentence identifies).</a:t>
          </a:r>
        </a:p>
      </dsp:txBody>
      <dsp:txXfrm>
        <a:off x="613573" y="2362076"/>
        <a:ext cx="11542294" cy="612672"/>
      </dsp:txXfrm>
    </dsp:sp>
    <dsp:sp modelId="{C57742F0-0444-4BCB-A26D-93AEBE486CEF}">
      <dsp:nvSpPr>
        <dsp:cNvPr id="0" name=""/>
        <dsp:cNvSpPr/>
      </dsp:nvSpPr>
      <dsp:spPr>
        <a:xfrm>
          <a:off x="0" y="3711692"/>
          <a:ext cx="12192000" cy="268065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46235" tIns="479044" rIns="946235" bIns="163576" numCol="1" spcCol="1270" anchor="t" anchorCtr="0">
          <a:noAutofit/>
        </a:bodyPr>
        <a:lstStyle/>
        <a:p>
          <a:pPr marL="228600" lvl="1" indent="-228600" algn="l" defTabSz="1022350">
            <a:lnSpc>
              <a:spcPct val="90000"/>
            </a:lnSpc>
            <a:spcBef>
              <a:spcPct val="0"/>
            </a:spcBef>
            <a:spcAft>
              <a:spcPct val="15000"/>
            </a:spcAft>
            <a:buChar char="•"/>
          </a:pPr>
          <a:r>
            <a:rPr lang="en-IN" sz="2300" kern="1200" dirty="0"/>
            <a:t>Does the </a:t>
          </a:r>
          <a:r>
            <a:rPr lang="en-IN" sz="2300" b="1" kern="1200" dirty="0"/>
            <a:t>subject perform the action</a:t>
          </a:r>
          <a:r>
            <a:rPr lang="en-IN" sz="2300" kern="1200" dirty="0"/>
            <a:t> of the main verb? (If so, the sentence is </a:t>
          </a:r>
          <a:r>
            <a:rPr lang="en-IN" sz="2300" b="1" i="1" kern="1200" dirty="0"/>
            <a:t>active</a:t>
          </a:r>
          <a:r>
            <a:rPr lang="en-IN" sz="2300" kern="1200" dirty="0"/>
            <a:t>.)</a:t>
          </a:r>
        </a:p>
        <a:p>
          <a:pPr marL="228600" lvl="1" indent="-228600" algn="l" defTabSz="1022350">
            <a:lnSpc>
              <a:spcPct val="90000"/>
            </a:lnSpc>
            <a:spcBef>
              <a:spcPct val="0"/>
            </a:spcBef>
            <a:spcAft>
              <a:spcPct val="15000"/>
            </a:spcAft>
            <a:buChar char="•"/>
          </a:pPr>
          <a:r>
            <a:rPr lang="en-IN" sz="2300" kern="1200" dirty="0"/>
            <a:t>Does the subject sit there while </a:t>
          </a:r>
          <a:r>
            <a:rPr lang="en-IN" sz="2300" b="1" kern="1200" dirty="0"/>
            <a:t>something else</a:t>
          </a:r>
          <a:r>
            <a:rPr lang="en-IN" sz="2300" kern="1200" dirty="0"/>
            <a:t> — named or unnamed —</a:t>
          </a:r>
          <a:r>
            <a:rPr lang="en-IN" sz="2300" b="1" kern="1200" dirty="0"/>
            <a:t>performs an action</a:t>
          </a:r>
          <a:r>
            <a:rPr lang="en-IN" sz="2300" kern="1200" dirty="0"/>
            <a:t> on it? (If so, the sentence is </a:t>
          </a:r>
          <a:r>
            <a:rPr lang="en-IN" sz="2300" b="1" i="1" kern="1200" dirty="0"/>
            <a:t>passive</a:t>
          </a:r>
          <a:r>
            <a:rPr lang="en-IN" sz="2300" kern="1200" dirty="0"/>
            <a:t>.)</a:t>
          </a:r>
        </a:p>
        <a:p>
          <a:pPr marL="228600" lvl="1" indent="-228600" algn="l" defTabSz="1022350">
            <a:lnSpc>
              <a:spcPct val="90000"/>
            </a:lnSpc>
            <a:spcBef>
              <a:spcPct val="0"/>
            </a:spcBef>
            <a:spcAft>
              <a:spcPct val="15000"/>
            </a:spcAft>
            <a:buChar char="•"/>
          </a:pPr>
          <a:r>
            <a:rPr lang="en-IN" sz="2300" b="1" kern="1200"/>
            <a:t>Can’t tell? </a:t>
          </a:r>
          <a:r>
            <a:rPr lang="en-IN" sz="2300" kern="1200"/>
            <a:t>If the main verb is a linking verb (“is,” “was,” “are,” “seems (to be),” “becomes” etc.), then the verb functions like an equals sign; there is no action involved — it merely describes a </a:t>
          </a:r>
          <a:r>
            <a:rPr lang="en-IN" sz="2300" b="1" kern="1200"/>
            <a:t>state of being</a:t>
          </a:r>
          <a:r>
            <a:rPr lang="en-IN" sz="2300" kern="1200"/>
            <a:t>.</a:t>
          </a:r>
          <a:endParaRPr lang="en-IN" sz="2300" kern="1200" dirty="0"/>
        </a:p>
      </dsp:txBody>
      <dsp:txXfrm>
        <a:off x="0" y="3711692"/>
        <a:ext cx="12192000" cy="2680650"/>
      </dsp:txXfrm>
    </dsp:sp>
    <dsp:sp modelId="{7F314B11-DD72-4405-82D0-40B7BA829482}">
      <dsp:nvSpPr>
        <dsp:cNvPr id="0" name=""/>
        <dsp:cNvSpPr/>
      </dsp:nvSpPr>
      <dsp:spPr>
        <a:xfrm>
          <a:off x="580429" y="3372212"/>
          <a:ext cx="11608582" cy="6789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422400">
            <a:lnSpc>
              <a:spcPct val="90000"/>
            </a:lnSpc>
            <a:spcBef>
              <a:spcPct val="0"/>
            </a:spcBef>
            <a:spcAft>
              <a:spcPct val="35000"/>
            </a:spcAft>
            <a:buNone/>
          </a:pPr>
          <a:r>
            <a:rPr lang="en-IN" sz="3200" b="1" kern="1200" dirty="0"/>
            <a:t>Examine the relationship between the subject and main verb. </a:t>
          </a:r>
        </a:p>
      </dsp:txBody>
      <dsp:txXfrm>
        <a:off x="613573" y="3405356"/>
        <a:ext cx="11542294" cy="6126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0ED519-1005-4CFF-BE43-25CAAFF816CF}">
      <dsp:nvSpPr>
        <dsp:cNvPr id="0" name=""/>
        <dsp:cNvSpPr/>
      </dsp:nvSpPr>
      <dsp:spPr>
        <a:xfrm rot="5400000">
          <a:off x="2125678" y="1202342"/>
          <a:ext cx="1046380" cy="1191267"/>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A0348E9-CF69-4582-A2F6-0B1D6A861510}">
      <dsp:nvSpPr>
        <dsp:cNvPr id="0" name=""/>
        <dsp:cNvSpPr/>
      </dsp:nvSpPr>
      <dsp:spPr>
        <a:xfrm>
          <a:off x="1472628" y="42408"/>
          <a:ext cx="2513134" cy="123298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I love you.</a:t>
          </a:r>
          <a:endParaRPr lang="en-IN" sz="2400" kern="1200" dirty="0"/>
        </a:p>
      </dsp:txBody>
      <dsp:txXfrm>
        <a:off x="1532828" y="102608"/>
        <a:ext cx="2392734" cy="1112585"/>
      </dsp:txXfrm>
    </dsp:sp>
    <dsp:sp modelId="{D3EEEB91-4680-411C-9E70-C85DFC2AE628}">
      <dsp:nvSpPr>
        <dsp:cNvPr id="0" name=""/>
        <dsp:cNvSpPr/>
      </dsp:nvSpPr>
      <dsp:spPr>
        <a:xfrm>
          <a:off x="3609940" y="160001"/>
          <a:ext cx="1281139" cy="996553"/>
        </a:xfrm>
        <a:prstGeom prst="rect">
          <a:avLst/>
        </a:prstGeom>
        <a:noFill/>
        <a:ln>
          <a:noFill/>
        </a:ln>
        <a:effectLst/>
      </dsp:spPr>
      <dsp:style>
        <a:lnRef idx="0">
          <a:scrgbClr r="0" g="0" b="0"/>
        </a:lnRef>
        <a:fillRef idx="0">
          <a:scrgbClr r="0" g="0" b="0"/>
        </a:fillRef>
        <a:effectRef idx="0">
          <a:scrgbClr r="0" g="0" b="0"/>
        </a:effectRef>
        <a:fontRef idx="minor"/>
      </dsp:style>
    </dsp:sp>
    <dsp:sp modelId="{20BE94A0-CC3E-4964-A5AF-ADFAFD107656}">
      <dsp:nvSpPr>
        <dsp:cNvPr id="0" name=""/>
        <dsp:cNvSpPr/>
      </dsp:nvSpPr>
      <dsp:spPr>
        <a:xfrm rot="5400000">
          <a:off x="3766535" y="2587392"/>
          <a:ext cx="1046380" cy="1191267"/>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6C7A66-BE78-4D9E-B454-C0B99FEE5000}">
      <dsp:nvSpPr>
        <dsp:cNvPr id="0" name=""/>
        <dsp:cNvSpPr/>
      </dsp:nvSpPr>
      <dsp:spPr>
        <a:xfrm>
          <a:off x="3113485" y="1427457"/>
          <a:ext cx="2513134" cy="123298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solidFill>
                <a:schemeClr val="bg1"/>
              </a:solidFill>
            </a:rPr>
            <a:t>subject</a:t>
          </a:r>
          <a:r>
            <a:rPr lang="en-IN" sz="2800" kern="1200" dirty="0">
              <a:solidFill>
                <a:schemeClr val="bg1"/>
              </a:solidFill>
            </a:rPr>
            <a:t>: “I”</a:t>
          </a:r>
        </a:p>
      </dsp:txBody>
      <dsp:txXfrm>
        <a:off x="3173685" y="1487657"/>
        <a:ext cx="2392734" cy="1112585"/>
      </dsp:txXfrm>
    </dsp:sp>
    <dsp:sp modelId="{8FE861AC-7D4B-4A17-8B09-9E17349E2A3F}">
      <dsp:nvSpPr>
        <dsp:cNvPr id="0" name=""/>
        <dsp:cNvSpPr/>
      </dsp:nvSpPr>
      <dsp:spPr>
        <a:xfrm>
          <a:off x="5250797" y="1545051"/>
          <a:ext cx="1281139" cy="996553"/>
        </a:xfrm>
        <a:prstGeom prst="rect">
          <a:avLst/>
        </a:prstGeom>
        <a:noFill/>
        <a:ln>
          <a:noFill/>
        </a:ln>
        <a:effectLst/>
      </dsp:spPr>
      <dsp:style>
        <a:lnRef idx="0">
          <a:scrgbClr r="0" g="0" b="0"/>
        </a:lnRef>
        <a:fillRef idx="0">
          <a:scrgbClr r="0" g="0" b="0"/>
        </a:fillRef>
        <a:effectRef idx="0">
          <a:scrgbClr r="0" g="0" b="0"/>
        </a:effectRef>
        <a:fontRef idx="minor"/>
      </dsp:style>
    </dsp:sp>
    <dsp:sp modelId="{149C0AC6-AE3A-45EC-B41A-9AC194A5592F}">
      <dsp:nvSpPr>
        <dsp:cNvPr id="0" name=""/>
        <dsp:cNvSpPr/>
      </dsp:nvSpPr>
      <dsp:spPr>
        <a:xfrm rot="5400000">
          <a:off x="5407391" y="3972441"/>
          <a:ext cx="1046380" cy="1191267"/>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A064281-E556-428C-B273-15D6C6083569}">
      <dsp:nvSpPr>
        <dsp:cNvPr id="0" name=""/>
        <dsp:cNvSpPr/>
      </dsp:nvSpPr>
      <dsp:spPr>
        <a:xfrm>
          <a:off x="4754341" y="2812507"/>
          <a:ext cx="2513134" cy="123298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solidFill>
                <a:schemeClr val="bg1"/>
              </a:solidFill>
            </a:rPr>
            <a:t>action</a:t>
          </a:r>
          <a:r>
            <a:rPr lang="en-IN" sz="2400" kern="1200" dirty="0">
              <a:solidFill>
                <a:schemeClr val="bg1"/>
              </a:solidFill>
            </a:rPr>
            <a:t>: “loving”</a:t>
          </a:r>
        </a:p>
      </dsp:txBody>
      <dsp:txXfrm>
        <a:off x="4814541" y="2872707"/>
        <a:ext cx="2392734" cy="1112585"/>
      </dsp:txXfrm>
    </dsp:sp>
    <dsp:sp modelId="{B22D90DD-9475-4075-863B-12F582225DD9}">
      <dsp:nvSpPr>
        <dsp:cNvPr id="0" name=""/>
        <dsp:cNvSpPr/>
      </dsp:nvSpPr>
      <dsp:spPr>
        <a:xfrm>
          <a:off x="6891653" y="2930100"/>
          <a:ext cx="1281139" cy="996553"/>
        </a:xfrm>
        <a:prstGeom prst="rect">
          <a:avLst/>
        </a:prstGeom>
        <a:noFill/>
        <a:ln>
          <a:noFill/>
        </a:ln>
        <a:effectLst/>
      </dsp:spPr>
      <dsp:style>
        <a:lnRef idx="0">
          <a:scrgbClr r="0" g="0" b="0"/>
        </a:lnRef>
        <a:fillRef idx="0">
          <a:scrgbClr r="0" g="0" b="0"/>
        </a:fillRef>
        <a:effectRef idx="0">
          <a:scrgbClr r="0" g="0" b="0"/>
        </a:effectRef>
        <a:fontRef idx="minor"/>
      </dsp:style>
    </dsp:sp>
    <dsp:sp modelId="{E2DE2018-B3B6-4938-997E-B171190BEE60}">
      <dsp:nvSpPr>
        <dsp:cNvPr id="0" name=""/>
        <dsp:cNvSpPr/>
      </dsp:nvSpPr>
      <dsp:spPr>
        <a:xfrm rot="5400000">
          <a:off x="7048248" y="5357490"/>
          <a:ext cx="1046380" cy="1191267"/>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C700F4-192F-42A5-ACD5-3B9153229450}">
      <dsp:nvSpPr>
        <dsp:cNvPr id="0" name=""/>
        <dsp:cNvSpPr/>
      </dsp:nvSpPr>
      <dsp:spPr>
        <a:xfrm>
          <a:off x="6395198" y="4197556"/>
          <a:ext cx="2513134" cy="123298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bg1"/>
              </a:solidFill>
            </a:rPr>
            <a:t>relationship</a:t>
          </a:r>
          <a:r>
            <a:rPr lang="en-IN" sz="1800" kern="1200" dirty="0">
              <a:solidFill>
                <a:schemeClr val="bg1"/>
              </a:solidFill>
            </a:rPr>
            <a:t>: The subject (“I”) is the one performing the action (“loving”).</a:t>
          </a:r>
        </a:p>
      </dsp:txBody>
      <dsp:txXfrm>
        <a:off x="6455398" y="4257756"/>
        <a:ext cx="2392734" cy="1112585"/>
      </dsp:txXfrm>
    </dsp:sp>
    <dsp:sp modelId="{C870C58D-90F6-4736-9FC2-8B829CFDB0B8}">
      <dsp:nvSpPr>
        <dsp:cNvPr id="0" name=""/>
        <dsp:cNvSpPr/>
      </dsp:nvSpPr>
      <dsp:spPr>
        <a:xfrm>
          <a:off x="8532510" y="4315149"/>
          <a:ext cx="1281139" cy="996553"/>
        </a:xfrm>
        <a:prstGeom prst="rect">
          <a:avLst/>
        </a:prstGeom>
        <a:noFill/>
        <a:ln>
          <a:noFill/>
        </a:ln>
        <a:effectLst/>
      </dsp:spPr>
      <dsp:style>
        <a:lnRef idx="0">
          <a:scrgbClr r="0" g="0" b="0"/>
        </a:lnRef>
        <a:fillRef idx="0">
          <a:scrgbClr r="0" g="0" b="0"/>
        </a:fillRef>
        <a:effectRef idx="0">
          <a:scrgbClr r="0" g="0" b="0"/>
        </a:effectRef>
        <a:fontRef idx="minor"/>
      </dsp:style>
    </dsp:sp>
    <dsp:sp modelId="{4824A5AB-04BE-4A1D-8FD0-B852D74DF62A}">
      <dsp:nvSpPr>
        <dsp:cNvPr id="0" name=""/>
        <dsp:cNvSpPr/>
      </dsp:nvSpPr>
      <dsp:spPr>
        <a:xfrm>
          <a:off x="8036055" y="5582606"/>
          <a:ext cx="2513134" cy="123298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The sentence is active.</a:t>
          </a:r>
          <a:endParaRPr lang="en-IN" sz="2400" kern="1200" dirty="0"/>
        </a:p>
      </dsp:txBody>
      <dsp:txXfrm>
        <a:off x="8096255" y="5642806"/>
        <a:ext cx="2392734" cy="11125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DB5FA9-1D44-4056-98F1-293AE44FAB5C}">
      <dsp:nvSpPr>
        <dsp:cNvPr id="0" name=""/>
        <dsp:cNvSpPr/>
      </dsp:nvSpPr>
      <dsp:spPr>
        <a:xfrm rot="5400000">
          <a:off x="1784000" y="1008119"/>
          <a:ext cx="867764" cy="987919"/>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71EC4F2-126F-47F8-AB13-402DA1B6AF4E}">
      <dsp:nvSpPr>
        <dsp:cNvPr id="0" name=""/>
        <dsp:cNvSpPr/>
      </dsp:nvSpPr>
      <dsp:spPr>
        <a:xfrm>
          <a:off x="972008" y="46184"/>
          <a:ext cx="2624978" cy="1022516"/>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0" lang="en-US" sz="1600" b="1" i="0" u="none" strike="noStrike" kern="1200" cap="none" normalizeH="0" baseline="0" dirty="0">
              <a:ln>
                <a:noFill/>
              </a:ln>
              <a:solidFill>
                <a:schemeClr val="bg1"/>
              </a:solidFill>
              <a:effectLst/>
              <a:latin typeface="Arial Unicode MS" panose="020B0604020202020204" pitchFamily="34" charset="-128"/>
            </a:rPr>
            <a:t>You are loved by me.</a:t>
          </a:r>
          <a:endParaRPr kumimoji="0" lang="en-US" sz="1600" b="1" i="0" u="none" strike="noStrike" kern="1200" cap="none" normalizeH="0" baseline="0" dirty="0">
            <a:ln>
              <a:noFill/>
            </a:ln>
            <a:solidFill>
              <a:schemeClr val="bg1"/>
            </a:solidFill>
            <a:effectLst/>
          </a:endParaRPr>
        </a:p>
      </dsp:txBody>
      <dsp:txXfrm>
        <a:off x="1021932" y="96108"/>
        <a:ext cx="2525130" cy="922668"/>
      </dsp:txXfrm>
    </dsp:sp>
    <dsp:sp modelId="{536A7CAD-2B37-4DEA-9B9A-19DD8B6EEA18}">
      <dsp:nvSpPr>
        <dsp:cNvPr id="0" name=""/>
        <dsp:cNvSpPr/>
      </dsp:nvSpPr>
      <dsp:spPr>
        <a:xfrm>
          <a:off x="3014900" y="143704"/>
          <a:ext cx="1062450" cy="826442"/>
        </a:xfrm>
        <a:prstGeom prst="rect">
          <a:avLst/>
        </a:prstGeom>
        <a:noFill/>
        <a:ln>
          <a:noFill/>
        </a:ln>
        <a:effectLst/>
      </dsp:spPr>
      <dsp:style>
        <a:lnRef idx="0">
          <a:scrgbClr r="0" g="0" b="0"/>
        </a:lnRef>
        <a:fillRef idx="0">
          <a:scrgbClr r="0" g="0" b="0"/>
        </a:fillRef>
        <a:effectRef idx="0">
          <a:scrgbClr r="0" g="0" b="0"/>
        </a:effectRef>
        <a:fontRef idx="minor"/>
      </dsp:style>
    </dsp:sp>
    <dsp:sp modelId="{BBB07D42-DAB6-4CDF-8253-B7D22D30C751}">
      <dsp:nvSpPr>
        <dsp:cNvPr id="0" name=""/>
        <dsp:cNvSpPr/>
      </dsp:nvSpPr>
      <dsp:spPr>
        <a:xfrm rot="5400000">
          <a:off x="3274565" y="2156742"/>
          <a:ext cx="867764" cy="987919"/>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9538CC-4963-40F7-BC25-2F990A32BBEA}">
      <dsp:nvSpPr>
        <dsp:cNvPr id="0" name=""/>
        <dsp:cNvSpPr/>
      </dsp:nvSpPr>
      <dsp:spPr>
        <a:xfrm>
          <a:off x="2462573" y="1194807"/>
          <a:ext cx="2624978" cy="1022516"/>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0" lang="en-US" sz="1600" b="1" i="0" u="none" strike="noStrike" kern="1200" cap="none" normalizeH="0" baseline="0" dirty="0">
              <a:ln>
                <a:noFill/>
              </a:ln>
              <a:solidFill>
                <a:schemeClr val="bg1"/>
              </a:solidFill>
              <a:effectLst/>
              <a:latin typeface="Arial" panose="020B0604020202020204" pitchFamily="34" charset="0"/>
            </a:rPr>
            <a:t>subject: “you” </a:t>
          </a:r>
        </a:p>
      </dsp:txBody>
      <dsp:txXfrm>
        <a:off x="2512497" y="1244731"/>
        <a:ext cx="2525130" cy="922668"/>
      </dsp:txXfrm>
    </dsp:sp>
    <dsp:sp modelId="{3CB3A583-6CBE-47EB-ABA0-3C7CE5308B23}">
      <dsp:nvSpPr>
        <dsp:cNvPr id="0" name=""/>
        <dsp:cNvSpPr/>
      </dsp:nvSpPr>
      <dsp:spPr>
        <a:xfrm>
          <a:off x="4505465" y="1292327"/>
          <a:ext cx="1062450" cy="826442"/>
        </a:xfrm>
        <a:prstGeom prst="rect">
          <a:avLst/>
        </a:prstGeom>
        <a:noFill/>
        <a:ln>
          <a:noFill/>
        </a:ln>
        <a:effectLst/>
      </dsp:spPr>
      <dsp:style>
        <a:lnRef idx="0">
          <a:scrgbClr r="0" g="0" b="0"/>
        </a:lnRef>
        <a:fillRef idx="0">
          <a:scrgbClr r="0" g="0" b="0"/>
        </a:fillRef>
        <a:effectRef idx="0">
          <a:scrgbClr r="0" g="0" b="0"/>
        </a:effectRef>
        <a:fontRef idx="minor"/>
      </dsp:style>
    </dsp:sp>
    <dsp:sp modelId="{75950754-8D88-41C4-B1F8-9F852B14BC08}">
      <dsp:nvSpPr>
        <dsp:cNvPr id="0" name=""/>
        <dsp:cNvSpPr/>
      </dsp:nvSpPr>
      <dsp:spPr>
        <a:xfrm rot="5400000">
          <a:off x="4765129" y="3305365"/>
          <a:ext cx="867764" cy="987919"/>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BF9482-20A6-4669-8F3A-EC3E1D3369E9}">
      <dsp:nvSpPr>
        <dsp:cNvPr id="0" name=""/>
        <dsp:cNvSpPr/>
      </dsp:nvSpPr>
      <dsp:spPr>
        <a:xfrm>
          <a:off x="3953137" y="2343430"/>
          <a:ext cx="2624978" cy="1022516"/>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0" lang="en-US" sz="1600" b="1" i="0" u="none" strike="noStrike" kern="1200" cap="none" normalizeH="0" baseline="0" dirty="0">
              <a:ln>
                <a:noFill/>
              </a:ln>
              <a:solidFill>
                <a:schemeClr val="bg1"/>
              </a:solidFill>
              <a:effectLst/>
              <a:latin typeface="Arial" panose="020B0604020202020204" pitchFamily="34" charset="0"/>
            </a:rPr>
            <a:t>action: “loving” </a:t>
          </a:r>
        </a:p>
      </dsp:txBody>
      <dsp:txXfrm>
        <a:off x="4003061" y="2393354"/>
        <a:ext cx="2525130" cy="922668"/>
      </dsp:txXfrm>
    </dsp:sp>
    <dsp:sp modelId="{937FFBA5-A019-453B-AA60-1DC00D8182B4}">
      <dsp:nvSpPr>
        <dsp:cNvPr id="0" name=""/>
        <dsp:cNvSpPr/>
      </dsp:nvSpPr>
      <dsp:spPr>
        <a:xfrm>
          <a:off x="5996029" y="2440950"/>
          <a:ext cx="1062450" cy="826442"/>
        </a:xfrm>
        <a:prstGeom prst="rect">
          <a:avLst/>
        </a:prstGeom>
        <a:noFill/>
        <a:ln>
          <a:noFill/>
        </a:ln>
        <a:effectLst/>
      </dsp:spPr>
      <dsp:style>
        <a:lnRef idx="0">
          <a:scrgbClr r="0" g="0" b="0"/>
        </a:lnRef>
        <a:fillRef idx="0">
          <a:scrgbClr r="0" g="0" b="0"/>
        </a:fillRef>
        <a:effectRef idx="0">
          <a:scrgbClr r="0" g="0" b="0"/>
        </a:effectRef>
        <a:fontRef idx="minor"/>
      </dsp:style>
    </dsp:sp>
    <dsp:sp modelId="{2EAF6248-2EBA-4549-80E9-ACA130B5B908}">
      <dsp:nvSpPr>
        <dsp:cNvPr id="0" name=""/>
        <dsp:cNvSpPr/>
      </dsp:nvSpPr>
      <dsp:spPr>
        <a:xfrm rot="5400000">
          <a:off x="6255693" y="4453988"/>
          <a:ext cx="867764" cy="987919"/>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49DFED-2D5D-4B26-A6B8-E98048E26417}">
      <dsp:nvSpPr>
        <dsp:cNvPr id="0" name=""/>
        <dsp:cNvSpPr/>
      </dsp:nvSpPr>
      <dsp:spPr>
        <a:xfrm>
          <a:off x="5443701" y="3492053"/>
          <a:ext cx="2624978" cy="1022516"/>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0" lang="en-US" sz="1600" b="1" i="0" u="none" strike="noStrike" kern="1200" cap="none" normalizeH="0" baseline="0" dirty="0">
              <a:ln>
                <a:noFill/>
              </a:ln>
              <a:solidFill>
                <a:schemeClr val="bg1"/>
              </a:solidFill>
              <a:effectLst/>
              <a:latin typeface="Arial" panose="020B0604020202020204" pitchFamily="34" charset="0"/>
            </a:rPr>
            <a:t>relationship: The subject (“You”) sits passively </a:t>
          </a:r>
        </a:p>
      </dsp:txBody>
      <dsp:txXfrm>
        <a:off x="5493625" y="3541977"/>
        <a:ext cx="2525130" cy="922668"/>
      </dsp:txXfrm>
    </dsp:sp>
    <dsp:sp modelId="{6C1D01C3-031A-4B9F-8D91-B28510D524A6}">
      <dsp:nvSpPr>
        <dsp:cNvPr id="0" name=""/>
        <dsp:cNvSpPr/>
      </dsp:nvSpPr>
      <dsp:spPr>
        <a:xfrm>
          <a:off x="7486593" y="3589573"/>
          <a:ext cx="1062450" cy="826442"/>
        </a:xfrm>
        <a:prstGeom prst="rect">
          <a:avLst/>
        </a:prstGeom>
        <a:noFill/>
        <a:ln>
          <a:noFill/>
        </a:ln>
        <a:effectLst/>
      </dsp:spPr>
      <dsp:style>
        <a:lnRef idx="0">
          <a:scrgbClr r="0" g="0" b="0"/>
        </a:lnRef>
        <a:fillRef idx="0">
          <a:scrgbClr r="0" g="0" b="0"/>
        </a:fillRef>
        <a:effectRef idx="0">
          <a:scrgbClr r="0" g="0" b="0"/>
        </a:effectRef>
        <a:fontRef idx="minor"/>
      </dsp:style>
    </dsp:sp>
    <dsp:sp modelId="{C1CDA103-85BA-4A3E-952D-A555F4219EEB}">
      <dsp:nvSpPr>
        <dsp:cNvPr id="0" name=""/>
        <dsp:cNvSpPr/>
      </dsp:nvSpPr>
      <dsp:spPr>
        <a:xfrm rot="5400000">
          <a:off x="7746257" y="5602610"/>
          <a:ext cx="867764" cy="987919"/>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B84E07-8248-448D-A3B3-30BE2BED1FB4}">
      <dsp:nvSpPr>
        <dsp:cNvPr id="0" name=""/>
        <dsp:cNvSpPr/>
      </dsp:nvSpPr>
      <dsp:spPr>
        <a:xfrm>
          <a:off x="6934265" y="4640676"/>
          <a:ext cx="2624978" cy="1022516"/>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0" lang="en-US" sz="1600" b="1" i="0" u="none" strike="noStrike" kern="1200" cap="none" normalizeH="0" baseline="0" dirty="0">
              <a:ln>
                <a:noFill/>
              </a:ln>
              <a:solidFill>
                <a:schemeClr val="bg1"/>
              </a:solidFill>
              <a:effectLst/>
              <a:latin typeface="Arial" panose="020B0604020202020204" pitchFamily="34" charset="0"/>
            </a:rPr>
            <a:t>while the action (“loving”) is performed by somebody else (“me”). </a:t>
          </a:r>
        </a:p>
      </dsp:txBody>
      <dsp:txXfrm>
        <a:off x="6984189" y="4690600"/>
        <a:ext cx="2525130" cy="922668"/>
      </dsp:txXfrm>
    </dsp:sp>
    <dsp:sp modelId="{C377D199-4E47-4824-9D9F-2FD8F7E39FD4}">
      <dsp:nvSpPr>
        <dsp:cNvPr id="0" name=""/>
        <dsp:cNvSpPr/>
      </dsp:nvSpPr>
      <dsp:spPr>
        <a:xfrm>
          <a:off x="8977157" y="4738196"/>
          <a:ext cx="1062450" cy="826442"/>
        </a:xfrm>
        <a:prstGeom prst="rect">
          <a:avLst/>
        </a:prstGeom>
        <a:noFill/>
        <a:ln>
          <a:noFill/>
        </a:ln>
        <a:effectLst/>
      </dsp:spPr>
      <dsp:style>
        <a:lnRef idx="0">
          <a:scrgbClr r="0" g="0" b="0"/>
        </a:lnRef>
        <a:fillRef idx="0">
          <a:scrgbClr r="0" g="0" b="0"/>
        </a:fillRef>
        <a:effectRef idx="0">
          <a:scrgbClr r="0" g="0" b="0"/>
        </a:effectRef>
        <a:fontRef idx="minor"/>
      </dsp:style>
    </dsp:sp>
    <dsp:sp modelId="{0CF02F1D-33DE-40DC-8298-08835F6F40A0}">
      <dsp:nvSpPr>
        <dsp:cNvPr id="0" name=""/>
        <dsp:cNvSpPr/>
      </dsp:nvSpPr>
      <dsp:spPr>
        <a:xfrm>
          <a:off x="8424830" y="5789299"/>
          <a:ext cx="2624978" cy="1022516"/>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0" lang="en-US" sz="1600" b="1" i="0" u="none" strike="noStrike" kern="1200" cap="none" normalizeH="0" baseline="0" dirty="0">
              <a:ln>
                <a:noFill/>
              </a:ln>
              <a:solidFill>
                <a:schemeClr val="bg1"/>
              </a:solidFill>
              <a:effectLst/>
              <a:latin typeface="Arial" panose="020B0604020202020204" pitchFamily="34" charset="0"/>
            </a:rPr>
            <a:t>This sentence is passive.</a:t>
          </a:r>
        </a:p>
      </dsp:txBody>
      <dsp:txXfrm>
        <a:off x="8474754" y="5839223"/>
        <a:ext cx="2525130" cy="9226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DF89F3-FDB2-43E9-8A75-14EE429E830C}">
      <dsp:nvSpPr>
        <dsp:cNvPr id="0" name=""/>
        <dsp:cNvSpPr/>
      </dsp:nvSpPr>
      <dsp:spPr>
        <a:xfrm rot="5400000">
          <a:off x="1138462" y="924106"/>
          <a:ext cx="725715" cy="826201"/>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D3270F-2651-4B7E-9233-9BAB12173DA9}">
      <dsp:nvSpPr>
        <dsp:cNvPr id="0" name=""/>
        <dsp:cNvSpPr/>
      </dsp:nvSpPr>
      <dsp:spPr>
        <a:xfrm>
          <a:off x="10544" y="119636"/>
          <a:ext cx="3092971" cy="85513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0" lang="en-US" sz="2000" b="1" i="0" u="none" strike="noStrike" kern="1200" cap="none" normalizeH="0" baseline="0" dirty="0">
              <a:ln>
                <a:noFill/>
              </a:ln>
              <a:solidFill>
                <a:schemeClr val="bg1"/>
              </a:solidFill>
              <a:effectLst/>
              <a:latin typeface="Arial Unicode MS" panose="020B0604020202020204" pitchFamily="34" charset="-128"/>
            </a:rPr>
            <a:t>You are loved by me.</a:t>
          </a:r>
          <a:endParaRPr kumimoji="0" lang="en-US" sz="2000" b="0" i="0" u="none" strike="noStrike" kern="1200" cap="none" normalizeH="0" baseline="0" dirty="0">
            <a:ln>
              <a:noFill/>
            </a:ln>
            <a:solidFill>
              <a:schemeClr val="bg1"/>
            </a:solidFill>
            <a:effectLst/>
          </a:endParaRPr>
        </a:p>
      </dsp:txBody>
      <dsp:txXfrm>
        <a:off x="52296" y="161388"/>
        <a:ext cx="3009467" cy="771631"/>
      </dsp:txXfrm>
    </dsp:sp>
    <dsp:sp modelId="{02D2833E-83AB-4AD5-AB3C-5082C2152030}">
      <dsp:nvSpPr>
        <dsp:cNvPr id="0" name=""/>
        <dsp:cNvSpPr/>
      </dsp:nvSpPr>
      <dsp:spPr>
        <a:xfrm>
          <a:off x="2167869" y="201192"/>
          <a:ext cx="888532" cy="691157"/>
        </a:xfrm>
        <a:prstGeom prst="rect">
          <a:avLst/>
        </a:prstGeom>
        <a:noFill/>
        <a:ln>
          <a:noFill/>
        </a:ln>
        <a:effectLst/>
      </dsp:spPr>
      <dsp:style>
        <a:lnRef idx="0">
          <a:scrgbClr r="0" g="0" b="0"/>
        </a:lnRef>
        <a:fillRef idx="0">
          <a:scrgbClr r="0" g="0" b="0"/>
        </a:fillRef>
        <a:effectRef idx="0">
          <a:scrgbClr r="0" g="0" b="0"/>
        </a:effectRef>
        <a:fontRef idx="minor"/>
      </dsp:style>
    </dsp:sp>
    <dsp:sp modelId="{823E66D2-5EAD-47DE-A91B-7F2880795AF5}">
      <dsp:nvSpPr>
        <dsp:cNvPr id="0" name=""/>
        <dsp:cNvSpPr/>
      </dsp:nvSpPr>
      <dsp:spPr>
        <a:xfrm rot="5400000">
          <a:off x="2623088" y="1884705"/>
          <a:ext cx="725715" cy="826201"/>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6F5725D-CCC5-445D-BF02-F02B71828F44}">
      <dsp:nvSpPr>
        <dsp:cNvPr id="0" name=""/>
        <dsp:cNvSpPr/>
      </dsp:nvSpPr>
      <dsp:spPr>
        <a:xfrm>
          <a:off x="1495171" y="1080234"/>
          <a:ext cx="3092971" cy="85513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0" lang="en-US" sz="2000" b="1" i="0" u="none" strike="noStrike" kern="1200" cap="none" normalizeH="0" baseline="0" dirty="0">
              <a:ln>
                <a:noFill/>
              </a:ln>
              <a:solidFill>
                <a:schemeClr val="bg1"/>
              </a:solidFill>
              <a:effectLst/>
              <a:latin typeface="Arial" panose="020B0604020202020204" pitchFamily="34" charset="0"/>
            </a:rPr>
            <a:t>subject</a:t>
          </a:r>
          <a:r>
            <a:rPr kumimoji="0" lang="en-US" sz="2000" b="0" i="0" u="none" strike="noStrike" kern="1200" cap="none" normalizeH="0" baseline="0" dirty="0">
              <a:ln>
                <a:noFill/>
              </a:ln>
              <a:solidFill>
                <a:schemeClr val="bg1"/>
              </a:solidFill>
              <a:effectLst/>
              <a:latin typeface="Arial" panose="020B0604020202020204" pitchFamily="34" charset="0"/>
            </a:rPr>
            <a:t>: “you” </a:t>
          </a:r>
        </a:p>
      </dsp:txBody>
      <dsp:txXfrm>
        <a:off x="1536923" y="1121986"/>
        <a:ext cx="3009467" cy="771631"/>
      </dsp:txXfrm>
    </dsp:sp>
    <dsp:sp modelId="{0591F2A4-0D7D-42A9-967A-5D78283D2486}">
      <dsp:nvSpPr>
        <dsp:cNvPr id="0" name=""/>
        <dsp:cNvSpPr/>
      </dsp:nvSpPr>
      <dsp:spPr>
        <a:xfrm>
          <a:off x="3652495" y="1161791"/>
          <a:ext cx="888532" cy="691157"/>
        </a:xfrm>
        <a:prstGeom prst="rect">
          <a:avLst/>
        </a:prstGeom>
        <a:noFill/>
        <a:ln>
          <a:noFill/>
        </a:ln>
        <a:effectLst/>
      </dsp:spPr>
      <dsp:style>
        <a:lnRef idx="0">
          <a:scrgbClr r="0" g="0" b="0"/>
        </a:lnRef>
        <a:fillRef idx="0">
          <a:scrgbClr r="0" g="0" b="0"/>
        </a:fillRef>
        <a:effectRef idx="0">
          <a:scrgbClr r="0" g="0" b="0"/>
        </a:effectRef>
        <a:fontRef idx="minor"/>
      </dsp:style>
    </dsp:sp>
    <dsp:sp modelId="{C515244D-3DFD-42D8-9F60-591891901886}">
      <dsp:nvSpPr>
        <dsp:cNvPr id="0" name=""/>
        <dsp:cNvSpPr/>
      </dsp:nvSpPr>
      <dsp:spPr>
        <a:xfrm rot="5400000">
          <a:off x="4107714" y="2845304"/>
          <a:ext cx="725715" cy="826201"/>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B34965D-8678-40FC-9E7B-720B8CB93FA9}">
      <dsp:nvSpPr>
        <dsp:cNvPr id="0" name=""/>
        <dsp:cNvSpPr/>
      </dsp:nvSpPr>
      <dsp:spPr>
        <a:xfrm>
          <a:off x="2979797" y="2040833"/>
          <a:ext cx="3092971" cy="85513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0" lang="en-US" sz="2000" b="1" i="0" u="none" strike="noStrike" kern="1200" cap="none" normalizeH="0" baseline="0" dirty="0">
              <a:ln>
                <a:noFill/>
              </a:ln>
              <a:solidFill>
                <a:schemeClr val="bg1"/>
              </a:solidFill>
              <a:effectLst/>
              <a:latin typeface="Arial" panose="020B0604020202020204" pitchFamily="34" charset="0"/>
            </a:rPr>
            <a:t>action</a:t>
          </a:r>
          <a:r>
            <a:rPr kumimoji="0" lang="en-US" sz="2000" b="0" i="0" u="none" strike="noStrike" kern="1200" cap="none" normalizeH="0" baseline="0" dirty="0">
              <a:ln>
                <a:noFill/>
              </a:ln>
              <a:solidFill>
                <a:schemeClr val="bg1"/>
              </a:solidFill>
              <a:effectLst/>
              <a:latin typeface="Arial" panose="020B0604020202020204" pitchFamily="34" charset="0"/>
            </a:rPr>
            <a:t>: “loving” </a:t>
          </a:r>
        </a:p>
      </dsp:txBody>
      <dsp:txXfrm>
        <a:off x="3021549" y="2082585"/>
        <a:ext cx="3009467" cy="771631"/>
      </dsp:txXfrm>
    </dsp:sp>
    <dsp:sp modelId="{74A7F141-D20C-4648-AFE2-13B6212C4491}">
      <dsp:nvSpPr>
        <dsp:cNvPr id="0" name=""/>
        <dsp:cNvSpPr/>
      </dsp:nvSpPr>
      <dsp:spPr>
        <a:xfrm>
          <a:off x="5137121" y="2122390"/>
          <a:ext cx="888532" cy="691157"/>
        </a:xfrm>
        <a:prstGeom prst="rect">
          <a:avLst/>
        </a:prstGeom>
        <a:noFill/>
        <a:ln>
          <a:noFill/>
        </a:ln>
        <a:effectLst/>
      </dsp:spPr>
      <dsp:style>
        <a:lnRef idx="0">
          <a:scrgbClr r="0" g="0" b="0"/>
        </a:lnRef>
        <a:fillRef idx="0">
          <a:scrgbClr r="0" g="0" b="0"/>
        </a:fillRef>
        <a:effectRef idx="0">
          <a:scrgbClr r="0" g="0" b="0"/>
        </a:effectRef>
        <a:fontRef idx="minor"/>
      </dsp:style>
    </dsp:sp>
    <dsp:sp modelId="{9A30A3E3-F2E0-49F4-894B-3DE785DDA9EC}">
      <dsp:nvSpPr>
        <dsp:cNvPr id="0" name=""/>
        <dsp:cNvSpPr/>
      </dsp:nvSpPr>
      <dsp:spPr>
        <a:xfrm rot="5400000">
          <a:off x="5592340" y="3805902"/>
          <a:ext cx="725715" cy="826201"/>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58A63D-5278-4125-A472-C0D846A4F1FC}">
      <dsp:nvSpPr>
        <dsp:cNvPr id="0" name=""/>
        <dsp:cNvSpPr/>
      </dsp:nvSpPr>
      <dsp:spPr>
        <a:xfrm>
          <a:off x="4464423" y="3001432"/>
          <a:ext cx="3092971" cy="85513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0" lang="en-US" sz="2000" b="1" i="0" u="none" strike="noStrike" kern="1200" cap="none" normalizeH="0" baseline="0" dirty="0">
              <a:ln>
                <a:noFill/>
              </a:ln>
              <a:solidFill>
                <a:schemeClr val="bg1"/>
              </a:solidFill>
              <a:effectLst/>
              <a:latin typeface="Arial" panose="020B0604020202020204" pitchFamily="34" charset="0"/>
            </a:rPr>
            <a:t>relationship</a:t>
          </a:r>
          <a:r>
            <a:rPr kumimoji="0" lang="en-US" sz="2000" b="0" i="0" u="none" strike="noStrike" kern="1200" cap="none" normalizeH="0" baseline="0" dirty="0">
              <a:ln>
                <a:noFill/>
              </a:ln>
              <a:solidFill>
                <a:schemeClr val="bg1"/>
              </a:solidFill>
              <a:effectLst/>
              <a:latin typeface="Arial" panose="020B0604020202020204" pitchFamily="34" charset="0"/>
            </a:rPr>
            <a:t>: The subject (“You”) sits passively </a:t>
          </a:r>
        </a:p>
      </dsp:txBody>
      <dsp:txXfrm>
        <a:off x="4506175" y="3043184"/>
        <a:ext cx="3009467" cy="771631"/>
      </dsp:txXfrm>
    </dsp:sp>
    <dsp:sp modelId="{25C29B61-FFC3-4B46-B164-D39209DD6627}">
      <dsp:nvSpPr>
        <dsp:cNvPr id="0" name=""/>
        <dsp:cNvSpPr/>
      </dsp:nvSpPr>
      <dsp:spPr>
        <a:xfrm>
          <a:off x="6621748" y="3082989"/>
          <a:ext cx="888532" cy="691157"/>
        </a:xfrm>
        <a:prstGeom prst="rect">
          <a:avLst/>
        </a:prstGeom>
        <a:noFill/>
        <a:ln>
          <a:noFill/>
        </a:ln>
        <a:effectLst/>
      </dsp:spPr>
      <dsp:style>
        <a:lnRef idx="0">
          <a:scrgbClr r="0" g="0" b="0"/>
        </a:lnRef>
        <a:fillRef idx="0">
          <a:scrgbClr r="0" g="0" b="0"/>
        </a:fillRef>
        <a:effectRef idx="0">
          <a:scrgbClr r="0" g="0" b="0"/>
        </a:effectRef>
        <a:fontRef idx="minor"/>
      </dsp:style>
    </dsp:sp>
    <dsp:sp modelId="{AB2D0F4A-B178-4308-A4A8-8854CE4B8885}">
      <dsp:nvSpPr>
        <dsp:cNvPr id="0" name=""/>
        <dsp:cNvSpPr/>
      </dsp:nvSpPr>
      <dsp:spPr>
        <a:xfrm rot="5400000">
          <a:off x="7076966" y="4766501"/>
          <a:ext cx="725715" cy="826201"/>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095F5A-06DD-44B5-BF86-718FD8913495}">
      <dsp:nvSpPr>
        <dsp:cNvPr id="0" name=""/>
        <dsp:cNvSpPr/>
      </dsp:nvSpPr>
      <dsp:spPr>
        <a:xfrm>
          <a:off x="5949049" y="3962031"/>
          <a:ext cx="3092971" cy="85513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0" lang="en-US" sz="2000" b="0" i="0" u="none" strike="noStrike" kern="1200" cap="none" normalizeH="0" baseline="0" dirty="0">
              <a:ln>
                <a:noFill/>
              </a:ln>
              <a:solidFill>
                <a:schemeClr val="bg1"/>
              </a:solidFill>
              <a:effectLst/>
              <a:latin typeface="Arial" panose="020B0604020202020204" pitchFamily="34" charset="0"/>
            </a:rPr>
            <a:t>while the action (“loving”) is performed </a:t>
          </a:r>
        </a:p>
      </dsp:txBody>
      <dsp:txXfrm>
        <a:off x="5990801" y="4003783"/>
        <a:ext cx="3009467" cy="771631"/>
      </dsp:txXfrm>
    </dsp:sp>
    <dsp:sp modelId="{7DFE93CD-4B5A-4257-B28E-D4799431F59C}">
      <dsp:nvSpPr>
        <dsp:cNvPr id="0" name=""/>
        <dsp:cNvSpPr/>
      </dsp:nvSpPr>
      <dsp:spPr>
        <a:xfrm>
          <a:off x="8106374" y="4043587"/>
          <a:ext cx="888532" cy="691157"/>
        </a:xfrm>
        <a:prstGeom prst="rect">
          <a:avLst/>
        </a:prstGeom>
        <a:noFill/>
        <a:ln>
          <a:noFill/>
        </a:ln>
        <a:effectLst/>
      </dsp:spPr>
      <dsp:style>
        <a:lnRef idx="0">
          <a:scrgbClr r="0" g="0" b="0"/>
        </a:lnRef>
        <a:fillRef idx="0">
          <a:scrgbClr r="0" g="0" b="0"/>
        </a:fillRef>
        <a:effectRef idx="0">
          <a:scrgbClr r="0" g="0" b="0"/>
        </a:effectRef>
        <a:fontRef idx="minor"/>
      </dsp:style>
    </dsp:sp>
    <dsp:sp modelId="{52007660-4DC4-4789-A347-920AF9BE613E}">
      <dsp:nvSpPr>
        <dsp:cNvPr id="0" name=""/>
        <dsp:cNvSpPr/>
      </dsp:nvSpPr>
      <dsp:spPr>
        <a:xfrm rot="5400000">
          <a:off x="8561592" y="5727100"/>
          <a:ext cx="725715" cy="826201"/>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B333B4-6A25-402D-B2CF-9361819AA25B}">
      <dsp:nvSpPr>
        <dsp:cNvPr id="0" name=""/>
        <dsp:cNvSpPr/>
      </dsp:nvSpPr>
      <dsp:spPr>
        <a:xfrm>
          <a:off x="7433675" y="4922630"/>
          <a:ext cx="3092971" cy="85513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0" lang="en-US" sz="2000" b="0" i="0" u="none" strike="noStrike" kern="1200" cap="none" normalizeH="0" baseline="0" dirty="0">
              <a:ln>
                <a:noFill/>
              </a:ln>
              <a:solidFill>
                <a:schemeClr val="bg1"/>
              </a:solidFill>
              <a:effectLst/>
              <a:latin typeface="Arial" panose="020B0604020202020204" pitchFamily="34" charset="0"/>
            </a:rPr>
            <a:t>by somebody else (“me”). </a:t>
          </a:r>
        </a:p>
      </dsp:txBody>
      <dsp:txXfrm>
        <a:off x="7475427" y="4964382"/>
        <a:ext cx="3009467" cy="771631"/>
      </dsp:txXfrm>
    </dsp:sp>
    <dsp:sp modelId="{B7E7ABD9-3DDC-4638-840A-51829AA7C10A}">
      <dsp:nvSpPr>
        <dsp:cNvPr id="0" name=""/>
        <dsp:cNvSpPr/>
      </dsp:nvSpPr>
      <dsp:spPr>
        <a:xfrm>
          <a:off x="9591000" y="5004186"/>
          <a:ext cx="888532" cy="691157"/>
        </a:xfrm>
        <a:prstGeom prst="rect">
          <a:avLst/>
        </a:prstGeom>
        <a:noFill/>
        <a:ln>
          <a:noFill/>
        </a:ln>
        <a:effectLst/>
      </dsp:spPr>
      <dsp:style>
        <a:lnRef idx="0">
          <a:scrgbClr r="0" g="0" b="0"/>
        </a:lnRef>
        <a:fillRef idx="0">
          <a:scrgbClr r="0" g="0" b="0"/>
        </a:fillRef>
        <a:effectRef idx="0">
          <a:scrgbClr r="0" g="0" b="0"/>
        </a:effectRef>
        <a:fontRef idx="minor"/>
      </dsp:style>
    </dsp:sp>
    <dsp:sp modelId="{6683C5AE-2985-4205-B4AA-E79D0781D8D9}">
      <dsp:nvSpPr>
        <dsp:cNvPr id="0" name=""/>
        <dsp:cNvSpPr/>
      </dsp:nvSpPr>
      <dsp:spPr>
        <a:xfrm>
          <a:off x="8918301" y="5883228"/>
          <a:ext cx="3092971" cy="855135"/>
        </a:xfrm>
        <a:prstGeom prst="roundRect">
          <a:avLst>
            <a:gd name="adj" fmla="val 1667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0" lang="en-US" sz="2000" b="1" i="0" u="none" strike="noStrike" kern="1200" cap="none" normalizeH="0" baseline="0" dirty="0">
              <a:ln>
                <a:noFill/>
              </a:ln>
              <a:solidFill>
                <a:schemeClr val="bg1"/>
              </a:solidFill>
              <a:effectLst/>
              <a:latin typeface="Arial" panose="020B0604020202020204" pitchFamily="34" charset="0"/>
            </a:rPr>
            <a:t>This sentence is passive.</a:t>
          </a:r>
          <a:endParaRPr kumimoji="0" lang="en-US" sz="2000" b="0" i="0" u="none" strike="noStrike" kern="1200" cap="none" normalizeH="0" baseline="0" dirty="0">
            <a:ln>
              <a:noFill/>
            </a:ln>
            <a:solidFill>
              <a:schemeClr val="bg1"/>
            </a:solidFill>
            <a:effectLst/>
            <a:latin typeface="Arial" panose="020B0604020202020204" pitchFamily="34" charset="0"/>
          </a:endParaRPr>
        </a:p>
      </dsp:txBody>
      <dsp:txXfrm>
        <a:off x="8960053" y="5924980"/>
        <a:ext cx="3009467" cy="77163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908EEC-D67D-4313-B0F0-F1B66A032983}">
      <dsp:nvSpPr>
        <dsp:cNvPr id="0" name=""/>
        <dsp:cNvSpPr/>
      </dsp:nvSpPr>
      <dsp:spPr>
        <a:xfrm>
          <a:off x="0" y="3057706"/>
          <a:ext cx="12192000" cy="1612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8D3BC2-0AD1-4831-9DB3-E2A2358EA661}">
      <dsp:nvSpPr>
        <dsp:cNvPr id="0" name=""/>
        <dsp:cNvSpPr/>
      </dsp:nvSpPr>
      <dsp:spPr>
        <a:xfrm>
          <a:off x="121171" y="0"/>
          <a:ext cx="12058019" cy="188928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066800">
            <a:lnSpc>
              <a:spcPct val="90000"/>
            </a:lnSpc>
            <a:spcBef>
              <a:spcPct val="0"/>
            </a:spcBef>
            <a:spcAft>
              <a:spcPct val="35000"/>
            </a:spcAft>
            <a:buClrTx/>
            <a:buSzTx/>
            <a:buFontTx/>
            <a:buNone/>
          </a:pPr>
          <a:r>
            <a:rPr kumimoji="0" lang="en-US" sz="2400" b="1" i="0" u="none" strike="noStrike" kern="1200" cap="none" normalizeH="0" baseline="0" dirty="0">
              <a:ln>
                <a:noFill/>
              </a:ln>
              <a:solidFill>
                <a:schemeClr val="bg1"/>
              </a:solidFill>
              <a:effectLst/>
              <a:latin typeface="Arial" panose="020B0604020202020204" pitchFamily="34" charset="0"/>
            </a:rPr>
            <a:t>Difference between Passive Voice and Past Tense </a:t>
          </a:r>
          <a:r>
            <a:rPr kumimoji="0" lang="en-US" sz="2400" b="1" i="0" u="none" strike="noStrike" kern="1200" cap="none" normalizeH="0" baseline="0" dirty="0">
              <a:ln>
                <a:noFill/>
              </a:ln>
              <a:solidFill>
                <a:schemeClr val="bg1"/>
              </a:solidFill>
              <a:effectLst/>
              <a:latin typeface="Arial" panose="020B0604020202020204" pitchFamily="34" charset="0"/>
              <a:hlinkClick xmlns:r="http://schemas.openxmlformats.org/officeDocument/2006/relationships" r:id="rId1">
                <a:extLst>
                  <a:ext uri="{A12FA001-AC4F-418D-AE19-62706E023703}">
                    <ahyp:hlinkClr xmlns:ahyp="http://schemas.microsoft.com/office/drawing/2018/hyperlinkcolor" val="tx"/>
                  </a:ext>
                </a:extLst>
              </a:hlinkClick>
            </a:rPr>
            <a:t>^</a:t>
          </a:r>
          <a:r>
            <a:rPr kumimoji="0" lang="en-US" sz="2400" b="1" i="0" u="none" strike="noStrike" kern="1200" cap="none" normalizeH="0" baseline="0" dirty="0">
              <a:ln>
                <a:noFill/>
              </a:ln>
              <a:solidFill>
                <a:schemeClr val="bg1"/>
              </a:solidFill>
              <a:effectLst/>
              <a:latin typeface="Arial" panose="020B0604020202020204" pitchFamily="34" charset="0"/>
            </a:rPr>
            <a:t> </a:t>
          </a:r>
          <a:r>
            <a:rPr kumimoji="0" lang="en-US" sz="2400" b="0" i="0" u="none" strike="noStrike" kern="1200" cap="none" normalizeH="0" baseline="0" dirty="0">
              <a:ln>
                <a:noFill/>
              </a:ln>
              <a:solidFill>
                <a:schemeClr val="bg1"/>
              </a:solidFill>
              <a:effectLst/>
              <a:latin typeface="Arial" panose="020B0604020202020204" pitchFamily="34" charset="0"/>
            </a:rPr>
            <a:t>Many people confuse the </a:t>
          </a:r>
          <a:r>
            <a:rPr kumimoji="0" lang="en-US" sz="2400" b="1" i="0" u="none" strike="noStrike" kern="1200" cap="none" normalizeH="0" baseline="0" dirty="0">
              <a:ln>
                <a:noFill/>
              </a:ln>
              <a:solidFill>
                <a:schemeClr val="bg1"/>
              </a:solidFill>
              <a:effectLst/>
              <a:latin typeface="Arial" panose="020B0604020202020204" pitchFamily="34" charset="0"/>
            </a:rPr>
            <a:t>passive voice</a:t>
          </a:r>
          <a:r>
            <a:rPr kumimoji="0" lang="en-US" sz="2400" b="0" i="0" u="none" strike="noStrike" kern="1200" cap="none" normalizeH="0" baseline="0" dirty="0">
              <a:ln>
                <a:noFill/>
              </a:ln>
              <a:solidFill>
                <a:schemeClr val="bg1"/>
              </a:solidFill>
              <a:effectLst/>
              <a:latin typeface="Arial" panose="020B0604020202020204" pitchFamily="34" charset="0"/>
            </a:rPr>
            <a:t> with the </a:t>
          </a:r>
          <a:r>
            <a:rPr kumimoji="0" lang="en-US" sz="2400" b="1" i="0" u="none" strike="noStrike" kern="1200" cap="none" normalizeH="0" baseline="0" dirty="0">
              <a:ln>
                <a:noFill/>
              </a:ln>
              <a:solidFill>
                <a:schemeClr val="bg1"/>
              </a:solidFill>
              <a:effectLst/>
              <a:latin typeface="Arial" panose="020B0604020202020204" pitchFamily="34" charset="0"/>
            </a:rPr>
            <a:t>past tense</a:t>
          </a:r>
          <a:r>
            <a:rPr kumimoji="0" lang="en-US" sz="2400" b="0" i="0" u="none" strike="noStrike" kern="1200" cap="none" normalizeH="0" baseline="0" dirty="0">
              <a:ln>
                <a:noFill/>
              </a:ln>
              <a:solidFill>
                <a:schemeClr val="bg1"/>
              </a:solidFill>
              <a:effectLst/>
              <a:latin typeface="Arial" panose="020B0604020202020204" pitchFamily="34" charset="0"/>
            </a:rPr>
            <a:t>. The </a:t>
          </a:r>
          <a:r>
            <a:rPr kumimoji="0" lang="en-US" sz="2400" b="0" i="0" u="none" strike="noStrike" kern="1200" cap="none" normalizeH="0" baseline="0">
              <a:ln>
                <a:noFill/>
              </a:ln>
              <a:solidFill>
                <a:schemeClr val="bg1"/>
              </a:solidFill>
              <a:effectLst/>
              <a:latin typeface="Arial" panose="020B0604020202020204" pitchFamily="34" charset="0"/>
            </a:rPr>
            <a:t>most common passive</a:t>
          </a:r>
          <a:r>
            <a:rPr kumimoji="0" lang="en-US" sz="2400" b="0" i="0" u="none" strike="noStrike" kern="1200" cap="none" normalizeH="0">
              <a:ln>
                <a:noFill/>
              </a:ln>
              <a:solidFill>
                <a:schemeClr val="bg1"/>
              </a:solidFill>
              <a:effectLst/>
              <a:latin typeface="Arial" panose="020B0604020202020204" pitchFamily="34" charset="0"/>
            </a:rPr>
            <a:t> </a:t>
          </a:r>
          <a:r>
            <a:rPr kumimoji="0" lang="en-US" sz="2400" b="0" i="0" u="none" strike="noStrike" kern="1200" cap="none" normalizeH="0" baseline="0">
              <a:ln>
                <a:noFill/>
              </a:ln>
              <a:solidFill>
                <a:schemeClr val="bg1"/>
              </a:solidFill>
              <a:effectLst/>
              <a:latin typeface="Arial" panose="020B0604020202020204" pitchFamily="34" charset="0"/>
            </a:rPr>
            <a:t>constructions also happen to be past tense (</a:t>
          </a:r>
          <a:r>
            <a:rPr kumimoji="0" lang="en-US" sz="2400" b="0" i="1" u="none" strike="noStrike" kern="1200" cap="none" normalizeH="0" baseline="0">
              <a:ln>
                <a:noFill/>
              </a:ln>
              <a:solidFill>
                <a:schemeClr val="bg1"/>
              </a:solidFill>
              <a:effectLst/>
              <a:latin typeface="Arial" panose="020B0604020202020204" pitchFamily="34" charset="0"/>
            </a:rPr>
            <a:t>e.g.</a:t>
          </a:r>
          <a:r>
            <a:rPr kumimoji="0" lang="en-US" sz="2400" b="0" i="0" u="none" strike="noStrike" kern="1200" cap="none" normalizeH="0" baseline="0">
              <a:ln>
                <a:noFill/>
              </a:ln>
              <a:solidFill>
                <a:schemeClr val="bg1"/>
              </a:solidFill>
              <a:effectLst/>
              <a:latin typeface="Arial" panose="020B0604020202020204" pitchFamily="34" charset="0"/>
            </a:rPr>
            <a:t> “I’ve been framed”), but “voice” has to do with </a:t>
          </a:r>
          <a:r>
            <a:rPr kumimoji="0" lang="en-US" sz="2400" b="1" i="0" u="none" strike="noStrike" kern="1200" cap="none" normalizeH="0" baseline="0">
              <a:ln>
                <a:noFill/>
              </a:ln>
              <a:solidFill>
                <a:schemeClr val="bg1"/>
              </a:solidFill>
              <a:effectLst/>
              <a:latin typeface="Arial" panose="020B0604020202020204" pitchFamily="34" charset="0"/>
            </a:rPr>
            <a:t>who</a:t>
          </a:r>
          <a:r>
            <a:rPr kumimoji="0" lang="en-US" sz="2400" b="0" i="0" u="none" strike="noStrike" kern="1200" cap="none" normalizeH="0" baseline="0">
              <a:ln>
                <a:noFill/>
              </a:ln>
              <a:solidFill>
                <a:schemeClr val="bg1"/>
              </a:solidFill>
              <a:effectLst/>
              <a:latin typeface="Arial" panose="020B0604020202020204" pitchFamily="34" charset="0"/>
            </a:rPr>
            <a:t>, while “tense” has to do with </a:t>
          </a:r>
          <a:r>
            <a:rPr kumimoji="0" lang="en-US" sz="2400" b="1" i="0" u="none" strike="noStrike" kern="1200" cap="none" normalizeH="0" baseline="0">
              <a:ln>
                <a:noFill/>
              </a:ln>
              <a:solidFill>
                <a:schemeClr val="bg1"/>
              </a:solidFill>
              <a:effectLst/>
              <a:latin typeface="Arial" panose="020B0604020202020204" pitchFamily="34" charset="0"/>
            </a:rPr>
            <a:t>when</a:t>
          </a:r>
          <a:r>
            <a:rPr kumimoji="0" lang="en-US" sz="2400" b="0" i="0" u="none" strike="noStrike" kern="1200" cap="none" normalizeH="0" baseline="0">
              <a:ln>
                <a:noFill/>
              </a:ln>
              <a:solidFill>
                <a:schemeClr val="bg1"/>
              </a:solidFill>
              <a:effectLst/>
              <a:latin typeface="Arial" panose="020B0604020202020204" pitchFamily="34" charset="0"/>
            </a:rPr>
            <a:t>.</a:t>
          </a:r>
          <a:endParaRPr lang="en-IN" sz="2400" kern="1200" dirty="0">
            <a:solidFill>
              <a:schemeClr val="bg1"/>
            </a:solidFill>
          </a:endParaRPr>
        </a:p>
      </dsp:txBody>
      <dsp:txXfrm>
        <a:off x="213398" y="92227"/>
        <a:ext cx="11873565" cy="170482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82492C-E34B-4B27-93FA-2CC7214E18AD}">
      <dsp:nvSpPr>
        <dsp:cNvPr id="0" name=""/>
        <dsp:cNvSpPr/>
      </dsp:nvSpPr>
      <dsp:spPr>
        <a:xfrm>
          <a:off x="0" y="461700"/>
          <a:ext cx="12123174"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AF5CE7-F948-48D0-A3BE-2A1EA04217D3}">
      <dsp:nvSpPr>
        <dsp:cNvPr id="0" name=""/>
        <dsp:cNvSpPr/>
      </dsp:nvSpPr>
      <dsp:spPr>
        <a:xfrm>
          <a:off x="518162" y="203993"/>
          <a:ext cx="11543049"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778000">
            <a:lnSpc>
              <a:spcPct val="90000"/>
            </a:lnSpc>
            <a:spcBef>
              <a:spcPct val="0"/>
            </a:spcBef>
            <a:spcAft>
              <a:spcPct val="35000"/>
            </a:spcAft>
            <a:buClrTx/>
            <a:buSzTx/>
            <a:buFontTx/>
            <a:buNone/>
          </a:pPr>
          <a:r>
            <a:rPr kumimoji="0" lang="en-US" sz="4000" b="1" i="0" u="none" strike="noStrike" kern="1200" cap="none" normalizeH="0" baseline="0" dirty="0">
              <a:ln/>
              <a:solidFill>
                <a:srgbClr val="C00000"/>
              </a:solidFill>
              <a:effectLst/>
              <a:latin typeface="Arial" panose="020B0604020202020204" pitchFamily="34" charset="0"/>
            </a:rPr>
            <a:t>HOW TO FORM PASSIVE</a:t>
          </a:r>
          <a:endParaRPr lang="en-IN" sz="4000" b="1" kern="1200" dirty="0">
            <a:solidFill>
              <a:srgbClr val="C00000"/>
            </a:solidFill>
          </a:endParaRPr>
        </a:p>
      </dsp:txBody>
      <dsp:txXfrm>
        <a:off x="548424" y="234255"/>
        <a:ext cx="11482525" cy="559396"/>
      </dsp:txXfrm>
    </dsp:sp>
    <dsp:sp modelId="{924740A4-3397-43E1-AE0A-DCA45C622085}">
      <dsp:nvSpPr>
        <dsp:cNvPr id="0" name=""/>
        <dsp:cNvSpPr/>
      </dsp:nvSpPr>
      <dsp:spPr>
        <a:xfrm>
          <a:off x="0" y="1414260"/>
          <a:ext cx="12123174"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F6FC15C-C80B-4EDD-A6D0-B697F61220F3}">
      <dsp:nvSpPr>
        <dsp:cNvPr id="0" name=""/>
        <dsp:cNvSpPr/>
      </dsp:nvSpPr>
      <dsp:spPr>
        <a:xfrm>
          <a:off x="577153" y="1104300"/>
          <a:ext cx="11543049"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066800">
            <a:lnSpc>
              <a:spcPct val="90000"/>
            </a:lnSpc>
            <a:spcBef>
              <a:spcPct val="0"/>
            </a:spcBef>
            <a:spcAft>
              <a:spcPct val="35000"/>
            </a:spcAft>
            <a:buNone/>
          </a:pPr>
          <a:r>
            <a:rPr kumimoji="0" lang="en-US" sz="2400" b="1" i="0" u="none" strike="noStrike" kern="1200" cap="none" normalizeH="0" baseline="0" dirty="0">
              <a:ln/>
              <a:effectLst/>
              <a:latin typeface="Arial" panose="020B0604020202020204" pitchFamily="34" charset="0"/>
            </a:rPr>
            <a:t>Subject + finite form of </a:t>
          </a:r>
          <a:r>
            <a:rPr kumimoji="0" lang="en-US" sz="2400" b="1" i="1" u="none" strike="noStrike" kern="1200" cap="none" normalizeH="0" baseline="0" dirty="0">
              <a:ln/>
              <a:effectLst/>
              <a:latin typeface="Arial" panose="020B0604020202020204" pitchFamily="34" charset="0"/>
            </a:rPr>
            <a:t>to be</a:t>
          </a:r>
          <a:r>
            <a:rPr kumimoji="0" lang="en-US" sz="2400" b="1" i="0" u="none" strike="noStrike" kern="1200" cap="none" normalizeH="0" baseline="0" dirty="0">
              <a:ln/>
              <a:effectLst/>
              <a:latin typeface="Arial" panose="020B0604020202020204" pitchFamily="34" charset="0"/>
            </a:rPr>
            <a:t> + Past Participle (3rd column of irregular verbs)</a:t>
          </a:r>
        </a:p>
      </dsp:txBody>
      <dsp:txXfrm>
        <a:off x="607415" y="1134562"/>
        <a:ext cx="11482525" cy="559396"/>
      </dsp:txXfrm>
    </dsp:sp>
    <dsp:sp modelId="{04F364B4-2DA7-4710-88CD-8934FDA557B7}">
      <dsp:nvSpPr>
        <dsp:cNvPr id="0" name=""/>
        <dsp:cNvSpPr/>
      </dsp:nvSpPr>
      <dsp:spPr>
        <a:xfrm>
          <a:off x="0" y="2366820"/>
          <a:ext cx="12123174"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ABB32BB-776B-4F86-A5C3-7E8D02B0337D}">
      <dsp:nvSpPr>
        <dsp:cNvPr id="0" name=""/>
        <dsp:cNvSpPr/>
      </dsp:nvSpPr>
      <dsp:spPr>
        <a:xfrm>
          <a:off x="577153" y="2056860"/>
          <a:ext cx="11543049"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066800">
            <a:lnSpc>
              <a:spcPct val="90000"/>
            </a:lnSpc>
            <a:spcBef>
              <a:spcPct val="0"/>
            </a:spcBef>
            <a:spcAft>
              <a:spcPct val="35000"/>
            </a:spcAft>
            <a:buNone/>
          </a:pPr>
          <a:r>
            <a:rPr kumimoji="0" lang="en-US" sz="2400" b="1" i="0" u="none" strike="noStrike" kern="1200" cap="none" normalizeH="0" baseline="0" dirty="0">
              <a:ln/>
              <a:effectLst/>
              <a:latin typeface="Arial" panose="020B0604020202020204" pitchFamily="34" charset="0"/>
            </a:rPr>
            <a:t>Example: A letter was written.</a:t>
          </a:r>
        </a:p>
      </dsp:txBody>
      <dsp:txXfrm>
        <a:off x="607415" y="2087122"/>
        <a:ext cx="11482525" cy="559396"/>
      </dsp:txXfrm>
    </dsp:sp>
    <dsp:sp modelId="{4232568D-FDE1-4928-B0DC-9E3BA0433C66}">
      <dsp:nvSpPr>
        <dsp:cNvPr id="0" name=""/>
        <dsp:cNvSpPr/>
      </dsp:nvSpPr>
      <dsp:spPr>
        <a:xfrm>
          <a:off x="0" y="3319380"/>
          <a:ext cx="12123174"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E609EC-60CE-4CAA-B27F-5B575597AAB2}">
      <dsp:nvSpPr>
        <dsp:cNvPr id="0" name=""/>
        <dsp:cNvSpPr/>
      </dsp:nvSpPr>
      <dsp:spPr>
        <a:xfrm>
          <a:off x="577153" y="3009420"/>
          <a:ext cx="11543049"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066800">
            <a:lnSpc>
              <a:spcPct val="90000"/>
            </a:lnSpc>
            <a:spcBef>
              <a:spcPct val="0"/>
            </a:spcBef>
            <a:spcAft>
              <a:spcPct val="35000"/>
            </a:spcAft>
            <a:buNone/>
          </a:pPr>
          <a:r>
            <a:rPr kumimoji="0" lang="en-US" sz="2400" b="1" i="0" u="none" strike="noStrike" kern="1200" cap="none" normalizeH="0" baseline="0" dirty="0">
              <a:ln/>
              <a:effectLst/>
              <a:latin typeface="Arial" panose="020B0604020202020204" pitchFamily="34" charset="0"/>
            </a:rPr>
            <a:t>When rewriting active sentences in passive voice, note the following:</a:t>
          </a:r>
        </a:p>
      </dsp:txBody>
      <dsp:txXfrm>
        <a:off x="607415" y="3039682"/>
        <a:ext cx="11482525" cy="559396"/>
      </dsp:txXfrm>
    </dsp:sp>
    <dsp:sp modelId="{EC6F0388-D57B-4214-8A61-1C9147150B23}">
      <dsp:nvSpPr>
        <dsp:cNvPr id="0" name=""/>
        <dsp:cNvSpPr/>
      </dsp:nvSpPr>
      <dsp:spPr>
        <a:xfrm>
          <a:off x="0" y="4271940"/>
          <a:ext cx="12123174"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0670F6-80F0-4841-B628-4A75CDAEF527}">
      <dsp:nvSpPr>
        <dsp:cNvPr id="0" name=""/>
        <dsp:cNvSpPr/>
      </dsp:nvSpPr>
      <dsp:spPr>
        <a:xfrm>
          <a:off x="577153" y="3961980"/>
          <a:ext cx="11543049"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066800">
            <a:lnSpc>
              <a:spcPct val="90000"/>
            </a:lnSpc>
            <a:spcBef>
              <a:spcPct val="0"/>
            </a:spcBef>
            <a:spcAft>
              <a:spcPct val="35000"/>
            </a:spcAft>
            <a:buNone/>
          </a:pPr>
          <a:r>
            <a:rPr kumimoji="0" lang="en-US" sz="2400" b="1" i="0" u="none" strike="noStrike" kern="1200" cap="none" normalizeH="0" baseline="0" dirty="0">
              <a:ln/>
              <a:effectLst/>
              <a:latin typeface="Arial" panose="020B0604020202020204" pitchFamily="34" charset="0"/>
            </a:rPr>
            <a:t>1. The object of the active sentence becomes the subject of the passive sentence </a:t>
          </a:r>
        </a:p>
      </dsp:txBody>
      <dsp:txXfrm>
        <a:off x="607415" y="3992242"/>
        <a:ext cx="11482525" cy="559396"/>
      </dsp:txXfrm>
    </dsp:sp>
    <dsp:sp modelId="{845D22A5-DCDC-4F03-9646-048935DB7DF0}">
      <dsp:nvSpPr>
        <dsp:cNvPr id="0" name=""/>
        <dsp:cNvSpPr/>
      </dsp:nvSpPr>
      <dsp:spPr>
        <a:xfrm>
          <a:off x="0" y="5224500"/>
          <a:ext cx="12123174"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1B798F-A14C-4132-97A5-B05CAF12A971}">
      <dsp:nvSpPr>
        <dsp:cNvPr id="0" name=""/>
        <dsp:cNvSpPr/>
      </dsp:nvSpPr>
      <dsp:spPr>
        <a:xfrm>
          <a:off x="577153" y="4914540"/>
          <a:ext cx="11543049"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066800">
            <a:lnSpc>
              <a:spcPct val="90000"/>
            </a:lnSpc>
            <a:spcBef>
              <a:spcPct val="0"/>
            </a:spcBef>
            <a:spcAft>
              <a:spcPct val="35000"/>
            </a:spcAft>
            <a:buNone/>
          </a:pPr>
          <a:r>
            <a:rPr kumimoji="0" lang="en-US" sz="2400" b="1" i="0" u="none" strike="noStrike" kern="1200" cap="none" normalizeH="0" baseline="0" dirty="0">
              <a:ln/>
              <a:effectLst/>
              <a:latin typeface="Arial" panose="020B0604020202020204" pitchFamily="34" charset="0"/>
            </a:rPr>
            <a:t>2. The finite form of the verb is changed (</a:t>
          </a:r>
          <a:r>
            <a:rPr kumimoji="0" lang="en-US" sz="2400" b="1" i="1" u="none" strike="noStrike" kern="1200" cap="none" normalizeH="0" baseline="0" dirty="0">
              <a:ln/>
              <a:effectLst/>
              <a:latin typeface="Arial" panose="020B0604020202020204" pitchFamily="34" charset="0"/>
            </a:rPr>
            <a:t>to be</a:t>
          </a:r>
          <a:r>
            <a:rPr kumimoji="0" lang="en-US" sz="2400" b="1" i="0" u="none" strike="noStrike" kern="1200" cap="none" normalizeH="0" baseline="0" dirty="0">
              <a:ln/>
              <a:effectLst/>
              <a:latin typeface="Arial" panose="020B0604020202020204" pitchFamily="34" charset="0"/>
            </a:rPr>
            <a:t> + past participle) </a:t>
          </a:r>
        </a:p>
      </dsp:txBody>
      <dsp:txXfrm>
        <a:off x="607415" y="4944802"/>
        <a:ext cx="11482525" cy="559396"/>
      </dsp:txXfrm>
    </dsp:sp>
    <dsp:sp modelId="{EDCD0486-5A93-46FF-86C1-0532AECB18AF}">
      <dsp:nvSpPr>
        <dsp:cNvPr id="0" name=""/>
        <dsp:cNvSpPr/>
      </dsp:nvSpPr>
      <dsp:spPr>
        <a:xfrm>
          <a:off x="0" y="6177060"/>
          <a:ext cx="12123174"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476895-B0F0-4539-915A-DA0215B0288D}">
      <dsp:nvSpPr>
        <dsp:cNvPr id="0" name=""/>
        <dsp:cNvSpPr/>
      </dsp:nvSpPr>
      <dsp:spPr>
        <a:xfrm>
          <a:off x="577153" y="5867100"/>
          <a:ext cx="11543049"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066800">
            <a:lnSpc>
              <a:spcPct val="90000"/>
            </a:lnSpc>
            <a:spcBef>
              <a:spcPct val="0"/>
            </a:spcBef>
            <a:spcAft>
              <a:spcPct val="35000"/>
            </a:spcAft>
            <a:buNone/>
          </a:pPr>
          <a:r>
            <a:rPr kumimoji="0" lang="en-US" sz="2400" b="1" i="0" u="none" strike="noStrike" kern="1200" cap="none" normalizeH="0" baseline="0" dirty="0">
              <a:ln/>
              <a:effectLst/>
              <a:latin typeface="Arial" panose="020B0604020202020204" pitchFamily="34" charset="0"/>
            </a:rPr>
            <a:t>3. The subject of the active sentence becomes the object of the passive sentence (or is dropped) </a:t>
          </a:r>
        </a:p>
      </dsp:txBody>
      <dsp:txXfrm>
        <a:off x="607415" y="5897362"/>
        <a:ext cx="11482525" cy="55939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779CDE-6A42-4E3F-AD79-01F019C79830}">
      <dsp:nvSpPr>
        <dsp:cNvPr id="0" name=""/>
        <dsp:cNvSpPr/>
      </dsp:nvSpPr>
      <dsp:spPr>
        <a:xfrm>
          <a:off x="0" y="609358"/>
          <a:ext cx="12298326"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47CDC45-74B5-4486-BDDC-C9F4E9DE18B8}">
      <dsp:nvSpPr>
        <dsp:cNvPr id="0" name=""/>
        <dsp:cNvSpPr/>
      </dsp:nvSpPr>
      <dsp:spPr>
        <a:xfrm>
          <a:off x="121602" y="94038"/>
          <a:ext cx="12163177" cy="7514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5393" tIns="0" rIns="325393" bIns="0" numCol="1" spcCol="1270" anchor="ctr" anchorCtr="0">
          <a:noAutofit/>
        </a:bodyPr>
        <a:lstStyle/>
        <a:p>
          <a:pPr marL="0" lvl="0" indent="0" algn="l" defTabSz="1955800">
            <a:lnSpc>
              <a:spcPct val="90000"/>
            </a:lnSpc>
            <a:spcBef>
              <a:spcPct val="0"/>
            </a:spcBef>
            <a:spcAft>
              <a:spcPct val="35000"/>
            </a:spcAft>
            <a:buNone/>
          </a:pPr>
          <a:r>
            <a:rPr lang="en-IN" sz="4400" b="1" kern="1200" dirty="0">
              <a:solidFill>
                <a:srgbClr val="C00000"/>
              </a:solidFill>
            </a:rPr>
            <a:t>Use of Passive</a:t>
          </a:r>
        </a:p>
      </dsp:txBody>
      <dsp:txXfrm>
        <a:off x="158286" y="130722"/>
        <a:ext cx="12089809" cy="678112"/>
      </dsp:txXfrm>
    </dsp:sp>
    <dsp:sp modelId="{C971D674-BAED-4B72-8AC7-DD40680F5161}">
      <dsp:nvSpPr>
        <dsp:cNvPr id="0" name=""/>
        <dsp:cNvSpPr/>
      </dsp:nvSpPr>
      <dsp:spPr>
        <a:xfrm>
          <a:off x="0" y="1509045"/>
          <a:ext cx="12298326"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1C97BE-C14F-422A-A93B-5BA4DCC3D2E9}">
      <dsp:nvSpPr>
        <dsp:cNvPr id="0" name=""/>
        <dsp:cNvSpPr/>
      </dsp:nvSpPr>
      <dsp:spPr>
        <a:xfrm>
          <a:off x="420817" y="660130"/>
          <a:ext cx="11730739" cy="646247"/>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5393" tIns="0" rIns="325393" bIns="0" numCol="1" spcCol="1270" anchor="ctr" anchorCtr="0">
          <a:noAutofit/>
        </a:bodyPr>
        <a:lstStyle/>
        <a:p>
          <a:pPr marL="0" lvl="0" indent="0" algn="l" defTabSz="1422400">
            <a:lnSpc>
              <a:spcPct val="90000"/>
            </a:lnSpc>
            <a:spcBef>
              <a:spcPct val="0"/>
            </a:spcBef>
            <a:spcAft>
              <a:spcPct val="35000"/>
            </a:spcAft>
            <a:buNone/>
          </a:pPr>
          <a:r>
            <a:rPr lang="en-IN" sz="3200" b="1" kern="1200" dirty="0"/>
            <a:t>Passive voice is used when the focus is on the action.</a:t>
          </a:r>
        </a:p>
      </dsp:txBody>
      <dsp:txXfrm>
        <a:off x="452364" y="691677"/>
        <a:ext cx="11667645" cy="583153"/>
      </dsp:txXfrm>
    </dsp:sp>
    <dsp:sp modelId="{00E5B19C-D45D-4780-B504-776CB9AC1E2A}">
      <dsp:nvSpPr>
        <dsp:cNvPr id="0" name=""/>
        <dsp:cNvSpPr/>
      </dsp:nvSpPr>
      <dsp:spPr>
        <a:xfrm>
          <a:off x="0" y="2320895"/>
          <a:ext cx="12298326" cy="688339"/>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DDC2A0-E0B0-4033-8D63-98F925DF5C8B}">
      <dsp:nvSpPr>
        <dsp:cNvPr id="0" name=""/>
        <dsp:cNvSpPr/>
      </dsp:nvSpPr>
      <dsp:spPr>
        <a:xfrm>
          <a:off x="558468" y="1998645"/>
          <a:ext cx="11730739" cy="93054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5393" tIns="0" rIns="325393" bIns="0" numCol="1" spcCol="1270" anchor="ctr" anchorCtr="0">
          <a:noAutofit/>
        </a:bodyPr>
        <a:lstStyle/>
        <a:p>
          <a:pPr marL="0" lvl="0" indent="0" algn="l" defTabSz="1422400">
            <a:lnSpc>
              <a:spcPct val="90000"/>
            </a:lnSpc>
            <a:spcBef>
              <a:spcPct val="0"/>
            </a:spcBef>
            <a:spcAft>
              <a:spcPct val="35000"/>
            </a:spcAft>
            <a:buNone/>
          </a:pPr>
          <a:r>
            <a:rPr lang="en-IN" sz="3200" b="1" kern="1200" dirty="0">
              <a:solidFill>
                <a:srgbClr val="C00000"/>
              </a:solidFill>
            </a:rPr>
            <a:t>It is not important or not known, however, who or what is performing the action</a:t>
          </a:r>
          <a:r>
            <a:rPr lang="en-IN" sz="3200" b="1" kern="1200" dirty="0"/>
            <a:t>.</a:t>
          </a:r>
        </a:p>
      </dsp:txBody>
      <dsp:txXfrm>
        <a:off x="603893" y="2044070"/>
        <a:ext cx="11639889" cy="839695"/>
      </dsp:txXfrm>
    </dsp:sp>
    <dsp:sp modelId="{ED1E2A93-0C76-4711-9650-66407F0E0DEB}">
      <dsp:nvSpPr>
        <dsp:cNvPr id="0" name=""/>
        <dsp:cNvSpPr/>
      </dsp:nvSpPr>
      <dsp:spPr>
        <a:xfrm>
          <a:off x="0" y="4669466"/>
          <a:ext cx="12298326"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E72DC8-E47F-40DF-B187-24C4DA6CF859}">
      <dsp:nvSpPr>
        <dsp:cNvPr id="0" name=""/>
        <dsp:cNvSpPr/>
      </dsp:nvSpPr>
      <dsp:spPr>
        <a:xfrm>
          <a:off x="585491" y="3467770"/>
          <a:ext cx="11709820" cy="14378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5393" tIns="0" rIns="325393" bIns="0" numCol="1" spcCol="1270" anchor="ctr" anchorCtr="0">
          <a:noAutofit/>
        </a:bodyPr>
        <a:lstStyle/>
        <a:p>
          <a:pPr marL="0" lvl="0" indent="0" algn="l" defTabSz="1422400">
            <a:lnSpc>
              <a:spcPct val="90000"/>
            </a:lnSpc>
            <a:spcBef>
              <a:spcPct val="0"/>
            </a:spcBef>
            <a:spcAft>
              <a:spcPct val="35000"/>
            </a:spcAft>
            <a:buNone/>
          </a:pPr>
          <a:r>
            <a:rPr lang="en-IN" sz="3200" b="1" kern="1200" dirty="0"/>
            <a:t>Example: My bike was stolen.</a:t>
          </a:r>
        </a:p>
      </dsp:txBody>
      <dsp:txXfrm>
        <a:off x="655681" y="3537960"/>
        <a:ext cx="11569440" cy="1297475"/>
      </dsp:txXfrm>
    </dsp:sp>
    <dsp:sp modelId="{77BBB710-6242-4387-97DD-883D15DB8F4D}">
      <dsp:nvSpPr>
        <dsp:cNvPr id="0" name=""/>
        <dsp:cNvSpPr/>
      </dsp:nvSpPr>
      <dsp:spPr>
        <a:xfrm>
          <a:off x="0" y="6360761"/>
          <a:ext cx="12298326"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B4171A-C957-40CB-81A8-C88ADA408991}">
      <dsp:nvSpPr>
        <dsp:cNvPr id="0" name=""/>
        <dsp:cNvSpPr/>
      </dsp:nvSpPr>
      <dsp:spPr>
        <a:xfrm>
          <a:off x="585491" y="5159066"/>
          <a:ext cx="11709820" cy="143785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5393" tIns="0" rIns="325393" bIns="0" numCol="1" spcCol="1270" anchor="ctr" anchorCtr="0">
          <a:noAutofit/>
        </a:bodyPr>
        <a:lstStyle/>
        <a:p>
          <a:pPr marL="0" lvl="0" indent="0" algn="l" defTabSz="1422400">
            <a:lnSpc>
              <a:spcPct val="90000"/>
            </a:lnSpc>
            <a:spcBef>
              <a:spcPct val="0"/>
            </a:spcBef>
            <a:spcAft>
              <a:spcPct val="35000"/>
            </a:spcAft>
            <a:buNone/>
          </a:pPr>
          <a:r>
            <a:rPr lang="en-IN" sz="3200" b="1" kern="1200" dirty="0"/>
            <a:t>In the example above, the focus is on the fact that my bike was stolen. I do not know, however, who did it.</a:t>
          </a:r>
        </a:p>
      </dsp:txBody>
      <dsp:txXfrm>
        <a:off x="655681" y="5229256"/>
        <a:ext cx="11569440" cy="12974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27AA1-4277-4B01-8DE2-A09458D5AAD5}">
      <dsp:nvSpPr>
        <dsp:cNvPr id="0" name=""/>
        <dsp:cNvSpPr/>
      </dsp:nvSpPr>
      <dsp:spPr>
        <a:xfrm>
          <a:off x="0" y="1675031"/>
          <a:ext cx="12270657" cy="5544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3C9821-CAF5-429D-9C4E-8F9AA11F4F44}">
      <dsp:nvSpPr>
        <dsp:cNvPr id="0" name=""/>
        <dsp:cNvSpPr/>
      </dsp:nvSpPr>
      <dsp:spPr>
        <a:xfrm>
          <a:off x="557212" y="100451"/>
          <a:ext cx="11704348" cy="189930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661" tIns="0" rIns="324661" bIns="0" numCol="1" spcCol="1270" anchor="ctr" anchorCtr="0">
          <a:noAutofit/>
        </a:bodyPr>
        <a:lstStyle/>
        <a:p>
          <a:pPr marL="0" lvl="0" indent="0" algn="l" defTabSz="1244600">
            <a:lnSpc>
              <a:spcPct val="90000"/>
            </a:lnSpc>
            <a:spcBef>
              <a:spcPct val="0"/>
            </a:spcBef>
            <a:spcAft>
              <a:spcPct val="35000"/>
            </a:spcAft>
            <a:buNone/>
          </a:pPr>
          <a:r>
            <a:rPr lang="en-IN" sz="2800" kern="1200" dirty="0"/>
            <a:t>You can use the passive form if you think that the </a:t>
          </a:r>
          <a:r>
            <a:rPr lang="en-IN" sz="2800" b="1" kern="1200" dirty="0"/>
            <a:t>thing receiving the action is more important or should be emphasized.</a:t>
          </a:r>
          <a:r>
            <a:rPr lang="en-IN" sz="2800" kern="1200" dirty="0"/>
            <a:t> </a:t>
          </a:r>
          <a:endParaRPr lang="en-IN" sz="2800" b="1" kern="1200" dirty="0"/>
        </a:p>
      </dsp:txBody>
      <dsp:txXfrm>
        <a:off x="649928" y="193167"/>
        <a:ext cx="11518916" cy="1713868"/>
      </dsp:txXfrm>
    </dsp:sp>
    <dsp:sp modelId="{8A44B178-B8DE-4A69-9665-8F54EC506FC2}">
      <dsp:nvSpPr>
        <dsp:cNvPr id="0" name=""/>
        <dsp:cNvSpPr/>
      </dsp:nvSpPr>
      <dsp:spPr>
        <a:xfrm>
          <a:off x="0" y="2672951"/>
          <a:ext cx="12270657" cy="5544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7A2EA6-AFC2-43E0-9CA1-C3FCB9A64527}">
      <dsp:nvSpPr>
        <dsp:cNvPr id="0" name=""/>
        <dsp:cNvSpPr/>
      </dsp:nvSpPr>
      <dsp:spPr>
        <a:xfrm>
          <a:off x="816156" y="2348231"/>
          <a:ext cx="11450817" cy="64944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661" tIns="0" rIns="324661" bIns="0" numCol="1" spcCol="1270" anchor="ctr" anchorCtr="0">
          <a:noAutofit/>
        </a:bodyPr>
        <a:lstStyle/>
        <a:p>
          <a:pPr marL="0" lvl="0" indent="0" algn="l" defTabSz="1066800">
            <a:lnSpc>
              <a:spcPct val="90000"/>
            </a:lnSpc>
            <a:spcBef>
              <a:spcPct val="0"/>
            </a:spcBef>
            <a:spcAft>
              <a:spcPct val="35000"/>
            </a:spcAft>
            <a:buNone/>
          </a:pPr>
          <a:r>
            <a:rPr lang="en-IN" sz="2400" kern="1200" dirty="0"/>
            <a:t>You can </a:t>
          </a:r>
          <a:r>
            <a:rPr lang="en-IN" sz="2400" b="1" kern="1200" dirty="0"/>
            <a:t>also use the passive form if </a:t>
          </a:r>
          <a:r>
            <a:rPr lang="en-IN" sz="2400" b="1" kern="1200" dirty="0" err="1"/>
            <a:t>if</a:t>
          </a:r>
          <a:r>
            <a:rPr lang="en-IN" sz="2400" b="1" kern="1200" dirty="0"/>
            <a:t> you do not want to mention who is doing the action</a:t>
          </a:r>
          <a:r>
            <a:rPr lang="en-IN" sz="1100" b="1" kern="1200" dirty="0"/>
            <a:t>.</a:t>
          </a:r>
        </a:p>
      </dsp:txBody>
      <dsp:txXfrm>
        <a:off x="847859" y="2379934"/>
        <a:ext cx="11387411" cy="586034"/>
      </dsp:txXfrm>
    </dsp:sp>
    <dsp:sp modelId="{BD5E9BA1-FBD1-4A44-89F3-1D7EE3B1CD67}">
      <dsp:nvSpPr>
        <dsp:cNvPr id="0" name=""/>
        <dsp:cNvSpPr/>
      </dsp:nvSpPr>
      <dsp:spPr>
        <a:xfrm>
          <a:off x="0" y="3670871"/>
          <a:ext cx="12270657" cy="5544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105B05-F2BF-40AD-8A52-C7084BA4F1E9}">
      <dsp:nvSpPr>
        <dsp:cNvPr id="0" name=""/>
        <dsp:cNvSpPr/>
      </dsp:nvSpPr>
      <dsp:spPr>
        <a:xfrm>
          <a:off x="584174" y="3346151"/>
          <a:ext cx="11683476" cy="64944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661" tIns="0" rIns="324661" bIns="0" numCol="1" spcCol="1270" anchor="ctr" anchorCtr="0">
          <a:noAutofit/>
        </a:bodyPr>
        <a:lstStyle/>
        <a:p>
          <a:pPr marL="0" lvl="0" indent="0" algn="l" defTabSz="1244600">
            <a:lnSpc>
              <a:spcPct val="90000"/>
            </a:lnSpc>
            <a:spcBef>
              <a:spcPct val="0"/>
            </a:spcBef>
            <a:spcAft>
              <a:spcPct val="35000"/>
            </a:spcAft>
            <a:buNone/>
          </a:pPr>
          <a:r>
            <a:rPr lang="en-IN" sz="2800" b="1" kern="1200" dirty="0">
              <a:solidFill>
                <a:srgbClr val="C00000"/>
              </a:solidFill>
            </a:rPr>
            <a:t>Sometimes a statement in passive is more polite than active voice, as the following</a:t>
          </a:r>
          <a:endParaRPr lang="en-IN" sz="2800" b="1" kern="1200" dirty="0"/>
        </a:p>
      </dsp:txBody>
      <dsp:txXfrm>
        <a:off x="615877" y="3377854"/>
        <a:ext cx="11620070" cy="586034"/>
      </dsp:txXfrm>
    </dsp:sp>
    <dsp:sp modelId="{CB52ECD0-3C04-45A2-B440-D82E2FC2A68C}">
      <dsp:nvSpPr>
        <dsp:cNvPr id="0" name=""/>
        <dsp:cNvSpPr/>
      </dsp:nvSpPr>
      <dsp:spPr>
        <a:xfrm>
          <a:off x="0" y="4668791"/>
          <a:ext cx="12270657" cy="5544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F04BB9-3744-4A00-959D-460D8BCE0014}">
      <dsp:nvSpPr>
        <dsp:cNvPr id="0" name=""/>
        <dsp:cNvSpPr/>
      </dsp:nvSpPr>
      <dsp:spPr>
        <a:xfrm>
          <a:off x="584174" y="4344071"/>
          <a:ext cx="11683476" cy="64944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661" tIns="0" rIns="324661" bIns="0" numCol="1" spcCol="1270" anchor="ctr" anchorCtr="0">
          <a:noAutofit/>
        </a:bodyPr>
        <a:lstStyle/>
        <a:p>
          <a:pPr marL="0" lvl="0" indent="0" algn="l" defTabSz="1244600">
            <a:lnSpc>
              <a:spcPct val="90000"/>
            </a:lnSpc>
            <a:spcBef>
              <a:spcPct val="0"/>
            </a:spcBef>
            <a:spcAft>
              <a:spcPct val="35000"/>
            </a:spcAft>
            <a:buNone/>
          </a:pPr>
          <a:r>
            <a:rPr lang="en-IN" sz="2800" b="1" kern="1200" dirty="0"/>
            <a:t>Example: A mistake was made.</a:t>
          </a:r>
        </a:p>
      </dsp:txBody>
      <dsp:txXfrm>
        <a:off x="615877" y="4375774"/>
        <a:ext cx="11620070" cy="586034"/>
      </dsp:txXfrm>
    </dsp:sp>
    <dsp:sp modelId="{D9934F58-7F7C-44AB-9A3F-DA8D6F9F2580}">
      <dsp:nvSpPr>
        <dsp:cNvPr id="0" name=""/>
        <dsp:cNvSpPr/>
      </dsp:nvSpPr>
      <dsp:spPr>
        <a:xfrm>
          <a:off x="0" y="6203148"/>
          <a:ext cx="12270657" cy="5544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F6B3D8-91AA-4625-A90D-CD34411D8443}">
      <dsp:nvSpPr>
        <dsp:cNvPr id="0" name=""/>
        <dsp:cNvSpPr/>
      </dsp:nvSpPr>
      <dsp:spPr>
        <a:xfrm>
          <a:off x="584174" y="5341991"/>
          <a:ext cx="11683476" cy="1185877"/>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661" tIns="0" rIns="324661" bIns="0" numCol="1" spcCol="1270" anchor="ctr" anchorCtr="0">
          <a:noAutofit/>
        </a:bodyPr>
        <a:lstStyle/>
        <a:p>
          <a:pPr marL="0" lvl="0" indent="0" algn="l" defTabSz="1244600">
            <a:lnSpc>
              <a:spcPct val="90000"/>
            </a:lnSpc>
            <a:spcBef>
              <a:spcPct val="0"/>
            </a:spcBef>
            <a:spcAft>
              <a:spcPct val="35000"/>
            </a:spcAft>
            <a:buNone/>
          </a:pPr>
          <a:r>
            <a:rPr lang="en-IN" sz="2800" b="1" kern="1200" dirty="0"/>
            <a:t>In this case, </a:t>
          </a:r>
          <a:r>
            <a:rPr lang="en-IN" sz="2800" b="1" kern="1200" dirty="0">
              <a:solidFill>
                <a:srgbClr val="C00000"/>
              </a:solidFill>
            </a:rPr>
            <a:t>I focus on the fact that a mistake was made</a:t>
          </a:r>
          <a:r>
            <a:rPr lang="en-IN" sz="2800" b="1" kern="1200" dirty="0"/>
            <a:t>, but I do not blame anyone (e.g. You have made a mistake.).</a:t>
          </a:r>
        </a:p>
      </dsp:txBody>
      <dsp:txXfrm>
        <a:off x="642064" y="5399881"/>
        <a:ext cx="11567696" cy="107009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BD6716-A1BD-4A7B-A7E4-3A19CF8B2967}">
      <dsp:nvSpPr>
        <dsp:cNvPr id="0" name=""/>
        <dsp:cNvSpPr/>
      </dsp:nvSpPr>
      <dsp:spPr>
        <a:xfrm>
          <a:off x="0" y="297654"/>
          <a:ext cx="12223955" cy="1612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47BD42-328D-4035-A4BB-D7B0E26B19AE}">
      <dsp:nvSpPr>
        <dsp:cNvPr id="0" name=""/>
        <dsp:cNvSpPr/>
      </dsp:nvSpPr>
      <dsp:spPr>
        <a:xfrm>
          <a:off x="113774" y="0"/>
          <a:ext cx="12089623" cy="6771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425" tIns="0" rIns="323425" bIns="0" numCol="1" spcCol="1270" anchor="ctr" anchorCtr="0">
          <a:noAutofit/>
        </a:bodyPr>
        <a:lstStyle/>
        <a:p>
          <a:pPr marL="0" lvl="0" indent="0" algn="l" defTabSz="1778000">
            <a:lnSpc>
              <a:spcPct val="90000"/>
            </a:lnSpc>
            <a:spcBef>
              <a:spcPct val="0"/>
            </a:spcBef>
            <a:spcAft>
              <a:spcPct val="35000"/>
            </a:spcAft>
            <a:buNone/>
          </a:pPr>
          <a:r>
            <a:rPr lang="en-IN" sz="4000" b="1" kern="1200" dirty="0">
              <a:solidFill>
                <a:srgbClr val="C00000"/>
              </a:solidFill>
            </a:rPr>
            <a:t>Passive Sentences with Two Objects </a:t>
          </a:r>
          <a:endParaRPr lang="en-IN" sz="4000" kern="1200" dirty="0"/>
        </a:p>
      </dsp:txBody>
      <dsp:txXfrm>
        <a:off x="146828" y="33054"/>
        <a:ext cx="12023515" cy="611009"/>
      </dsp:txXfrm>
    </dsp:sp>
    <dsp:sp modelId="{B8E8125E-2819-465A-84E0-9BED520D60E0}">
      <dsp:nvSpPr>
        <dsp:cNvPr id="0" name=""/>
        <dsp:cNvSpPr/>
      </dsp:nvSpPr>
      <dsp:spPr>
        <a:xfrm>
          <a:off x="0" y="2440883"/>
          <a:ext cx="12223955" cy="1612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66AFE3D-EABA-442E-8505-58E6B8150E8D}">
      <dsp:nvSpPr>
        <dsp:cNvPr id="0" name=""/>
        <dsp:cNvSpPr/>
      </dsp:nvSpPr>
      <dsp:spPr>
        <a:xfrm>
          <a:off x="102377" y="731727"/>
          <a:ext cx="12089623" cy="1129468"/>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425" tIns="0" rIns="323425" bIns="0" numCol="1" spcCol="1270" anchor="ctr" anchorCtr="0">
          <a:noAutofit/>
        </a:bodyPr>
        <a:lstStyle/>
        <a:p>
          <a:pPr marL="0" lvl="0" indent="0" algn="l" defTabSz="889000">
            <a:lnSpc>
              <a:spcPct val="90000"/>
            </a:lnSpc>
            <a:spcBef>
              <a:spcPct val="0"/>
            </a:spcBef>
            <a:spcAft>
              <a:spcPct val="35000"/>
            </a:spcAft>
            <a:buClrTx/>
            <a:buSzTx/>
            <a:buFontTx/>
            <a:buNone/>
          </a:pPr>
          <a:r>
            <a:rPr lang="en-IN" sz="2000" kern="1200" dirty="0"/>
            <a:t>Rewriting an active sentence with two objects in passive voice means that </a:t>
          </a:r>
          <a:r>
            <a:rPr lang="en-IN" sz="2000" b="1" kern="1200" dirty="0"/>
            <a:t>one of the two objects becomes the subject, the other one remains an object</a:t>
          </a:r>
          <a:r>
            <a:rPr lang="en-IN" sz="2000" kern="1200" dirty="0"/>
            <a:t>. Which object to transform into a subject </a:t>
          </a:r>
          <a:r>
            <a:rPr lang="en-IN" sz="2000" b="1" kern="1200" dirty="0"/>
            <a:t>depends on what you want to put the focus on.</a:t>
          </a:r>
          <a:endParaRPr lang="en-IN" sz="2000" kern="1200" dirty="0"/>
        </a:p>
      </dsp:txBody>
      <dsp:txXfrm>
        <a:off x="157513" y="786863"/>
        <a:ext cx="11979351" cy="10191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2C6882-86B9-41DE-99B2-146DBA656A56}">
      <dsp:nvSpPr>
        <dsp:cNvPr id="0" name=""/>
        <dsp:cNvSpPr/>
      </dsp:nvSpPr>
      <dsp:spPr>
        <a:xfrm>
          <a:off x="0" y="461700"/>
          <a:ext cx="12192000"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2042DD1-D0C0-4FC4-85DC-56B298463E02}">
      <dsp:nvSpPr>
        <dsp:cNvPr id="0" name=""/>
        <dsp:cNvSpPr/>
      </dsp:nvSpPr>
      <dsp:spPr>
        <a:xfrm>
          <a:off x="553640" y="151740"/>
          <a:ext cx="11629320"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778000">
            <a:lnSpc>
              <a:spcPct val="90000"/>
            </a:lnSpc>
            <a:spcBef>
              <a:spcPct val="0"/>
            </a:spcBef>
            <a:spcAft>
              <a:spcPct val="35000"/>
            </a:spcAft>
            <a:buNone/>
          </a:pPr>
          <a:r>
            <a:rPr lang="en-IN" sz="4000" b="1" kern="1200" dirty="0">
              <a:solidFill>
                <a:srgbClr val="C00000"/>
              </a:solidFill>
            </a:rPr>
            <a:t>Personal and Impersonal Passive</a:t>
          </a:r>
        </a:p>
      </dsp:txBody>
      <dsp:txXfrm>
        <a:off x="583902" y="182002"/>
        <a:ext cx="11568796" cy="559396"/>
      </dsp:txXfrm>
    </dsp:sp>
    <dsp:sp modelId="{EE52FD08-E0AE-448F-AF43-9C5E1416F3A9}">
      <dsp:nvSpPr>
        <dsp:cNvPr id="0" name=""/>
        <dsp:cNvSpPr/>
      </dsp:nvSpPr>
      <dsp:spPr>
        <a:xfrm>
          <a:off x="0" y="1414260"/>
          <a:ext cx="12192000"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93E759D-49DB-4C11-AE54-2EDBFB7DF959}">
      <dsp:nvSpPr>
        <dsp:cNvPr id="0" name=""/>
        <dsp:cNvSpPr/>
      </dsp:nvSpPr>
      <dsp:spPr>
        <a:xfrm>
          <a:off x="553640" y="1104300"/>
          <a:ext cx="11629320"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066800">
            <a:lnSpc>
              <a:spcPct val="90000"/>
            </a:lnSpc>
            <a:spcBef>
              <a:spcPct val="0"/>
            </a:spcBef>
            <a:spcAft>
              <a:spcPct val="35000"/>
            </a:spcAft>
            <a:buNone/>
          </a:pPr>
          <a:r>
            <a:rPr lang="en-IN" sz="2400" b="1" i="1" kern="1200" dirty="0"/>
            <a:t>Personal Passive</a:t>
          </a:r>
          <a:r>
            <a:rPr lang="en-IN" sz="2400" b="1" kern="1200" dirty="0"/>
            <a:t> simply means that the object of the active sentence becomes the subject of the passive sentence. </a:t>
          </a:r>
        </a:p>
      </dsp:txBody>
      <dsp:txXfrm>
        <a:off x="583902" y="1134562"/>
        <a:ext cx="11568796" cy="559396"/>
      </dsp:txXfrm>
    </dsp:sp>
    <dsp:sp modelId="{B1B5713C-D2CD-4BA0-8F71-CD27D0D2F7BB}">
      <dsp:nvSpPr>
        <dsp:cNvPr id="0" name=""/>
        <dsp:cNvSpPr/>
      </dsp:nvSpPr>
      <dsp:spPr>
        <a:xfrm>
          <a:off x="0" y="2366820"/>
          <a:ext cx="12192000"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B51C123-286E-4455-A9AD-8B3B82F54A98}">
      <dsp:nvSpPr>
        <dsp:cNvPr id="0" name=""/>
        <dsp:cNvSpPr/>
      </dsp:nvSpPr>
      <dsp:spPr>
        <a:xfrm>
          <a:off x="553640" y="2056860"/>
          <a:ext cx="11629320"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066800">
            <a:lnSpc>
              <a:spcPct val="90000"/>
            </a:lnSpc>
            <a:spcBef>
              <a:spcPct val="0"/>
            </a:spcBef>
            <a:spcAft>
              <a:spcPct val="35000"/>
            </a:spcAft>
            <a:buNone/>
          </a:pPr>
          <a:r>
            <a:rPr lang="en-IN" sz="2400" b="1" kern="1200" dirty="0"/>
            <a:t>So every verb that needs an object (transitive verb) can form a personal passive.</a:t>
          </a:r>
        </a:p>
      </dsp:txBody>
      <dsp:txXfrm>
        <a:off x="583902" y="2087122"/>
        <a:ext cx="11568796" cy="559396"/>
      </dsp:txXfrm>
    </dsp:sp>
    <dsp:sp modelId="{0970AA9A-C13B-43BF-809C-35295CF16238}">
      <dsp:nvSpPr>
        <dsp:cNvPr id="0" name=""/>
        <dsp:cNvSpPr/>
      </dsp:nvSpPr>
      <dsp:spPr>
        <a:xfrm>
          <a:off x="0" y="3319380"/>
          <a:ext cx="12192000"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8666508-735E-4E21-A002-93F9BCC5F54C}">
      <dsp:nvSpPr>
        <dsp:cNvPr id="0" name=""/>
        <dsp:cNvSpPr/>
      </dsp:nvSpPr>
      <dsp:spPr>
        <a:xfrm>
          <a:off x="553640" y="3009420"/>
          <a:ext cx="11629320"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066800">
            <a:lnSpc>
              <a:spcPct val="90000"/>
            </a:lnSpc>
            <a:spcBef>
              <a:spcPct val="0"/>
            </a:spcBef>
            <a:spcAft>
              <a:spcPct val="35000"/>
            </a:spcAft>
            <a:buNone/>
          </a:pPr>
          <a:r>
            <a:rPr lang="en-IN" sz="2400" b="1" kern="1200" dirty="0"/>
            <a:t>Example: They build houses. – Houses are built.</a:t>
          </a:r>
        </a:p>
      </dsp:txBody>
      <dsp:txXfrm>
        <a:off x="583902" y="3039682"/>
        <a:ext cx="11568796" cy="559396"/>
      </dsp:txXfrm>
    </dsp:sp>
    <dsp:sp modelId="{3BBF745F-FF15-4A24-A065-7B5F794DD557}">
      <dsp:nvSpPr>
        <dsp:cNvPr id="0" name=""/>
        <dsp:cNvSpPr/>
      </dsp:nvSpPr>
      <dsp:spPr>
        <a:xfrm>
          <a:off x="0" y="4271940"/>
          <a:ext cx="12192000"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8337E7-3651-4C5D-879A-3F4C9CBD9922}">
      <dsp:nvSpPr>
        <dsp:cNvPr id="0" name=""/>
        <dsp:cNvSpPr/>
      </dsp:nvSpPr>
      <dsp:spPr>
        <a:xfrm>
          <a:off x="553640" y="3961980"/>
          <a:ext cx="11629320"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066800">
            <a:lnSpc>
              <a:spcPct val="90000"/>
            </a:lnSpc>
            <a:spcBef>
              <a:spcPct val="0"/>
            </a:spcBef>
            <a:spcAft>
              <a:spcPct val="35000"/>
            </a:spcAft>
            <a:buNone/>
          </a:pPr>
          <a:r>
            <a:rPr lang="en-IN" sz="2400" b="1" kern="1200" dirty="0"/>
            <a:t>Verbs without an object (intransitive verb) normally cannot form a personal passive sentence (as there is no object that can become the subject of the passive sentence). </a:t>
          </a:r>
        </a:p>
      </dsp:txBody>
      <dsp:txXfrm>
        <a:off x="583902" y="3992242"/>
        <a:ext cx="11568796" cy="559396"/>
      </dsp:txXfrm>
    </dsp:sp>
    <dsp:sp modelId="{D865F0EC-F5D5-4E42-ADD8-00AFCE66FFBD}">
      <dsp:nvSpPr>
        <dsp:cNvPr id="0" name=""/>
        <dsp:cNvSpPr/>
      </dsp:nvSpPr>
      <dsp:spPr>
        <a:xfrm>
          <a:off x="0" y="5224500"/>
          <a:ext cx="12192000"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284186-0153-4335-9F74-90E911F4156D}">
      <dsp:nvSpPr>
        <dsp:cNvPr id="0" name=""/>
        <dsp:cNvSpPr/>
      </dsp:nvSpPr>
      <dsp:spPr>
        <a:xfrm>
          <a:off x="553640" y="4914540"/>
          <a:ext cx="11629320"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066800">
            <a:lnSpc>
              <a:spcPct val="90000"/>
            </a:lnSpc>
            <a:spcBef>
              <a:spcPct val="0"/>
            </a:spcBef>
            <a:spcAft>
              <a:spcPct val="35000"/>
            </a:spcAft>
            <a:buNone/>
          </a:pPr>
          <a:r>
            <a:rPr lang="en-IN" sz="2400" b="1" kern="1200" dirty="0"/>
            <a:t>If you want to use an intransitive verb in passive voice, you need an impersonal construction – therefore this passive is called </a:t>
          </a:r>
          <a:r>
            <a:rPr lang="en-IN" sz="2400" b="1" i="1" kern="1200" dirty="0">
              <a:solidFill>
                <a:srgbClr val="C00000"/>
              </a:solidFill>
            </a:rPr>
            <a:t>Impersonal Passive</a:t>
          </a:r>
          <a:r>
            <a:rPr lang="en-IN" sz="2400" b="1" kern="1200" dirty="0">
              <a:solidFill>
                <a:srgbClr val="C00000"/>
              </a:solidFill>
            </a:rPr>
            <a:t>.</a:t>
          </a:r>
        </a:p>
      </dsp:txBody>
      <dsp:txXfrm>
        <a:off x="583902" y="4944802"/>
        <a:ext cx="11568796" cy="559396"/>
      </dsp:txXfrm>
    </dsp:sp>
    <dsp:sp modelId="{69C36AB7-96B3-4199-8C36-7AE12C50028E}">
      <dsp:nvSpPr>
        <dsp:cNvPr id="0" name=""/>
        <dsp:cNvSpPr/>
      </dsp:nvSpPr>
      <dsp:spPr>
        <a:xfrm>
          <a:off x="0" y="6177060"/>
          <a:ext cx="12192000"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62403BF-2CBD-4DF7-96FE-83B162C9B7D0}">
      <dsp:nvSpPr>
        <dsp:cNvPr id="0" name=""/>
        <dsp:cNvSpPr/>
      </dsp:nvSpPr>
      <dsp:spPr>
        <a:xfrm>
          <a:off x="553640" y="5867100"/>
          <a:ext cx="11629320"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066800">
            <a:lnSpc>
              <a:spcPct val="90000"/>
            </a:lnSpc>
            <a:spcBef>
              <a:spcPct val="0"/>
            </a:spcBef>
            <a:spcAft>
              <a:spcPct val="35000"/>
            </a:spcAft>
            <a:buNone/>
          </a:pPr>
          <a:r>
            <a:rPr lang="en-IN" sz="2400" b="1" kern="1200" dirty="0"/>
            <a:t>Example: he says – it is said</a:t>
          </a:r>
        </a:p>
      </dsp:txBody>
      <dsp:txXfrm>
        <a:off x="583902" y="5897362"/>
        <a:ext cx="11568796" cy="55939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62C79C-1705-495E-AE3D-929E04F95EF5}">
      <dsp:nvSpPr>
        <dsp:cNvPr id="0" name=""/>
        <dsp:cNvSpPr/>
      </dsp:nvSpPr>
      <dsp:spPr>
        <a:xfrm>
          <a:off x="0" y="1058267"/>
          <a:ext cx="12319819" cy="1083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A3D3CC-4485-4096-BD26-505B20EF005E}">
      <dsp:nvSpPr>
        <dsp:cNvPr id="0" name=""/>
        <dsp:cNvSpPr/>
      </dsp:nvSpPr>
      <dsp:spPr>
        <a:xfrm>
          <a:off x="586514" y="32002"/>
          <a:ext cx="11730284" cy="1660944"/>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5962" tIns="0" rIns="325962" bIns="0" numCol="1" spcCol="1270" anchor="ctr" anchorCtr="0">
          <a:noAutofit/>
        </a:bodyPr>
        <a:lstStyle/>
        <a:p>
          <a:pPr marL="0" lvl="0" indent="0" algn="l" defTabSz="1422400">
            <a:lnSpc>
              <a:spcPct val="90000"/>
            </a:lnSpc>
            <a:spcBef>
              <a:spcPct val="0"/>
            </a:spcBef>
            <a:spcAft>
              <a:spcPct val="35000"/>
            </a:spcAft>
            <a:buNone/>
          </a:pPr>
          <a:r>
            <a:rPr lang="en-IN" sz="3200" kern="1200" dirty="0"/>
            <a:t>They say (that) he cheats.</a:t>
          </a:r>
        </a:p>
      </dsp:txBody>
      <dsp:txXfrm>
        <a:off x="667595" y="113083"/>
        <a:ext cx="11568122" cy="1498782"/>
      </dsp:txXfrm>
    </dsp:sp>
    <dsp:sp modelId="{1E123A3D-055A-4BFB-A6FF-6B6F484E23F7}">
      <dsp:nvSpPr>
        <dsp:cNvPr id="0" name=""/>
        <dsp:cNvSpPr/>
      </dsp:nvSpPr>
      <dsp:spPr>
        <a:xfrm>
          <a:off x="0" y="3400332"/>
          <a:ext cx="12319819" cy="1083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62D701-25F7-4C5C-80BB-989BCD1AF1BF}">
      <dsp:nvSpPr>
        <dsp:cNvPr id="0" name=""/>
        <dsp:cNvSpPr/>
      </dsp:nvSpPr>
      <dsp:spPr>
        <a:xfrm>
          <a:off x="586514" y="2374067"/>
          <a:ext cx="11730284" cy="1660944"/>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5962" tIns="0" rIns="325962" bIns="0" numCol="1" spcCol="1270" anchor="ctr" anchorCtr="0">
          <a:noAutofit/>
        </a:bodyPr>
        <a:lstStyle/>
        <a:p>
          <a:pPr marL="0" lvl="0" indent="0" algn="l" defTabSz="1422400">
            <a:lnSpc>
              <a:spcPct val="90000"/>
            </a:lnSpc>
            <a:spcBef>
              <a:spcPct val="0"/>
            </a:spcBef>
            <a:spcAft>
              <a:spcPct val="35000"/>
            </a:spcAft>
            <a:buNone/>
          </a:pPr>
          <a:r>
            <a:rPr lang="en-IN" sz="3200" kern="1200" dirty="0"/>
            <a:t>It is possible to convert this to a passive by </a:t>
          </a:r>
          <a:r>
            <a:rPr lang="en-IN" sz="3200" b="1" kern="1200" dirty="0"/>
            <a:t>promoting the content clause to subject</a:t>
          </a:r>
          <a:endParaRPr lang="en-IN" sz="3200" kern="1200" dirty="0"/>
        </a:p>
      </dsp:txBody>
      <dsp:txXfrm>
        <a:off x="667595" y="2455148"/>
        <a:ext cx="11568122" cy="1498782"/>
      </dsp:txXfrm>
    </dsp:sp>
    <dsp:sp modelId="{3D32EDD1-457D-4CD4-9B8B-D852ADC87684}">
      <dsp:nvSpPr>
        <dsp:cNvPr id="0" name=""/>
        <dsp:cNvSpPr/>
      </dsp:nvSpPr>
      <dsp:spPr>
        <a:xfrm>
          <a:off x="0" y="5742397"/>
          <a:ext cx="12319819" cy="1083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739092-6506-465B-8E52-91D7B135D874}">
      <dsp:nvSpPr>
        <dsp:cNvPr id="0" name=""/>
        <dsp:cNvSpPr/>
      </dsp:nvSpPr>
      <dsp:spPr>
        <a:xfrm>
          <a:off x="586514" y="4716132"/>
          <a:ext cx="11730284" cy="1660944"/>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5962" tIns="0" rIns="325962" bIns="0" numCol="1" spcCol="1270" anchor="ctr" anchorCtr="0">
          <a:noAutofit/>
        </a:bodyPr>
        <a:lstStyle/>
        <a:p>
          <a:pPr marL="0" lvl="0" indent="0" algn="l" defTabSz="1422400">
            <a:lnSpc>
              <a:spcPct val="90000"/>
            </a:lnSpc>
            <a:spcBef>
              <a:spcPct val="0"/>
            </a:spcBef>
            <a:spcAft>
              <a:spcPct val="35000"/>
            </a:spcAft>
            <a:buNone/>
          </a:pPr>
          <a:r>
            <a:rPr lang="en-IN" sz="3200" b="1" kern="1200" dirty="0"/>
            <a:t>It is said </a:t>
          </a:r>
          <a:r>
            <a:rPr lang="en-IN" sz="3200" kern="1200" dirty="0"/>
            <a:t>that he cheats.</a:t>
          </a:r>
        </a:p>
      </dsp:txBody>
      <dsp:txXfrm>
        <a:off x="667595" y="4797213"/>
        <a:ext cx="11568122" cy="149878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C4FFF-2C19-4B57-B331-D474D0343DC9}">
      <dsp:nvSpPr>
        <dsp:cNvPr id="0" name=""/>
        <dsp:cNvSpPr/>
      </dsp:nvSpPr>
      <dsp:spPr>
        <a:xfrm>
          <a:off x="0" y="628395"/>
          <a:ext cx="12192000" cy="982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C407E24-AC8E-448F-A63F-66DEB03267FA}">
      <dsp:nvSpPr>
        <dsp:cNvPr id="0" name=""/>
        <dsp:cNvSpPr/>
      </dsp:nvSpPr>
      <dsp:spPr>
        <a:xfrm>
          <a:off x="580429" y="52755"/>
          <a:ext cx="11608582" cy="11512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ClrTx/>
            <a:buSzTx/>
            <a:buFontTx/>
            <a:buNone/>
          </a:pPr>
          <a:r>
            <a:rPr kumimoji="0" lang="en-US" sz="2800" b="1" i="1" u="sng" strike="noStrike" kern="1200" cap="none" normalizeH="0" baseline="0" dirty="0">
              <a:ln/>
              <a:effectLst/>
              <a:latin typeface="Arial" panose="020B0604020202020204" pitchFamily="34" charset="0"/>
            </a:rPr>
            <a:t>Impersonal Passive</a:t>
          </a:r>
          <a:r>
            <a:rPr kumimoji="0" lang="en-US" sz="2800" b="1" i="0" u="sng" strike="noStrike" kern="1200" cap="none" normalizeH="0" baseline="0" dirty="0">
              <a:ln/>
              <a:effectLst/>
              <a:latin typeface="Arial" panose="020B0604020202020204" pitchFamily="34" charset="0"/>
            </a:rPr>
            <a:t> </a:t>
          </a:r>
          <a:r>
            <a:rPr kumimoji="0" lang="en-US" sz="2800" b="1" i="0" u="none" strike="noStrike" kern="1200" cap="none" normalizeH="0" baseline="0" dirty="0">
              <a:ln/>
              <a:effectLst/>
              <a:latin typeface="Arial" panose="020B0604020202020204" pitchFamily="34" charset="0"/>
            </a:rPr>
            <a:t>is not as common in English as in </a:t>
          </a:r>
          <a:r>
            <a:rPr kumimoji="0" lang="en-US" sz="2800" b="1" i="0" u="none" strike="noStrike" kern="1200" cap="none" normalizeH="0" baseline="0">
              <a:ln/>
              <a:effectLst/>
              <a:latin typeface="Arial" panose="020B0604020202020204" pitchFamily="34" charset="0"/>
            </a:rPr>
            <a:t>some other languages (e.g. German, Latin).</a:t>
          </a:r>
          <a:endParaRPr lang="en-IN" sz="2800" b="1" kern="1200" dirty="0"/>
        </a:p>
      </dsp:txBody>
      <dsp:txXfrm>
        <a:off x="636630" y="108956"/>
        <a:ext cx="11496180" cy="1038878"/>
      </dsp:txXfrm>
    </dsp:sp>
    <dsp:sp modelId="{4563789C-AF0F-44D6-8CB8-490D6198697D}">
      <dsp:nvSpPr>
        <dsp:cNvPr id="0" name=""/>
        <dsp:cNvSpPr/>
      </dsp:nvSpPr>
      <dsp:spPr>
        <a:xfrm>
          <a:off x="0" y="2397435"/>
          <a:ext cx="12192000" cy="982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C9E723-FFEA-4B00-B5A8-C43EA74BAF09}">
      <dsp:nvSpPr>
        <dsp:cNvPr id="0" name=""/>
        <dsp:cNvSpPr/>
      </dsp:nvSpPr>
      <dsp:spPr>
        <a:xfrm>
          <a:off x="580429" y="1821795"/>
          <a:ext cx="11608582" cy="11512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kumimoji="0" lang="en-US" sz="2800" b="1" i="0" u="none" strike="noStrike" kern="1200" cap="none" normalizeH="0" baseline="0">
              <a:ln/>
              <a:effectLst/>
              <a:latin typeface="Arial" panose="020B0604020202020204" pitchFamily="34" charset="0"/>
            </a:rPr>
            <a:t>In English, </a:t>
          </a:r>
          <a:r>
            <a:rPr kumimoji="0" lang="en-US" sz="2800" b="1" i="1" u="none" strike="noStrike" kern="1200" cap="none" normalizeH="0" baseline="0">
              <a:ln/>
              <a:effectLst/>
              <a:latin typeface="Arial" panose="020B0604020202020204" pitchFamily="34" charset="0"/>
            </a:rPr>
            <a:t>Impersonal Passive</a:t>
          </a:r>
          <a:r>
            <a:rPr kumimoji="0" lang="en-US" sz="2800" b="1" i="0" u="none" strike="noStrike" kern="1200" cap="none" normalizeH="0" baseline="0">
              <a:ln/>
              <a:effectLst/>
              <a:latin typeface="Arial" panose="020B0604020202020204" pitchFamily="34" charset="0"/>
            </a:rPr>
            <a:t> is only possible with verbs of perception (e. g. say, think, know).</a:t>
          </a:r>
          <a:endParaRPr kumimoji="0" lang="en-US" sz="2800" b="1" i="0" u="none" strike="noStrike" kern="1200" cap="none" normalizeH="0" baseline="0" dirty="0">
            <a:ln/>
            <a:effectLst/>
            <a:latin typeface="Arial" panose="020B0604020202020204" pitchFamily="34" charset="0"/>
          </a:endParaRPr>
        </a:p>
      </dsp:txBody>
      <dsp:txXfrm>
        <a:off x="636630" y="1877996"/>
        <a:ext cx="11496180" cy="1038878"/>
      </dsp:txXfrm>
    </dsp:sp>
    <dsp:sp modelId="{35E97547-4F70-4864-A631-D114796A47FD}">
      <dsp:nvSpPr>
        <dsp:cNvPr id="0" name=""/>
        <dsp:cNvSpPr/>
      </dsp:nvSpPr>
      <dsp:spPr>
        <a:xfrm>
          <a:off x="0" y="4166475"/>
          <a:ext cx="12192000" cy="982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0C512F-EB6A-4C01-823A-F5CFBE1504B3}">
      <dsp:nvSpPr>
        <dsp:cNvPr id="0" name=""/>
        <dsp:cNvSpPr/>
      </dsp:nvSpPr>
      <dsp:spPr>
        <a:xfrm>
          <a:off x="580429" y="3590835"/>
          <a:ext cx="11608582" cy="11512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kumimoji="0" lang="en-US" sz="2800" b="1" i="0" u="none" strike="noStrike" kern="1200" cap="none" normalizeH="0" baseline="0" dirty="0">
              <a:ln/>
              <a:effectLst/>
              <a:latin typeface="Arial" panose="020B0604020202020204" pitchFamily="34" charset="0"/>
            </a:rPr>
            <a:t>Example: They say that women live longer than men. </a:t>
          </a:r>
        </a:p>
      </dsp:txBody>
      <dsp:txXfrm>
        <a:off x="636630" y="3647036"/>
        <a:ext cx="11496180" cy="1038878"/>
      </dsp:txXfrm>
    </dsp:sp>
    <dsp:sp modelId="{91B7D89B-4406-446E-AC1F-C399EFF73180}">
      <dsp:nvSpPr>
        <dsp:cNvPr id="0" name=""/>
        <dsp:cNvSpPr/>
      </dsp:nvSpPr>
      <dsp:spPr>
        <a:xfrm>
          <a:off x="0" y="5935515"/>
          <a:ext cx="12192000" cy="982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0DA001-C094-421E-BADE-CD3204C8BE15}">
      <dsp:nvSpPr>
        <dsp:cNvPr id="0" name=""/>
        <dsp:cNvSpPr/>
      </dsp:nvSpPr>
      <dsp:spPr>
        <a:xfrm>
          <a:off x="580429" y="5359875"/>
          <a:ext cx="11608582" cy="11512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kumimoji="0" lang="en-US" sz="2800" b="1" i="0" u="none" strike="noStrike" kern="1200" cap="none" normalizeH="0" baseline="0" dirty="0">
              <a:ln/>
              <a:effectLst/>
              <a:latin typeface="Arial" panose="020B0604020202020204" pitchFamily="34" charset="0"/>
            </a:rPr>
            <a:t>– It is said that women live longer than men.</a:t>
          </a:r>
        </a:p>
      </dsp:txBody>
      <dsp:txXfrm>
        <a:off x="636630" y="5416076"/>
        <a:ext cx="11496180" cy="103887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9CB0D8-66E8-4EE0-AEC8-308672F14502}">
      <dsp:nvSpPr>
        <dsp:cNvPr id="0" name=""/>
        <dsp:cNvSpPr/>
      </dsp:nvSpPr>
      <dsp:spPr>
        <a:xfrm>
          <a:off x="0" y="550799"/>
          <a:ext cx="12123174" cy="756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F5C64F-55CF-4CE6-A824-CFAEFF8DED3C}">
      <dsp:nvSpPr>
        <dsp:cNvPr id="0" name=""/>
        <dsp:cNvSpPr/>
      </dsp:nvSpPr>
      <dsp:spPr>
        <a:xfrm>
          <a:off x="577153" y="107999"/>
          <a:ext cx="11543049" cy="8856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244600">
            <a:lnSpc>
              <a:spcPct val="90000"/>
            </a:lnSpc>
            <a:spcBef>
              <a:spcPct val="0"/>
            </a:spcBef>
            <a:spcAft>
              <a:spcPct val="35000"/>
            </a:spcAft>
            <a:buNone/>
          </a:pPr>
          <a:r>
            <a:rPr lang="en-US" sz="2800" b="1" i="1" u="sng" kern="1200" dirty="0">
              <a:latin typeface="Arial" panose="020B0604020202020204" pitchFamily="34" charset="0"/>
            </a:rPr>
            <a:t>Personal  Passive</a:t>
          </a:r>
          <a:r>
            <a:rPr lang="en-US" sz="2800" b="1" kern="1200" dirty="0">
              <a:latin typeface="Arial" panose="020B0604020202020204" pitchFamily="34" charset="0"/>
            </a:rPr>
            <a:t> is more common.</a:t>
          </a:r>
          <a:endParaRPr lang="en-IN" sz="2800" b="1" kern="1200" dirty="0"/>
        </a:p>
      </dsp:txBody>
      <dsp:txXfrm>
        <a:off x="620384" y="151230"/>
        <a:ext cx="11456587" cy="799138"/>
      </dsp:txXfrm>
    </dsp:sp>
    <dsp:sp modelId="{4EC8C1EA-C8D7-4546-B6ED-085AEC87F433}">
      <dsp:nvSpPr>
        <dsp:cNvPr id="0" name=""/>
        <dsp:cNvSpPr/>
      </dsp:nvSpPr>
      <dsp:spPr>
        <a:xfrm>
          <a:off x="0" y="1911599"/>
          <a:ext cx="12123174" cy="756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D6C2BE-54E9-4AE7-98C1-ACB60F9C8B27}">
      <dsp:nvSpPr>
        <dsp:cNvPr id="0" name=""/>
        <dsp:cNvSpPr/>
      </dsp:nvSpPr>
      <dsp:spPr>
        <a:xfrm>
          <a:off x="577153" y="1468799"/>
          <a:ext cx="11543049" cy="8856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Arial" panose="020B0604020202020204" pitchFamily="34" charset="0"/>
            </a:rPr>
            <a:t>Example: They say that </a:t>
          </a:r>
          <a:r>
            <a:rPr lang="en-US" sz="2800" b="1" kern="1200" dirty="0">
              <a:solidFill>
                <a:srgbClr val="C00000"/>
              </a:solidFill>
              <a:latin typeface="Arial" panose="020B0604020202020204" pitchFamily="34" charset="0"/>
            </a:rPr>
            <a:t>women </a:t>
          </a:r>
          <a:r>
            <a:rPr lang="en-US" sz="2800" b="1" kern="1200" dirty="0">
              <a:latin typeface="Arial" panose="020B0604020202020204" pitchFamily="34" charset="0"/>
            </a:rPr>
            <a:t>live longer than men. </a:t>
          </a:r>
        </a:p>
      </dsp:txBody>
      <dsp:txXfrm>
        <a:off x="620384" y="1512030"/>
        <a:ext cx="11456587" cy="799138"/>
      </dsp:txXfrm>
    </dsp:sp>
    <dsp:sp modelId="{59C9DB2D-E839-4198-BF15-FB2E57869511}">
      <dsp:nvSpPr>
        <dsp:cNvPr id="0" name=""/>
        <dsp:cNvSpPr/>
      </dsp:nvSpPr>
      <dsp:spPr>
        <a:xfrm>
          <a:off x="0" y="3272400"/>
          <a:ext cx="12123174" cy="756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4C6287-0825-4752-9DAB-6E3731A4A38A}">
      <dsp:nvSpPr>
        <dsp:cNvPr id="0" name=""/>
        <dsp:cNvSpPr/>
      </dsp:nvSpPr>
      <dsp:spPr>
        <a:xfrm>
          <a:off x="577153" y="2829599"/>
          <a:ext cx="11543049" cy="8856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Arial" panose="020B0604020202020204" pitchFamily="34" charset="0"/>
            </a:rPr>
            <a:t>– Women are said to live longer than men.</a:t>
          </a:r>
        </a:p>
      </dsp:txBody>
      <dsp:txXfrm>
        <a:off x="620384" y="2872830"/>
        <a:ext cx="11456587" cy="799138"/>
      </dsp:txXfrm>
    </dsp:sp>
    <dsp:sp modelId="{46DF877A-8C4B-4FBD-B6E1-C5DC6DEEBC13}">
      <dsp:nvSpPr>
        <dsp:cNvPr id="0" name=""/>
        <dsp:cNvSpPr/>
      </dsp:nvSpPr>
      <dsp:spPr>
        <a:xfrm>
          <a:off x="0" y="4633200"/>
          <a:ext cx="12123174" cy="756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8C703AE-5838-4EFC-A52A-4C9D005FBF59}">
      <dsp:nvSpPr>
        <dsp:cNvPr id="0" name=""/>
        <dsp:cNvSpPr/>
      </dsp:nvSpPr>
      <dsp:spPr>
        <a:xfrm>
          <a:off x="577153" y="4190400"/>
          <a:ext cx="11543049" cy="8856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244600">
            <a:lnSpc>
              <a:spcPct val="90000"/>
            </a:lnSpc>
            <a:spcBef>
              <a:spcPct val="0"/>
            </a:spcBef>
            <a:spcAft>
              <a:spcPct val="35000"/>
            </a:spcAft>
            <a:buNone/>
          </a:pPr>
          <a:r>
            <a:rPr kumimoji="0" lang="en-US" sz="2800" b="1" i="0" u="none" strike="noStrike" kern="1200" cap="none" normalizeH="0" baseline="0" dirty="0">
              <a:ln/>
              <a:effectLst/>
              <a:latin typeface="Arial" panose="020B0604020202020204" pitchFamily="34" charset="0"/>
            </a:rPr>
            <a:t>Example: They say that women live longer than men. </a:t>
          </a:r>
          <a:endParaRPr lang="en-IN" sz="2800" b="1" kern="1200" dirty="0"/>
        </a:p>
      </dsp:txBody>
      <dsp:txXfrm>
        <a:off x="620384" y="4233631"/>
        <a:ext cx="11456587" cy="799138"/>
      </dsp:txXfrm>
    </dsp:sp>
    <dsp:sp modelId="{86100CF5-9BC3-4FEB-BD5F-A189CEA87E39}">
      <dsp:nvSpPr>
        <dsp:cNvPr id="0" name=""/>
        <dsp:cNvSpPr/>
      </dsp:nvSpPr>
      <dsp:spPr>
        <a:xfrm>
          <a:off x="0" y="5994000"/>
          <a:ext cx="12123174" cy="756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C971F8-0E68-4030-BBCC-7200229FBEAE}">
      <dsp:nvSpPr>
        <dsp:cNvPr id="0" name=""/>
        <dsp:cNvSpPr/>
      </dsp:nvSpPr>
      <dsp:spPr>
        <a:xfrm>
          <a:off x="606158" y="5551200"/>
          <a:ext cx="8486221" cy="8856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759" tIns="0" rIns="320759" bIns="0" numCol="1" spcCol="1270" anchor="ctr" anchorCtr="0">
          <a:noAutofit/>
        </a:bodyPr>
        <a:lstStyle/>
        <a:p>
          <a:pPr marL="0" lvl="0" indent="0" algn="l" defTabSz="1244600">
            <a:lnSpc>
              <a:spcPct val="90000"/>
            </a:lnSpc>
            <a:spcBef>
              <a:spcPct val="0"/>
            </a:spcBef>
            <a:spcAft>
              <a:spcPct val="35000"/>
            </a:spcAft>
            <a:buNone/>
          </a:pPr>
          <a:r>
            <a:rPr kumimoji="0" lang="en-US" sz="2800" b="1" i="0" u="none" strike="noStrike" kern="1200" cap="none" normalizeH="0" baseline="0">
              <a:ln/>
              <a:effectLst/>
              <a:latin typeface="Arial" panose="020B0604020202020204" pitchFamily="34" charset="0"/>
            </a:rPr>
            <a:t>It is said that women live longer than men</a:t>
          </a:r>
          <a:endParaRPr lang="en-IN" sz="2800" b="1" kern="1200" dirty="0"/>
        </a:p>
      </dsp:txBody>
      <dsp:txXfrm>
        <a:off x="649389" y="5594431"/>
        <a:ext cx="8399759" cy="79913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E95D50-19A7-46AA-BE40-380EA3110D06}">
      <dsp:nvSpPr>
        <dsp:cNvPr id="0" name=""/>
        <dsp:cNvSpPr/>
      </dsp:nvSpPr>
      <dsp:spPr>
        <a:xfrm>
          <a:off x="0" y="624973"/>
          <a:ext cx="11353800" cy="93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C4D5E7-A8FF-4A5F-AAE8-3CDF015F1605}">
      <dsp:nvSpPr>
        <dsp:cNvPr id="0" name=""/>
        <dsp:cNvSpPr/>
      </dsp:nvSpPr>
      <dsp:spPr>
        <a:xfrm>
          <a:off x="540525" y="78853"/>
          <a:ext cx="10810492" cy="109224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0403" tIns="0" rIns="300403" bIns="0" numCol="1" spcCol="1270" anchor="ctr" anchorCtr="0">
          <a:noAutofit/>
        </a:bodyPr>
        <a:lstStyle/>
        <a:p>
          <a:pPr marL="0" lvl="0" indent="0" algn="l" defTabSz="1422400">
            <a:lnSpc>
              <a:spcPct val="90000"/>
            </a:lnSpc>
            <a:spcBef>
              <a:spcPct val="0"/>
            </a:spcBef>
            <a:spcAft>
              <a:spcPct val="35000"/>
            </a:spcAft>
            <a:buNone/>
          </a:pPr>
          <a:r>
            <a:rPr lang="en-IN" sz="3200" kern="1200" dirty="0"/>
            <a:t>They say that he cheats. → He is said to cheat.</a:t>
          </a:r>
        </a:p>
      </dsp:txBody>
      <dsp:txXfrm>
        <a:off x="593844" y="132172"/>
        <a:ext cx="10703854" cy="985602"/>
      </dsp:txXfrm>
    </dsp:sp>
    <dsp:sp modelId="{ECD026D3-5F7F-4884-8A5A-10AB007F2FC4}">
      <dsp:nvSpPr>
        <dsp:cNvPr id="0" name=""/>
        <dsp:cNvSpPr/>
      </dsp:nvSpPr>
      <dsp:spPr>
        <a:xfrm>
          <a:off x="0" y="2303293"/>
          <a:ext cx="11353800" cy="93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7870B4-99FE-4B14-A992-AFDFFF9AB5A5}">
      <dsp:nvSpPr>
        <dsp:cNvPr id="0" name=""/>
        <dsp:cNvSpPr/>
      </dsp:nvSpPr>
      <dsp:spPr>
        <a:xfrm>
          <a:off x="540525" y="1757173"/>
          <a:ext cx="10810492" cy="109224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0403" tIns="0" rIns="300403" bIns="0" numCol="1" spcCol="1270" anchor="ctr" anchorCtr="0">
          <a:noAutofit/>
        </a:bodyPr>
        <a:lstStyle/>
        <a:p>
          <a:pPr marL="0" lvl="0" indent="0" algn="l" defTabSz="1422400">
            <a:lnSpc>
              <a:spcPct val="90000"/>
            </a:lnSpc>
            <a:spcBef>
              <a:spcPct val="0"/>
            </a:spcBef>
            <a:spcAft>
              <a:spcPct val="35000"/>
            </a:spcAft>
            <a:buNone/>
          </a:pPr>
          <a:r>
            <a:rPr lang="en-IN" sz="3200" kern="1200" dirty="0"/>
            <a:t>They think that I am dying. → I am thought to be dying.</a:t>
          </a:r>
        </a:p>
      </dsp:txBody>
      <dsp:txXfrm>
        <a:off x="593844" y="1810492"/>
        <a:ext cx="10703854" cy="985602"/>
      </dsp:txXfrm>
    </dsp:sp>
    <dsp:sp modelId="{826B862D-0372-4F69-AA3C-F653B0F26669}">
      <dsp:nvSpPr>
        <dsp:cNvPr id="0" name=""/>
        <dsp:cNvSpPr/>
      </dsp:nvSpPr>
      <dsp:spPr>
        <a:xfrm>
          <a:off x="0" y="3981613"/>
          <a:ext cx="11353800" cy="93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FB233D-0AC9-4BA5-A4DB-596A03CBCFB8}">
      <dsp:nvSpPr>
        <dsp:cNvPr id="0" name=""/>
        <dsp:cNvSpPr/>
      </dsp:nvSpPr>
      <dsp:spPr>
        <a:xfrm>
          <a:off x="540525" y="3435493"/>
          <a:ext cx="10810492" cy="109224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0403" tIns="0" rIns="300403" bIns="0" numCol="1" spcCol="1270" anchor="ctr" anchorCtr="0">
          <a:noAutofit/>
        </a:bodyPr>
        <a:lstStyle/>
        <a:p>
          <a:pPr marL="0" lvl="0" indent="0" algn="l" defTabSz="1422400">
            <a:lnSpc>
              <a:spcPct val="90000"/>
            </a:lnSpc>
            <a:spcBef>
              <a:spcPct val="0"/>
            </a:spcBef>
            <a:spcAft>
              <a:spcPct val="35000"/>
            </a:spcAft>
            <a:buNone/>
          </a:pPr>
          <a:r>
            <a:rPr lang="en-IN" sz="3200" kern="1200" dirty="0"/>
            <a:t>They report that she came back / has come back. → She is reported to have come back.</a:t>
          </a:r>
        </a:p>
      </dsp:txBody>
      <dsp:txXfrm>
        <a:off x="593844" y="3488812"/>
        <a:ext cx="10703854" cy="985602"/>
      </dsp:txXfrm>
    </dsp:sp>
    <dsp:sp modelId="{06AF7A26-A89C-40EF-A8F5-FC357124D209}">
      <dsp:nvSpPr>
        <dsp:cNvPr id="0" name=""/>
        <dsp:cNvSpPr/>
      </dsp:nvSpPr>
      <dsp:spPr>
        <a:xfrm>
          <a:off x="0" y="5659933"/>
          <a:ext cx="11353800" cy="93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7BF54A-2558-44F2-A111-8E0D16356071}">
      <dsp:nvSpPr>
        <dsp:cNvPr id="0" name=""/>
        <dsp:cNvSpPr/>
      </dsp:nvSpPr>
      <dsp:spPr>
        <a:xfrm>
          <a:off x="540525" y="5113813"/>
          <a:ext cx="10810492" cy="1092240"/>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0403" tIns="0" rIns="300403" bIns="0" numCol="1" spcCol="1270" anchor="ctr" anchorCtr="0">
          <a:noAutofit/>
        </a:bodyPr>
        <a:lstStyle/>
        <a:p>
          <a:pPr marL="0" lvl="0" indent="0" algn="l" defTabSz="1422400">
            <a:lnSpc>
              <a:spcPct val="90000"/>
            </a:lnSpc>
            <a:spcBef>
              <a:spcPct val="0"/>
            </a:spcBef>
            <a:spcAft>
              <a:spcPct val="35000"/>
            </a:spcAft>
            <a:buNone/>
          </a:pPr>
          <a:r>
            <a:rPr lang="en-IN" sz="3200" kern="1200" dirty="0"/>
            <a:t>They say that she will resign. → </a:t>
          </a:r>
          <a:r>
            <a:rPr lang="en-IN" sz="3200" i="1" kern="1200" dirty="0"/>
            <a:t>e.g.</a:t>
          </a:r>
          <a:r>
            <a:rPr lang="en-IN" sz="3200" kern="1200" dirty="0"/>
            <a:t> She is said to be going to resign.</a:t>
          </a:r>
        </a:p>
      </dsp:txBody>
      <dsp:txXfrm>
        <a:off x="593844" y="5167132"/>
        <a:ext cx="10703854" cy="98560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EA79B8-479B-4989-9762-D86D85D69581}">
      <dsp:nvSpPr>
        <dsp:cNvPr id="0" name=""/>
        <dsp:cNvSpPr/>
      </dsp:nvSpPr>
      <dsp:spPr>
        <a:xfrm>
          <a:off x="0" y="531059"/>
          <a:ext cx="12192000" cy="781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CAAF77-5EB4-4548-83DD-CA2B89E77DB0}">
      <dsp:nvSpPr>
        <dsp:cNvPr id="0" name=""/>
        <dsp:cNvSpPr/>
      </dsp:nvSpPr>
      <dsp:spPr>
        <a:xfrm>
          <a:off x="580429" y="73499"/>
          <a:ext cx="11608582" cy="9151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422400">
            <a:lnSpc>
              <a:spcPct val="90000"/>
            </a:lnSpc>
            <a:spcBef>
              <a:spcPct val="0"/>
            </a:spcBef>
            <a:spcAft>
              <a:spcPct val="35000"/>
            </a:spcAft>
            <a:buNone/>
          </a:pPr>
          <a:r>
            <a:rPr lang="en-IN" sz="3200" b="1" kern="1200" dirty="0"/>
            <a:t>Some verbs are used almost exclusively in the passive voice. </a:t>
          </a:r>
        </a:p>
      </dsp:txBody>
      <dsp:txXfrm>
        <a:off x="625101" y="118171"/>
        <a:ext cx="11519238" cy="825776"/>
      </dsp:txXfrm>
    </dsp:sp>
    <dsp:sp modelId="{9E053990-00D7-4C33-8DD9-BA1B3D055FF7}">
      <dsp:nvSpPr>
        <dsp:cNvPr id="0" name=""/>
        <dsp:cNvSpPr/>
      </dsp:nvSpPr>
      <dsp:spPr>
        <a:xfrm>
          <a:off x="0" y="1937219"/>
          <a:ext cx="12192000" cy="781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817CB5-D889-450A-AFEB-3DF308B24401}">
      <dsp:nvSpPr>
        <dsp:cNvPr id="0" name=""/>
        <dsp:cNvSpPr/>
      </dsp:nvSpPr>
      <dsp:spPr>
        <a:xfrm>
          <a:off x="580429" y="1479659"/>
          <a:ext cx="11608582" cy="9151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422400">
            <a:lnSpc>
              <a:spcPct val="90000"/>
            </a:lnSpc>
            <a:spcBef>
              <a:spcPct val="0"/>
            </a:spcBef>
            <a:spcAft>
              <a:spcPct val="35000"/>
            </a:spcAft>
            <a:buNone/>
          </a:pPr>
          <a:r>
            <a:rPr lang="en-IN" sz="3200" b="1" kern="1200" dirty="0"/>
            <a:t>This is the case with </a:t>
          </a:r>
          <a:r>
            <a:rPr lang="en-IN" sz="3200" b="1" i="1" kern="1200" dirty="0"/>
            <a:t>rumour</a:t>
          </a:r>
          <a:r>
            <a:rPr lang="en-IN" sz="3200" b="1" kern="1200" dirty="0"/>
            <a:t>, for example. The following passive sentences are possible:</a:t>
          </a:r>
        </a:p>
      </dsp:txBody>
      <dsp:txXfrm>
        <a:off x="625101" y="1524331"/>
        <a:ext cx="11519238" cy="825776"/>
      </dsp:txXfrm>
    </dsp:sp>
    <dsp:sp modelId="{FD7C3561-654A-4632-8CA9-E34F83570B9C}">
      <dsp:nvSpPr>
        <dsp:cNvPr id="0" name=""/>
        <dsp:cNvSpPr/>
      </dsp:nvSpPr>
      <dsp:spPr>
        <a:xfrm>
          <a:off x="0" y="3343379"/>
          <a:ext cx="12192000" cy="781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387947-2520-463E-A5A1-C5A87EF21863}">
      <dsp:nvSpPr>
        <dsp:cNvPr id="0" name=""/>
        <dsp:cNvSpPr/>
      </dsp:nvSpPr>
      <dsp:spPr>
        <a:xfrm>
          <a:off x="580429" y="2885819"/>
          <a:ext cx="11608582" cy="9151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422400">
            <a:lnSpc>
              <a:spcPct val="90000"/>
            </a:lnSpc>
            <a:spcBef>
              <a:spcPct val="0"/>
            </a:spcBef>
            <a:spcAft>
              <a:spcPct val="35000"/>
            </a:spcAft>
            <a:buNone/>
          </a:pPr>
          <a:r>
            <a:rPr lang="en-IN" sz="3200" b="1" kern="1200" dirty="0"/>
            <a:t>He was rumoured to be a war veteran. / It was rumoured that he was a war veteran.</a:t>
          </a:r>
        </a:p>
      </dsp:txBody>
      <dsp:txXfrm>
        <a:off x="625101" y="2930491"/>
        <a:ext cx="11519238" cy="825776"/>
      </dsp:txXfrm>
    </dsp:sp>
    <dsp:sp modelId="{BE26D769-647D-4E6C-A52F-981FC3CE9C5B}">
      <dsp:nvSpPr>
        <dsp:cNvPr id="0" name=""/>
        <dsp:cNvSpPr/>
      </dsp:nvSpPr>
      <dsp:spPr>
        <a:xfrm>
          <a:off x="0" y="4749540"/>
          <a:ext cx="12192000" cy="781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A10472-D1FF-4B2F-840D-EE84A9953561}">
      <dsp:nvSpPr>
        <dsp:cNvPr id="0" name=""/>
        <dsp:cNvSpPr/>
      </dsp:nvSpPr>
      <dsp:spPr>
        <a:xfrm>
          <a:off x="580429" y="4291980"/>
          <a:ext cx="11608582" cy="9151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422400">
            <a:lnSpc>
              <a:spcPct val="90000"/>
            </a:lnSpc>
            <a:spcBef>
              <a:spcPct val="0"/>
            </a:spcBef>
            <a:spcAft>
              <a:spcPct val="35000"/>
            </a:spcAft>
            <a:buNone/>
          </a:pPr>
          <a:r>
            <a:rPr lang="en-IN" sz="3200" b="1" kern="1200" dirty="0"/>
            <a:t>but it is not possible to use the active counterpart </a:t>
          </a:r>
        </a:p>
      </dsp:txBody>
      <dsp:txXfrm>
        <a:off x="625101" y="4336652"/>
        <a:ext cx="11519238" cy="825776"/>
      </dsp:txXfrm>
    </dsp:sp>
    <dsp:sp modelId="{07EB1F63-7088-49BC-B8BD-588F632A68F3}">
      <dsp:nvSpPr>
        <dsp:cNvPr id="0" name=""/>
        <dsp:cNvSpPr/>
      </dsp:nvSpPr>
      <dsp:spPr>
        <a:xfrm>
          <a:off x="0" y="6155700"/>
          <a:ext cx="12192000" cy="781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E8C17D-4733-44DF-ABAB-F184FD86A0D1}">
      <dsp:nvSpPr>
        <dsp:cNvPr id="0" name=""/>
        <dsp:cNvSpPr/>
      </dsp:nvSpPr>
      <dsp:spPr>
        <a:xfrm>
          <a:off x="580429" y="5698140"/>
          <a:ext cx="11608582" cy="9151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422400">
            <a:lnSpc>
              <a:spcPct val="90000"/>
            </a:lnSpc>
            <a:spcBef>
              <a:spcPct val="0"/>
            </a:spcBef>
            <a:spcAft>
              <a:spcPct val="35000"/>
            </a:spcAft>
            <a:buNone/>
          </a:pPr>
          <a:r>
            <a:rPr lang="en-IN" sz="3200" b="1" kern="1200" dirty="0"/>
            <a:t>*</a:t>
          </a:r>
          <a:r>
            <a:rPr lang="en-IN" sz="3200" b="1" i="1" kern="1200" dirty="0"/>
            <a:t>They rumoured that he was a war veteran.</a:t>
          </a:r>
          <a:endParaRPr lang="en-IN" sz="3200" b="1" kern="1200" dirty="0"/>
        </a:p>
      </dsp:txBody>
      <dsp:txXfrm>
        <a:off x="625101" y="5742812"/>
        <a:ext cx="11519238" cy="82577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23941F-2099-41DD-8034-6D1C78C4FAF2}">
      <dsp:nvSpPr>
        <dsp:cNvPr id="0" name=""/>
        <dsp:cNvSpPr/>
      </dsp:nvSpPr>
      <dsp:spPr>
        <a:xfrm>
          <a:off x="0" y="648060"/>
          <a:ext cx="12192000" cy="982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15088B-298F-4FBF-AA47-7E7751153D8B}">
      <dsp:nvSpPr>
        <dsp:cNvPr id="0" name=""/>
        <dsp:cNvSpPr/>
      </dsp:nvSpPr>
      <dsp:spPr>
        <a:xfrm>
          <a:off x="580429" y="72420"/>
          <a:ext cx="11608582" cy="11512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066800">
            <a:lnSpc>
              <a:spcPct val="90000"/>
            </a:lnSpc>
            <a:spcBef>
              <a:spcPct val="0"/>
            </a:spcBef>
            <a:spcAft>
              <a:spcPct val="35000"/>
            </a:spcAft>
            <a:buNone/>
          </a:pPr>
          <a:r>
            <a:rPr lang="en-IN" sz="2400" b="1" kern="1200" dirty="0">
              <a:solidFill>
                <a:schemeClr val="tx1"/>
              </a:solidFill>
            </a:rPr>
            <a:t>Another situation in which the passive uses a different construction than the active involves the verb </a:t>
          </a:r>
          <a:r>
            <a:rPr lang="en-IN" sz="2400" b="1" i="1" kern="1200" dirty="0">
              <a:solidFill>
                <a:schemeClr val="tx1"/>
              </a:solidFill>
            </a:rPr>
            <a:t>make</a:t>
          </a:r>
          <a:r>
            <a:rPr lang="en-IN" sz="2400" b="1" kern="1200" dirty="0">
              <a:solidFill>
                <a:schemeClr val="tx1"/>
              </a:solidFill>
            </a:rPr>
            <a:t>, meaning "compel". </a:t>
          </a:r>
        </a:p>
      </dsp:txBody>
      <dsp:txXfrm>
        <a:off x="636630" y="128621"/>
        <a:ext cx="11496180" cy="1038878"/>
      </dsp:txXfrm>
    </dsp:sp>
    <dsp:sp modelId="{FC7BD97F-7D76-49E8-83D6-5DF6069BF4E5}">
      <dsp:nvSpPr>
        <dsp:cNvPr id="0" name=""/>
        <dsp:cNvSpPr/>
      </dsp:nvSpPr>
      <dsp:spPr>
        <a:xfrm>
          <a:off x="0" y="2417100"/>
          <a:ext cx="12192000" cy="982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E7B9139-79F4-4927-9290-531FDABCBDDE}">
      <dsp:nvSpPr>
        <dsp:cNvPr id="0" name=""/>
        <dsp:cNvSpPr/>
      </dsp:nvSpPr>
      <dsp:spPr>
        <a:xfrm>
          <a:off x="580429" y="1841460"/>
          <a:ext cx="11608582" cy="11512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066800">
            <a:lnSpc>
              <a:spcPct val="90000"/>
            </a:lnSpc>
            <a:spcBef>
              <a:spcPct val="0"/>
            </a:spcBef>
            <a:spcAft>
              <a:spcPct val="35000"/>
            </a:spcAft>
            <a:buNone/>
          </a:pPr>
          <a:r>
            <a:rPr lang="en-IN" sz="2400" b="1" kern="1200" dirty="0">
              <a:solidFill>
                <a:schemeClr val="tx1"/>
              </a:solidFill>
            </a:rPr>
            <a:t>When this verb is used in the active voice it takes the bare infinitive (without the particle </a:t>
          </a:r>
          <a:r>
            <a:rPr lang="en-IN" sz="2400" b="1" i="1" kern="1200" dirty="0">
              <a:solidFill>
                <a:schemeClr val="tx1"/>
              </a:solidFill>
            </a:rPr>
            <a:t>to</a:t>
          </a:r>
          <a:r>
            <a:rPr lang="en-IN" sz="2400" b="1" kern="1200" dirty="0">
              <a:solidFill>
                <a:schemeClr val="tx1"/>
              </a:solidFill>
            </a:rPr>
            <a:t>), but in the passive voice it takes the </a:t>
          </a:r>
          <a:r>
            <a:rPr lang="en-IN" sz="2400" b="1" i="1" kern="1200" dirty="0">
              <a:solidFill>
                <a:schemeClr val="tx1"/>
              </a:solidFill>
            </a:rPr>
            <a:t>to</a:t>
          </a:r>
          <a:r>
            <a:rPr lang="en-IN" sz="2400" b="1" kern="1200" dirty="0">
              <a:solidFill>
                <a:schemeClr val="tx1"/>
              </a:solidFill>
            </a:rPr>
            <a:t>-infinitive. </a:t>
          </a:r>
        </a:p>
      </dsp:txBody>
      <dsp:txXfrm>
        <a:off x="636630" y="1897661"/>
        <a:ext cx="11496180" cy="1038878"/>
      </dsp:txXfrm>
    </dsp:sp>
    <dsp:sp modelId="{E619B272-57BB-4A26-A557-0EE4E7BBF340}">
      <dsp:nvSpPr>
        <dsp:cNvPr id="0" name=""/>
        <dsp:cNvSpPr/>
      </dsp:nvSpPr>
      <dsp:spPr>
        <a:xfrm>
          <a:off x="0" y="4186139"/>
          <a:ext cx="12192000" cy="982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D8427BF-42C6-48C8-8582-6D3E4A45369C}">
      <dsp:nvSpPr>
        <dsp:cNvPr id="0" name=""/>
        <dsp:cNvSpPr/>
      </dsp:nvSpPr>
      <dsp:spPr>
        <a:xfrm>
          <a:off x="580429" y="3610500"/>
          <a:ext cx="11608582" cy="11512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lang="en-IN" sz="2800" b="1" kern="1200" dirty="0">
              <a:solidFill>
                <a:schemeClr val="tx1"/>
              </a:solidFill>
            </a:rPr>
            <a:t>They made Jane attend classes. (help, make, let, bid)</a:t>
          </a:r>
        </a:p>
        <a:p>
          <a:pPr marL="0" lvl="0" indent="0" algn="l" defTabSz="1244600">
            <a:lnSpc>
              <a:spcPct val="90000"/>
            </a:lnSpc>
            <a:spcBef>
              <a:spcPct val="0"/>
            </a:spcBef>
            <a:spcAft>
              <a:spcPct val="35000"/>
            </a:spcAft>
            <a:buNone/>
          </a:pPr>
          <a:r>
            <a:rPr lang="en-IN" sz="2800" b="1" kern="1200" dirty="0">
              <a:solidFill>
                <a:schemeClr val="tx1"/>
              </a:solidFill>
            </a:rPr>
            <a:t>He helped me cook. He bid me open the window </a:t>
          </a:r>
        </a:p>
      </dsp:txBody>
      <dsp:txXfrm>
        <a:off x="636630" y="3666701"/>
        <a:ext cx="11496180" cy="1038878"/>
      </dsp:txXfrm>
    </dsp:sp>
    <dsp:sp modelId="{45C19B9B-A2D3-4A52-B5AE-EE0E96930C3A}">
      <dsp:nvSpPr>
        <dsp:cNvPr id="0" name=""/>
        <dsp:cNvSpPr/>
      </dsp:nvSpPr>
      <dsp:spPr>
        <a:xfrm>
          <a:off x="0" y="5955179"/>
          <a:ext cx="12192000" cy="982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7A1EF5F-A96E-4DEE-B57F-7F43645A6497}">
      <dsp:nvSpPr>
        <dsp:cNvPr id="0" name=""/>
        <dsp:cNvSpPr/>
      </dsp:nvSpPr>
      <dsp:spPr>
        <a:xfrm>
          <a:off x="580429" y="5379540"/>
          <a:ext cx="11608582" cy="11512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lang="en-IN" sz="2800" b="1" kern="1200" dirty="0">
              <a:solidFill>
                <a:schemeClr val="tx1"/>
              </a:solidFill>
            </a:rPr>
            <a:t>Jane was made to attend classes. I was helped to cook. I was </a:t>
          </a:r>
          <a:r>
            <a:rPr lang="en-IN" sz="2800" b="1" kern="1200" dirty="0" err="1">
              <a:solidFill>
                <a:schemeClr val="tx1"/>
              </a:solidFill>
            </a:rPr>
            <a:t>baden</a:t>
          </a:r>
          <a:r>
            <a:rPr lang="en-IN" sz="2800" b="1" kern="1200" dirty="0">
              <a:solidFill>
                <a:schemeClr val="tx1"/>
              </a:solidFill>
            </a:rPr>
            <a:t> to open the window</a:t>
          </a:r>
        </a:p>
      </dsp:txBody>
      <dsp:txXfrm>
        <a:off x="636630" y="5435741"/>
        <a:ext cx="11496180" cy="103887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60BDC4-627B-4AE1-8EB0-871126936286}">
      <dsp:nvSpPr>
        <dsp:cNvPr id="0" name=""/>
        <dsp:cNvSpPr/>
      </dsp:nvSpPr>
      <dsp:spPr>
        <a:xfrm>
          <a:off x="0" y="504096"/>
          <a:ext cx="12083845" cy="756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A89D56-28F0-4067-850E-D7DD82E53A71}">
      <dsp:nvSpPr>
        <dsp:cNvPr id="0" name=""/>
        <dsp:cNvSpPr/>
      </dsp:nvSpPr>
      <dsp:spPr>
        <a:xfrm>
          <a:off x="575280" y="61296"/>
          <a:ext cx="11505602" cy="885600"/>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718" tIns="0" rIns="319718" bIns="0" numCol="1" spcCol="1270" anchor="ctr" anchorCtr="0">
          <a:noAutofit/>
        </a:bodyPr>
        <a:lstStyle/>
        <a:p>
          <a:pPr marL="0" lvl="0" indent="0" algn="l" defTabSz="1066800">
            <a:lnSpc>
              <a:spcPct val="90000"/>
            </a:lnSpc>
            <a:spcBef>
              <a:spcPct val="0"/>
            </a:spcBef>
            <a:spcAft>
              <a:spcPct val="35000"/>
            </a:spcAft>
            <a:buNone/>
          </a:pPr>
          <a:r>
            <a:rPr lang="en-IN" sz="2400" b="1" kern="1200" dirty="0">
              <a:solidFill>
                <a:schemeClr val="tx1"/>
              </a:solidFill>
            </a:rPr>
            <a:t>If the first verb takes a direct object ahead of the infinitive complement  then the passive voice may be used independently for either or both of the verbs:</a:t>
          </a:r>
          <a:endParaRPr lang="en-IN" sz="2400" kern="1200" dirty="0">
            <a:solidFill>
              <a:schemeClr val="tx1"/>
            </a:solidFill>
          </a:endParaRPr>
        </a:p>
      </dsp:txBody>
      <dsp:txXfrm>
        <a:off x="618511" y="104527"/>
        <a:ext cx="11419140" cy="799138"/>
      </dsp:txXfrm>
    </dsp:sp>
    <dsp:sp modelId="{A4701BA5-34C2-4928-B214-9D03274B65E0}">
      <dsp:nvSpPr>
        <dsp:cNvPr id="0" name=""/>
        <dsp:cNvSpPr/>
      </dsp:nvSpPr>
      <dsp:spPr>
        <a:xfrm>
          <a:off x="0" y="1864897"/>
          <a:ext cx="12083845" cy="756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B9725F-7625-4AE4-8F35-FF02D54D16A5}">
      <dsp:nvSpPr>
        <dsp:cNvPr id="0" name=""/>
        <dsp:cNvSpPr/>
      </dsp:nvSpPr>
      <dsp:spPr>
        <a:xfrm>
          <a:off x="575280" y="1422096"/>
          <a:ext cx="11505602" cy="885600"/>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718" tIns="0" rIns="319718" bIns="0" numCol="1" spcCol="1270" anchor="ctr" anchorCtr="0">
          <a:noAutofit/>
        </a:bodyPr>
        <a:lstStyle/>
        <a:p>
          <a:pPr marL="0" lvl="0" indent="0" algn="l" defTabSz="1422400">
            <a:lnSpc>
              <a:spcPct val="90000"/>
            </a:lnSpc>
            <a:spcBef>
              <a:spcPct val="0"/>
            </a:spcBef>
            <a:spcAft>
              <a:spcPct val="35000"/>
            </a:spcAft>
            <a:buNone/>
          </a:pPr>
          <a:r>
            <a:rPr lang="en-IN" sz="3200" kern="1200" dirty="0">
              <a:solidFill>
                <a:schemeClr val="tx1"/>
              </a:solidFill>
            </a:rPr>
            <a:t>We </a:t>
          </a:r>
          <a:r>
            <a:rPr lang="en-IN" sz="3200" b="1" kern="1200" dirty="0">
              <a:solidFill>
                <a:schemeClr val="tx1"/>
              </a:solidFill>
            </a:rPr>
            <a:t>expect you to complete </a:t>
          </a:r>
          <a:r>
            <a:rPr lang="en-IN" sz="3200" kern="1200" dirty="0">
              <a:solidFill>
                <a:schemeClr val="tx1"/>
              </a:solidFill>
            </a:rPr>
            <a:t>the project. (</a:t>
          </a:r>
          <a:r>
            <a:rPr lang="en-IN" sz="3200" i="1" kern="1200" dirty="0">
              <a:solidFill>
                <a:schemeClr val="tx1"/>
              </a:solidFill>
            </a:rPr>
            <a:t>you</a:t>
          </a:r>
          <a:r>
            <a:rPr lang="en-IN" sz="3200" kern="1200" dirty="0">
              <a:solidFill>
                <a:schemeClr val="tx1"/>
              </a:solidFill>
            </a:rPr>
            <a:t> is raised from subject of </a:t>
          </a:r>
          <a:r>
            <a:rPr lang="en-IN" sz="3200" i="1" kern="1200" dirty="0">
              <a:solidFill>
                <a:schemeClr val="tx1"/>
              </a:solidFill>
            </a:rPr>
            <a:t>complete</a:t>
          </a:r>
          <a:r>
            <a:rPr lang="en-IN" sz="3200" kern="1200" dirty="0">
              <a:solidFill>
                <a:schemeClr val="tx1"/>
              </a:solidFill>
            </a:rPr>
            <a:t> to object of </a:t>
          </a:r>
          <a:r>
            <a:rPr lang="en-IN" sz="3200" i="1" kern="1200" dirty="0">
              <a:solidFill>
                <a:schemeClr val="tx1"/>
              </a:solidFill>
            </a:rPr>
            <a:t>expect</a:t>
          </a:r>
          <a:r>
            <a:rPr lang="en-IN" sz="3200" kern="1200" dirty="0">
              <a:solidFill>
                <a:schemeClr val="tx1"/>
              </a:solidFill>
            </a:rPr>
            <a:t>)</a:t>
          </a:r>
        </a:p>
      </dsp:txBody>
      <dsp:txXfrm>
        <a:off x="618511" y="1465327"/>
        <a:ext cx="11419140" cy="799138"/>
      </dsp:txXfrm>
    </dsp:sp>
    <dsp:sp modelId="{2ACA4411-D630-4524-B651-3B56BA05F1CE}">
      <dsp:nvSpPr>
        <dsp:cNvPr id="0" name=""/>
        <dsp:cNvSpPr/>
      </dsp:nvSpPr>
      <dsp:spPr>
        <a:xfrm>
          <a:off x="0" y="3225697"/>
          <a:ext cx="12083845" cy="756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6087106-BDB7-4091-9F61-50B44D3DB384}">
      <dsp:nvSpPr>
        <dsp:cNvPr id="0" name=""/>
        <dsp:cNvSpPr/>
      </dsp:nvSpPr>
      <dsp:spPr>
        <a:xfrm>
          <a:off x="575280" y="2782897"/>
          <a:ext cx="11505602" cy="885600"/>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718" tIns="0" rIns="319718" bIns="0" numCol="1" spcCol="1270" anchor="ctr" anchorCtr="0">
          <a:noAutofit/>
        </a:bodyPr>
        <a:lstStyle/>
        <a:p>
          <a:pPr marL="0" lvl="0" indent="0" algn="l" defTabSz="1422400">
            <a:lnSpc>
              <a:spcPct val="90000"/>
            </a:lnSpc>
            <a:spcBef>
              <a:spcPct val="0"/>
            </a:spcBef>
            <a:spcAft>
              <a:spcPct val="35000"/>
            </a:spcAft>
            <a:buNone/>
          </a:pPr>
          <a:r>
            <a:rPr lang="en-IN" sz="3200" kern="1200" dirty="0">
              <a:solidFill>
                <a:schemeClr val="tx1"/>
              </a:solidFill>
            </a:rPr>
            <a:t>You </a:t>
          </a:r>
          <a:r>
            <a:rPr lang="en-IN" sz="3200" b="1" kern="1200" dirty="0">
              <a:solidFill>
                <a:schemeClr val="tx1"/>
              </a:solidFill>
            </a:rPr>
            <a:t>are expected</a:t>
          </a:r>
          <a:r>
            <a:rPr lang="en-IN" sz="3200" kern="1200" dirty="0">
              <a:solidFill>
                <a:schemeClr val="tx1"/>
              </a:solidFill>
            </a:rPr>
            <a:t> to complete the project. (</a:t>
          </a:r>
          <a:r>
            <a:rPr lang="en-IN" sz="3200" b="1" kern="1200" dirty="0">
              <a:solidFill>
                <a:schemeClr val="tx1"/>
              </a:solidFill>
            </a:rPr>
            <a:t>passive voice</a:t>
          </a:r>
          <a:r>
            <a:rPr lang="en-IN" sz="3200" kern="1200" dirty="0">
              <a:solidFill>
                <a:schemeClr val="tx1"/>
              </a:solidFill>
            </a:rPr>
            <a:t> used for </a:t>
          </a:r>
          <a:r>
            <a:rPr lang="en-IN" sz="3200" i="1" kern="1200" dirty="0">
              <a:solidFill>
                <a:schemeClr val="tx1"/>
              </a:solidFill>
            </a:rPr>
            <a:t>expect</a:t>
          </a:r>
          <a:r>
            <a:rPr lang="en-IN" sz="3200" kern="1200" dirty="0">
              <a:solidFill>
                <a:schemeClr val="tx1"/>
              </a:solidFill>
            </a:rPr>
            <a:t>)</a:t>
          </a:r>
        </a:p>
      </dsp:txBody>
      <dsp:txXfrm>
        <a:off x="618511" y="2826128"/>
        <a:ext cx="11419140" cy="799138"/>
      </dsp:txXfrm>
    </dsp:sp>
    <dsp:sp modelId="{4BF13384-61CF-42AC-939A-8FB5A2568EE1}">
      <dsp:nvSpPr>
        <dsp:cNvPr id="0" name=""/>
        <dsp:cNvSpPr/>
      </dsp:nvSpPr>
      <dsp:spPr>
        <a:xfrm>
          <a:off x="0" y="4586497"/>
          <a:ext cx="12083845" cy="756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1AF452-9E1D-4ED2-9102-69FCC1FB2CF5}">
      <dsp:nvSpPr>
        <dsp:cNvPr id="0" name=""/>
        <dsp:cNvSpPr/>
      </dsp:nvSpPr>
      <dsp:spPr>
        <a:xfrm>
          <a:off x="575280" y="4143697"/>
          <a:ext cx="11505602" cy="885600"/>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718" tIns="0" rIns="319718" bIns="0" numCol="1" spcCol="1270" anchor="ctr" anchorCtr="0">
          <a:noAutofit/>
        </a:bodyPr>
        <a:lstStyle/>
        <a:p>
          <a:pPr marL="0" lvl="0" indent="0" algn="l" defTabSz="1422400">
            <a:lnSpc>
              <a:spcPct val="90000"/>
            </a:lnSpc>
            <a:spcBef>
              <a:spcPct val="0"/>
            </a:spcBef>
            <a:spcAft>
              <a:spcPct val="35000"/>
            </a:spcAft>
            <a:buNone/>
          </a:pPr>
          <a:r>
            <a:rPr lang="en-IN" sz="3200" kern="1200" dirty="0">
              <a:solidFill>
                <a:schemeClr val="tx1"/>
              </a:solidFill>
            </a:rPr>
            <a:t>We expect the project to </a:t>
          </a:r>
          <a:r>
            <a:rPr lang="en-IN" sz="3200" b="1" kern="1200" dirty="0">
              <a:solidFill>
                <a:schemeClr val="tx1"/>
              </a:solidFill>
            </a:rPr>
            <a:t>be completed</a:t>
          </a:r>
          <a:r>
            <a:rPr lang="en-IN" sz="3200" kern="1200" dirty="0">
              <a:solidFill>
                <a:schemeClr val="tx1"/>
              </a:solidFill>
            </a:rPr>
            <a:t>. (passive voice used for </a:t>
          </a:r>
          <a:r>
            <a:rPr lang="en-IN" sz="3200" i="1" kern="1200" dirty="0">
              <a:solidFill>
                <a:schemeClr val="tx1"/>
              </a:solidFill>
            </a:rPr>
            <a:t>complete</a:t>
          </a:r>
          <a:r>
            <a:rPr lang="en-IN" sz="3200" kern="1200" dirty="0">
              <a:solidFill>
                <a:schemeClr val="tx1"/>
              </a:solidFill>
            </a:rPr>
            <a:t>; now </a:t>
          </a:r>
          <a:r>
            <a:rPr lang="en-IN" sz="3200" i="1" kern="1200" dirty="0">
              <a:solidFill>
                <a:schemeClr val="tx1"/>
              </a:solidFill>
            </a:rPr>
            <a:t>the project</a:t>
          </a:r>
          <a:r>
            <a:rPr lang="en-IN" sz="3200" kern="1200" dirty="0">
              <a:solidFill>
                <a:schemeClr val="tx1"/>
              </a:solidFill>
            </a:rPr>
            <a:t> is raised to object)</a:t>
          </a:r>
        </a:p>
      </dsp:txBody>
      <dsp:txXfrm>
        <a:off x="618511" y="4186928"/>
        <a:ext cx="11419140" cy="799138"/>
      </dsp:txXfrm>
    </dsp:sp>
    <dsp:sp modelId="{9BBC76BC-1140-4E6C-AF08-BC4ED8F32849}">
      <dsp:nvSpPr>
        <dsp:cNvPr id="0" name=""/>
        <dsp:cNvSpPr/>
      </dsp:nvSpPr>
      <dsp:spPr>
        <a:xfrm>
          <a:off x="0" y="5947297"/>
          <a:ext cx="12083845" cy="756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1912B6-6726-45C6-BC01-E55758D1BBFA}">
      <dsp:nvSpPr>
        <dsp:cNvPr id="0" name=""/>
        <dsp:cNvSpPr/>
      </dsp:nvSpPr>
      <dsp:spPr>
        <a:xfrm>
          <a:off x="575280" y="5504497"/>
          <a:ext cx="11505602" cy="885600"/>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718" tIns="0" rIns="319718" bIns="0" numCol="1" spcCol="1270" anchor="ctr" anchorCtr="0">
          <a:noAutofit/>
        </a:bodyPr>
        <a:lstStyle/>
        <a:p>
          <a:pPr marL="0" lvl="0" indent="0" algn="l" defTabSz="1600200">
            <a:lnSpc>
              <a:spcPct val="90000"/>
            </a:lnSpc>
            <a:spcBef>
              <a:spcPct val="0"/>
            </a:spcBef>
            <a:spcAft>
              <a:spcPct val="35000"/>
            </a:spcAft>
            <a:buNone/>
          </a:pPr>
          <a:r>
            <a:rPr lang="en-IN" sz="3600" kern="1200" dirty="0">
              <a:solidFill>
                <a:schemeClr val="tx1"/>
              </a:solidFill>
            </a:rPr>
            <a:t>The project </a:t>
          </a:r>
          <a:r>
            <a:rPr lang="en-IN" sz="3600" b="1" kern="1200" dirty="0">
              <a:solidFill>
                <a:schemeClr val="tx1"/>
              </a:solidFill>
            </a:rPr>
            <a:t>is expected</a:t>
          </a:r>
          <a:r>
            <a:rPr lang="en-IN" sz="3600" kern="1200" dirty="0">
              <a:solidFill>
                <a:schemeClr val="tx1"/>
              </a:solidFill>
            </a:rPr>
            <a:t> to </a:t>
          </a:r>
          <a:r>
            <a:rPr lang="en-IN" sz="3600" b="1" kern="1200" dirty="0">
              <a:solidFill>
                <a:schemeClr val="tx1"/>
              </a:solidFill>
            </a:rPr>
            <a:t>be completed</a:t>
          </a:r>
          <a:r>
            <a:rPr lang="en-IN" sz="3600" kern="1200" dirty="0">
              <a:solidFill>
                <a:schemeClr val="tx1"/>
              </a:solidFill>
            </a:rPr>
            <a:t>. (double passive)</a:t>
          </a:r>
        </a:p>
      </dsp:txBody>
      <dsp:txXfrm>
        <a:off x="618511" y="5547728"/>
        <a:ext cx="11419140" cy="79913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4E7393-AD75-4EC4-B3F1-E90E05A42376}">
      <dsp:nvSpPr>
        <dsp:cNvPr id="0" name=""/>
        <dsp:cNvSpPr/>
      </dsp:nvSpPr>
      <dsp:spPr>
        <a:xfrm>
          <a:off x="0" y="1643400"/>
          <a:ext cx="12074013" cy="1612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4704F0-9677-4F77-8531-C460D20ABBFD}">
      <dsp:nvSpPr>
        <dsp:cNvPr id="0" name=""/>
        <dsp:cNvSpPr/>
      </dsp:nvSpPr>
      <dsp:spPr>
        <a:xfrm>
          <a:off x="574812" y="698759"/>
          <a:ext cx="11496241" cy="1889280"/>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458" tIns="0" rIns="319458" bIns="0" numCol="1" spcCol="1270" anchor="ctr" anchorCtr="0">
          <a:noAutofit/>
        </a:bodyPr>
        <a:lstStyle/>
        <a:p>
          <a:pPr marL="0" lvl="0" indent="0" algn="l" defTabSz="1955800">
            <a:lnSpc>
              <a:spcPct val="90000"/>
            </a:lnSpc>
            <a:spcBef>
              <a:spcPct val="0"/>
            </a:spcBef>
            <a:spcAft>
              <a:spcPct val="35000"/>
            </a:spcAft>
            <a:buNone/>
          </a:pPr>
          <a:r>
            <a:rPr lang="en-IN" sz="4400" kern="1200" dirty="0">
              <a:solidFill>
                <a:schemeClr val="tx1"/>
              </a:solidFill>
            </a:rPr>
            <a:t>We sometimes use the verb </a:t>
          </a:r>
          <a:r>
            <a:rPr lang="en-IN" sz="4400" b="1" i="1" kern="1200" dirty="0">
              <a:solidFill>
                <a:schemeClr val="tx1"/>
              </a:solidFill>
            </a:rPr>
            <a:t>get</a:t>
          </a:r>
          <a:r>
            <a:rPr lang="en-IN" sz="4400" kern="1200" dirty="0">
              <a:solidFill>
                <a:schemeClr val="tx1"/>
              </a:solidFill>
            </a:rPr>
            <a:t> to form the passive:</a:t>
          </a:r>
        </a:p>
      </dsp:txBody>
      <dsp:txXfrm>
        <a:off x="667039" y="790986"/>
        <a:ext cx="11311787" cy="1704826"/>
      </dsp:txXfrm>
    </dsp:sp>
    <dsp:sp modelId="{873881DC-9BBC-4445-A07F-0412011395B7}">
      <dsp:nvSpPr>
        <dsp:cNvPr id="0" name=""/>
        <dsp:cNvSpPr/>
      </dsp:nvSpPr>
      <dsp:spPr>
        <a:xfrm>
          <a:off x="0" y="4546440"/>
          <a:ext cx="12074013" cy="1612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17FC3F-7C79-40BC-804C-971599501BF2}">
      <dsp:nvSpPr>
        <dsp:cNvPr id="0" name=""/>
        <dsp:cNvSpPr/>
      </dsp:nvSpPr>
      <dsp:spPr>
        <a:xfrm>
          <a:off x="574812" y="3601800"/>
          <a:ext cx="11496241" cy="1889280"/>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9458" tIns="0" rIns="319458" bIns="0" numCol="1" spcCol="1270" anchor="ctr" anchorCtr="0">
          <a:noAutofit/>
        </a:bodyPr>
        <a:lstStyle/>
        <a:p>
          <a:pPr marL="0" lvl="0" indent="0" algn="l" defTabSz="1955800">
            <a:lnSpc>
              <a:spcPct val="90000"/>
            </a:lnSpc>
            <a:spcBef>
              <a:spcPct val="0"/>
            </a:spcBef>
            <a:spcAft>
              <a:spcPct val="35000"/>
            </a:spcAft>
            <a:buNone/>
          </a:pPr>
          <a:r>
            <a:rPr lang="en-IN" sz="4400" kern="1200" dirty="0">
              <a:solidFill>
                <a:schemeClr val="tx1"/>
              </a:solidFill>
            </a:rPr>
            <a:t>Be careful with the glass. It might </a:t>
          </a:r>
          <a:r>
            <a:rPr lang="en-IN" sz="4400" b="1" kern="1200" dirty="0">
              <a:solidFill>
                <a:schemeClr val="tx1"/>
              </a:solidFill>
            </a:rPr>
            <a:t>get </a:t>
          </a:r>
          <a:r>
            <a:rPr lang="en-IN" sz="4400" kern="1200" dirty="0">
              <a:solidFill>
                <a:schemeClr val="tx1"/>
              </a:solidFill>
            </a:rPr>
            <a:t>broken.</a:t>
          </a:r>
          <a:br>
            <a:rPr lang="en-IN" sz="4400" kern="1200" dirty="0">
              <a:solidFill>
                <a:schemeClr val="tx1"/>
              </a:solidFill>
            </a:rPr>
          </a:br>
          <a:r>
            <a:rPr lang="en-IN" sz="4400" kern="1200" dirty="0">
              <a:solidFill>
                <a:schemeClr val="tx1"/>
              </a:solidFill>
            </a:rPr>
            <a:t>Peter </a:t>
          </a:r>
          <a:r>
            <a:rPr lang="en-IN" sz="4400" b="1" kern="1200" dirty="0">
              <a:solidFill>
                <a:schemeClr val="tx1"/>
              </a:solidFill>
            </a:rPr>
            <a:t>got </a:t>
          </a:r>
          <a:r>
            <a:rPr lang="en-IN" sz="4400" kern="1200" dirty="0">
              <a:solidFill>
                <a:schemeClr val="tx1"/>
              </a:solidFill>
            </a:rPr>
            <a:t>hurt in a crash.</a:t>
          </a:r>
        </a:p>
      </dsp:txBody>
      <dsp:txXfrm>
        <a:off x="667039" y="3694027"/>
        <a:ext cx="11311787" cy="170482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D7D7C0-7613-4703-9064-7718A98E2F24}">
      <dsp:nvSpPr>
        <dsp:cNvPr id="0" name=""/>
        <dsp:cNvSpPr/>
      </dsp:nvSpPr>
      <dsp:spPr>
        <a:xfrm>
          <a:off x="0" y="296173"/>
          <a:ext cx="12192000" cy="4788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AAE809-307D-4D17-82BB-999F9CB54AB2}">
      <dsp:nvSpPr>
        <dsp:cNvPr id="0" name=""/>
        <dsp:cNvSpPr/>
      </dsp:nvSpPr>
      <dsp:spPr>
        <a:xfrm>
          <a:off x="580429" y="15733"/>
          <a:ext cx="11608582" cy="5608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lang="en-IN" sz="2800" b="1" u="none" kern="1200" dirty="0"/>
            <a:t>believe: </a:t>
          </a:r>
          <a:r>
            <a:rPr lang="en-IN" sz="2800" b="1" i="1" u="none" kern="1200" dirty="0"/>
            <a:t>He is believed</a:t>
          </a:r>
          <a:r>
            <a:rPr lang="en-IN" sz="2800" b="1" u="none" kern="1200" dirty="0"/>
            <a:t> to be hiding in the mountains.</a:t>
          </a:r>
          <a:endParaRPr lang="en-IN" sz="2800" b="1" kern="1200" dirty="0"/>
        </a:p>
      </dsp:txBody>
      <dsp:txXfrm>
        <a:off x="607809" y="43113"/>
        <a:ext cx="11553822" cy="506120"/>
      </dsp:txXfrm>
    </dsp:sp>
    <dsp:sp modelId="{472A4168-4558-43D2-A8CF-8198AAB11E3E}">
      <dsp:nvSpPr>
        <dsp:cNvPr id="0" name=""/>
        <dsp:cNvSpPr/>
      </dsp:nvSpPr>
      <dsp:spPr>
        <a:xfrm>
          <a:off x="0" y="1158013"/>
          <a:ext cx="12192000" cy="4788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8CCF6D-8707-470A-837F-E8F66051D3B3}">
      <dsp:nvSpPr>
        <dsp:cNvPr id="0" name=""/>
        <dsp:cNvSpPr/>
      </dsp:nvSpPr>
      <dsp:spPr>
        <a:xfrm>
          <a:off x="580429" y="877573"/>
          <a:ext cx="11608582" cy="5608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lang="en-IN" sz="2800" b="1" u="none" kern="1200" dirty="0"/>
            <a:t>expect: </a:t>
          </a:r>
          <a:r>
            <a:rPr lang="en-IN" sz="2800" b="1" i="1" u="none" kern="1200" dirty="0"/>
            <a:t>The package is expected</a:t>
          </a:r>
          <a:r>
            <a:rPr lang="en-IN" sz="2800" b="1" u="none" kern="1200" dirty="0"/>
            <a:t> to arrive by Friday</a:t>
          </a:r>
          <a:endParaRPr lang="en-IN" sz="2800" b="1" kern="1200" dirty="0"/>
        </a:p>
      </dsp:txBody>
      <dsp:txXfrm>
        <a:off x="607809" y="904953"/>
        <a:ext cx="11553822" cy="506120"/>
      </dsp:txXfrm>
    </dsp:sp>
    <dsp:sp modelId="{AFEF651F-98B3-4DB7-A8B3-2926EB0E5908}">
      <dsp:nvSpPr>
        <dsp:cNvPr id="0" name=""/>
        <dsp:cNvSpPr/>
      </dsp:nvSpPr>
      <dsp:spPr>
        <a:xfrm>
          <a:off x="0" y="2019853"/>
          <a:ext cx="12192000" cy="4788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E678DD-4210-4AC1-81E1-88D06AC8C335}">
      <dsp:nvSpPr>
        <dsp:cNvPr id="0" name=""/>
        <dsp:cNvSpPr/>
      </dsp:nvSpPr>
      <dsp:spPr>
        <a:xfrm>
          <a:off x="580429" y="1739413"/>
          <a:ext cx="11608582" cy="5608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lang="en-IN" sz="2800" b="1" u="none" kern="1200" dirty="0"/>
            <a:t>.know: </a:t>
          </a:r>
          <a:r>
            <a:rPr lang="en-IN" sz="2800" b="1" i="1" u="none" kern="1200" dirty="0"/>
            <a:t>The technology is known</a:t>
          </a:r>
          <a:r>
            <a:rPr lang="en-IN" sz="2800" b="1" u="none" kern="1200" dirty="0"/>
            <a:t> to improve efficiency.</a:t>
          </a:r>
          <a:endParaRPr lang="en-IN" sz="2800" b="1" kern="1200" dirty="0"/>
        </a:p>
      </dsp:txBody>
      <dsp:txXfrm>
        <a:off x="607809" y="1766793"/>
        <a:ext cx="11553822" cy="506120"/>
      </dsp:txXfrm>
    </dsp:sp>
    <dsp:sp modelId="{3ADCFC5D-3683-4245-A1D6-3EB4D5D2EAF5}">
      <dsp:nvSpPr>
        <dsp:cNvPr id="0" name=""/>
        <dsp:cNvSpPr/>
      </dsp:nvSpPr>
      <dsp:spPr>
        <a:xfrm>
          <a:off x="0" y="2881693"/>
          <a:ext cx="12192000" cy="4788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851AF5-E2F0-483F-B947-A73246BD7246}">
      <dsp:nvSpPr>
        <dsp:cNvPr id="0" name=""/>
        <dsp:cNvSpPr/>
      </dsp:nvSpPr>
      <dsp:spPr>
        <a:xfrm>
          <a:off x="580429" y="2601253"/>
          <a:ext cx="11608582" cy="5608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lang="en-IN" sz="2800" b="1" u="none" kern="1200" dirty="0"/>
            <a:t>report: </a:t>
          </a:r>
          <a:r>
            <a:rPr lang="en-IN" sz="2800" b="1" i="1" u="none" kern="1200" dirty="0"/>
            <a:t>The CEO is reported</a:t>
          </a:r>
          <a:r>
            <a:rPr lang="en-IN" sz="2800" b="1" u="none" kern="1200" dirty="0"/>
            <a:t> to have resigned.</a:t>
          </a:r>
          <a:endParaRPr lang="en-IN" sz="2800" b="1" kern="1200" dirty="0"/>
        </a:p>
      </dsp:txBody>
      <dsp:txXfrm>
        <a:off x="607809" y="2628633"/>
        <a:ext cx="11553822" cy="506120"/>
      </dsp:txXfrm>
    </dsp:sp>
    <dsp:sp modelId="{4FBE89EA-2BE7-4CEB-8345-B29DDB6FCA9B}">
      <dsp:nvSpPr>
        <dsp:cNvPr id="0" name=""/>
        <dsp:cNvSpPr/>
      </dsp:nvSpPr>
      <dsp:spPr>
        <a:xfrm>
          <a:off x="0" y="3743533"/>
          <a:ext cx="12192000" cy="4788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8555EC-AEBC-4F83-BCE2-19019425C6BB}">
      <dsp:nvSpPr>
        <dsp:cNvPr id="0" name=""/>
        <dsp:cNvSpPr/>
      </dsp:nvSpPr>
      <dsp:spPr>
        <a:xfrm>
          <a:off x="580429" y="3463093"/>
          <a:ext cx="11608582" cy="5608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lang="en-IN" sz="2800" b="1" u="none" kern="1200" dirty="0"/>
            <a:t>advise: </a:t>
          </a:r>
          <a:r>
            <a:rPr lang="en-IN" sz="2800" b="1" i="1" u="none" kern="1200" dirty="0"/>
            <a:t>We were advised</a:t>
          </a:r>
          <a:r>
            <a:rPr lang="en-IN" sz="2800" b="1" u="none" kern="1200" dirty="0"/>
            <a:t> to seek legal counsel.</a:t>
          </a:r>
          <a:endParaRPr lang="en-IN" sz="2800" b="1" kern="1200" dirty="0"/>
        </a:p>
      </dsp:txBody>
      <dsp:txXfrm>
        <a:off x="607809" y="3490473"/>
        <a:ext cx="11553822" cy="506120"/>
      </dsp:txXfrm>
    </dsp:sp>
    <dsp:sp modelId="{88E963BD-6FA2-4C10-BCA7-4EEA3F3E6122}">
      <dsp:nvSpPr>
        <dsp:cNvPr id="0" name=""/>
        <dsp:cNvSpPr/>
      </dsp:nvSpPr>
      <dsp:spPr>
        <a:xfrm>
          <a:off x="0" y="4605373"/>
          <a:ext cx="12192000" cy="4788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2112FC-3D78-4B5D-847E-75C1742C27DF}">
      <dsp:nvSpPr>
        <dsp:cNvPr id="0" name=""/>
        <dsp:cNvSpPr/>
      </dsp:nvSpPr>
      <dsp:spPr>
        <a:xfrm>
          <a:off x="580429" y="4324933"/>
          <a:ext cx="11608582" cy="5608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lang="en-IN" sz="2800" b="1" u="none" kern="1200" dirty="0"/>
            <a:t>allow: </a:t>
          </a:r>
          <a:r>
            <a:rPr lang="en-IN" sz="2800" b="1" i="1" u="none" kern="1200" dirty="0"/>
            <a:t>Visitors are allowed</a:t>
          </a:r>
          <a:r>
            <a:rPr lang="en-IN" sz="2800" b="1" u="none" kern="1200" dirty="0"/>
            <a:t> to take photographs.</a:t>
          </a:r>
          <a:endParaRPr lang="en-IN" sz="2800" b="1" kern="1200" dirty="0"/>
        </a:p>
      </dsp:txBody>
      <dsp:txXfrm>
        <a:off x="607809" y="4352313"/>
        <a:ext cx="11553822" cy="506120"/>
      </dsp:txXfrm>
    </dsp:sp>
    <dsp:sp modelId="{207E6EC4-49E5-4E5C-8F9F-95BE3846EEB2}">
      <dsp:nvSpPr>
        <dsp:cNvPr id="0" name=""/>
        <dsp:cNvSpPr/>
      </dsp:nvSpPr>
      <dsp:spPr>
        <a:xfrm>
          <a:off x="0" y="5467213"/>
          <a:ext cx="12192000" cy="4788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410010-462C-4572-9AA8-CF1E0F128190}">
      <dsp:nvSpPr>
        <dsp:cNvPr id="0" name=""/>
        <dsp:cNvSpPr/>
      </dsp:nvSpPr>
      <dsp:spPr>
        <a:xfrm>
          <a:off x="580429" y="5186773"/>
          <a:ext cx="11608582" cy="5608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lang="en-IN" sz="2800" b="1" u="none" kern="1200" dirty="0"/>
            <a:t>instruct: </a:t>
          </a:r>
          <a:r>
            <a:rPr lang="en-IN" sz="2800" b="1" i="1" u="none" kern="1200" dirty="0"/>
            <a:t>The staff was instructed</a:t>
          </a:r>
          <a:r>
            <a:rPr lang="en-IN" sz="2800" b="1" u="none" kern="1200" dirty="0"/>
            <a:t> to lock all doors.</a:t>
          </a:r>
          <a:endParaRPr lang="en-IN" sz="2800" b="1" kern="1200" dirty="0"/>
        </a:p>
      </dsp:txBody>
      <dsp:txXfrm>
        <a:off x="607809" y="5214153"/>
        <a:ext cx="11553822" cy="506120"/>
      </dsp:txXfrm>
    </dsp:sp>
    <dsp:sp modelId="{23BE58E9-31BB-419D-A83E-8B0C945D5E0D}">
      <dsp:nvSpPr>
        <dsp:cNvPr id="0" name=""/>
        <dsp:cNvSpPr/>
      </dsp:nvSpPr>
      <dsp:spPr>
        <a:xfrm>
          <a:off x="0" y="6329053"/>
          <a:ext cx="12192000" cy="4788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0D7823-4D3C-4B09-BD29-1D32819418CA}">
      <dsp:nvSpPr>
        <dsp:cNvPr id="0" name=""/>
        <dsp:cNvSpPr/>
      </dsp:nvSpPr>
      <dsp:spPr>
        <a:xfrm>
          <a:off x="580429" y="6048613"/>
          <a:ext cx="11608582" cy="5608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244600">
            <a:lnSpc>
              <a:spcPct val="90000"/>
            </a:lnSpc>
            <a:spcBef>
              <a:spcPct val="0"/>
            </a:spcBef>
            <a:spcAft>
              <a:spcPct val="35000"/>
            </a:spcAft>
            <a:buNone/>
          </a:pPr>
          <a:r>
            <a:rPr lang="en-IN" sz="2800" b="1" u="none" kern="1200" dirty="0"/>
            <a:t>tell: </a:t>
          </a:r>
          <a:r>
            <a:rPr lang="en-IN" sz="2800" b="1" i="1" u="none" kern="1200" dirty="0"/>
            <a:t>The students were told</a:t>
          </a:r>
          <a:r>
            <a:rPr lang="en-IN" sz="2800" b="1" u="none" kern="1200" dirty="0"/>
            <a:t> to be quiet.</a:t>
          </a:r>
          <a:endParaRPr lang="en-IN" sz="2800" b="1" kern="1200" dirty="0"/>
        </a:p>
      </dsp:txBody>
      <dsp:txXfrm>
        <a:off x="607809" y="6075993"/>
        <a:ext cx="11553822" cy="50612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4B4E1A-72A6-46C4-8708-010CD6800F2C}">
      <dsp:nvSpPr>
        <dsp:cNvPr id="0" name=""/>
        <dsp:cNvSpPr/>
      </dsp:nvSpPr>
      <dsp:spPr>
        <a:xfrm>
          <a:off x="0" y="612065"/>
          <a:ext cx="11265309" cy="100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223502-AF76-4C0B-9147-6FBC27F403C5}">
      <dsp:nvSpPr>
        <dsp:cNvPr id="0" name=""/>
        <dsp:cNvSpPr/>
      </dsp:nvSpPr>
      <dsp:spPr>
        <a:xfrm>
          <a:off x="536312" y="21665"/>
          <a:ext cx="10726236" cy="1180800"/>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solidFill>
                <a:schemeClr val="tx1"/>
              </a:solidFill>
            </a:rPr>
            <a:t>Sentences which express request, order, advice, suggestion, prohibition etc., are called imperative sentences.</a:t>
          </a:r>
        </a:p>
      </dsp:txBody>
      <dsp:txXfrm>
        <a:off x="593954" y="79307"/>
        <a:ext cx="10610952" cy="1065516"/>
      </dsp:txXfrm>
    </dsp:sp>
    <dsp:sp modelId="{0E5E55F1-8808-4370-A51F-862E99D73F01}">
      <dsp:nvSpPr>
        <dsp:cNvPr id="0" name=""/>
        <dsp:cNvSpPr/>
      </dsp:nvSpPr>
      <dsp:spPr>
        <a:xfrm>
          <a:off x="0" y="3940192"/>
          <a:ext cx="11265309" cy="100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BD0C64B-5522-4AA9-860C-709B7C48F721}">
      <dsp:nvSpPr>
        <dsp:cNvPr id="0" name=""/>
        <dsp:cNvSpPr/>
      </dsp:nvSpPr>
      <dsp:spPr>
        <a:xfrm>
          <a:off x="536312" y="1836065"/>
          <a:ext cx="10726236" cy="2694526"/>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solidFill>
                <a:schemeClr val="tx1"/>
              </a:solidFill>
            </a:rPr>
            <a:t>The imperative sentence in the passive voice has the following structure:</a:t>
          </a:r>
          <a:br>
            <a:rPr lang="en-IN" sz="2800" b="1" kern="1200" dirty="0">
              <a:solidFill>
                <a:schemeClr val="tx1"/>
              </a:solidFill>
            </a:rPr>
          </a:br>
          <a:r>
            <a:rPr lang="en-IN" sz="2800" b="1" kern="1200" dirty="0">
              <a:solidFill>
                <a:schemeClr val="tx1"/>
              </a:solidFill>
            </a:rPr>
            <a:t>Let + object + be + past participle</a:t>
          </a:r>
          <a:br>
            <a:rPr lang="en-IN" sz="2800" b="1" kern="1200" dirty="0">
              <a:solidFill>
                <a:schemeClr val="tx1"/>
              </a:solidFill>
            </a:rPr>
          </a:br>
          <a:r>
            <a:rPr lang="en-IN" sz="2800" b="1" kern="1200" dirty="0">
              <a:solidFill>
                <a:schemeClr val="tx1"/>
              </a:solidFill>
            </a:rPr>
            <a:t>When the active voice begins with do not, the passive voice has the following structure:</a:t>
          </a:r>
          <a:br>
            <a:rPr lang="en-IN" sz="2800" b="1" kern="1200" dirty="0">
              <a:solidFill>
                <a:schemeClr val="tx1"/>
              </a:solidFill>
            </a:rPr>
          </a:br>
          <a:r>
            <a:rPr lang="en-IN" sz="2800" b="1" kern="1200" dirty="0">
              <a:solidFill>
                <a:schemeClr val="tx1"/>
              </a:solidFill>
            </a:rPr>
            <a:t>Let not + object + be + past participle</a:t>
          </a:r>
        </a:p>
      </dsp:txBody>
      <dsp:txXfrm>
        <a:off x="667848" y="1967601"/>
        <a:ext cx="10463164" cy="2431454"/>
      </dsp:txXfrm>
    </dsp:sp>
    <dsp:sp modelId="{C21D74AF-D02B-45F7-AF42-3548BA1E15AF}">
      <dsp:nvSpPr>
        <dsp:cNvPr id="0" name=""/>
        <dsp:cNvSpPr/>
      </dsp:nvSpPr>
      <dsp:spPr>
        <a:xfrm>
          <a:off x="0" y="5754592"/>
          <a:ext cx="11265309" cy="100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0318D9-9D7B-4B25-A557-1B56020EA0BC}">
      <dsp:nvSpPr>
        <dsp:cNvPr id="0" name=""/>
        <dsp:cNvSpPr/>
      </dsp:nvSpPr>
      <dsp:spPr>
        <a:xfrm>
          <a:off x="536312" y="5164192"/>
          <a:ext cx="10726236" cy="1180800"/>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solidFill>
                <a:schemeClr val="tx1"/>
              </a:solidFill>
            </a:rPr>
            <a:t>In some sentences it is possible to put not after the object or be.</a:t>
          </a:r>
        </a:p>
      </dsp:txBody>
      <dsp:txXfrm>
        <a:off x="593954" y="5221834"/>
        <a:ext cx="10610952" cy="106551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4B4E1A-72A6-46C4-8708-010CD6800F2C}">
      <dsp:nvSpPr>
        <dsp:cNvPr id="0" name=""/>
        <dsp:cNvSpPr/>
      </dsp:nvSpPr>
      <dsp:spPr>
        <a:xfrm>
          <a:off x="0" y="720603"/>
          <a:ext cx="11265309" cy="604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223502-AF76-4C0B-9147-6FBC27F403C5}">
      <dsp:nvSpPr>
        <dsp:cNvPr id="0" name=""/>
        <dsp:cNvSpPr/>
      </dsp:nvSpPr>
      <dsp:spPr>
        <a:xfrm>
          <a:off x="511559" y="120386"/>
          <a:ext cx="10745399" cy="954457"/>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 </a:t>
          </a:r>
          <a:r>
            <a:rPr lang="en-IN" sz="2800" kern="1200" dirty="0"/>
            <a:t>Active: </a:t>
          </a:r>
          <a:r>
            <a:rPr lang="en-IN" sz="2800" b="1" kern="1200" dirty="0"/>
            <a:t>Bring</a:t>
          </a:r>
          <a:r>
            <a:rPr lang="en-IN" sz="2800" kern="1200" dirty="0"/>
            <a:t> it home.</a:t>
          </a:r>
          <a:endParaRPr lang="en-IN" sz="2800" b="1" kern="1200" dirty="0"/>
        </a:p>
      </dsp:txBody>
      <dsp:txXfrm>
        <a:off x="558152" y="166979"/>
        <a:ext cx="10652213" cy="861271"/>
      </dsp:txXfrm>
    </dsp:sp>
    <dsp:sp modelId="{F10C302C-1375-4B95-ABAE-DFEA1893D4E8}">
      <dsp:nvSpPr>
        <dsp:cNvPr id="0" name=""/>
        <dsp:cNvSpPr/>
      </dsp:nvSpPr>
      <dsp:spPr>
        <a:xfrm>
          <a:off x="0" y="2055220"/>
          <a:ext cx="11265309" cy="604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4BFEB9-90E8-4ABE-825A-0D819A085630}">
      <dsp:nvSpPr>
        <dsp:cNvPr id="0" name=""/>
        <dsp:cNvSpPr/>
      </dsp:nvSpPr>
      <dsp:spPr>
        <a:xfrm>
          <a:off x="536312" y="1455003"/>
          <a:ext cx="10726236" cy="954457"/>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kern="1200"/>
            <a:t>Passive: </a:t>
          </a:r>
          <a:r>
            <a:rPr lang="en-IN" sz="2800" b="1" kern="1200"/>
            <a:t>Let it be brought</a:t>
          </a:r>
          <a:r>
            <a:rPr lang="en-IN" sz="2800" kern="1200"/>
            <a:t> home.</a:t>
          </a:r>
          <a:br>
            <a:rPr lang="en-IN" sz="2800" kern="1200"/>
          </a:br>
          <a:r>
            <a:rPr lang="en-IN" sz="2800" kern="1200"/>
            <a:t>Active: </a:t>
          </a:r>
          <a:r>
            <a:rPr lang="en-IN" sz="2800" b="1" kern="1200"/>
            <a:t>Do</a:t>
          </a:r>
          <a:r>
            <a:rPr lang="en-IN" sz="2800" kern="1200"/>
            <a:t> it at once.</a:t>
          </a:r>
          <a:br>
            <a:rPr lang="en-IN" sz="2800" kern="1200"/>
          </a:br>
          <a:r>
            <a:rPr lang="en-IN" sz="2800" kern="1200"/>
            <a:t>Passive: </a:t>
          </a:r>
          <a:r>
            <a:rPr lang="en-IN" sz="2800" b="1" kern="1200"/>
            <a:t>Let it be done </a:t>
          </a:r>
          <a:r>
            <a:rPr lang="en-IN" sz="2800" kern="1200"/>
            <a:t>at once.</a:t>
          </a:r>
          <a:endParaRPr lang="en-IN" sz="2800" b="1" kern="1200" dirty="0"/>
        </a:p>
      </dsp:txBody>
      <dsp:txXfrm>
        <a:off x="582905" y="1501596"/>
        <a:ext cx="10633050" cy="861271"/>
      </dsp:txXfrm>
    </dsp:sp>
    <dsp:sp modelId="{6F38991D-306B-40C3-9548-7B72982B2FD6}">
      <dsp:nvSpPr>
        <dsp:cNvPr id="0" name=""/>
        <dsp:cNvSpPr/>
      </dsp:nvSpPr>
      <dsp:spPr>
        <a:xfrm>
          <a:off x="0" y="3389837"/>
          <a:ext cx="11265309" cy="604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3B5254-7712-440B-B41E-9231FFDD536F}">
      <dsp:nvSpPr>
        <dsp:cNvPr id="0" name=""/>
        <dsp:cNvSpPr/>
      </dsp:nvSpPr>
      <dsp:spPr>
        <a:xfrm>
          <a:off x="536312" y="2789620"/>
          <a:ext cx="10726236" cy="954457"/>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kern="1200"/>
            <a:t>Active: </a:t>
          </a:r>
          <a:r>
            <a:rPr lang="en-IN" sz="2800" b="1" kern="1200"/>
            <a:t>Do not beat </a:t>
          </a:r>
          <a:r>
            <a:rPr lang="en-IN" sz="2800" kern="1200"/>
            <a:t>the dog.</a:t>
          </a:r>
          <a:br>
            <a:rPr lang="en-IN" sz="2800" kern="1200"/>
          </a:br>
          <a:r>
            <a:rPr lang="en-IN" sz="2800" kern="1200"/>
            <a:t>Passive: </a:t>
          </a:r>
          <a:r>
            <a:rPr lang="en-IN" sz="2800" b="1" kern="1200"/>
            <a:t>Let the dog not be beaten.</a:t>
          </a:r>
          <a:endParaRPr lang="en-IN" sz="2800" b="1" kern="1200" dirty="0"/>
        </a:p>
      </dsp:txBody>
      <dsp:txXfrm>
        <a:off x="582905" y="2836213"/>
        <a:ext cx="10633050" cy="861271"/>
      </dsp:txXfrm>
    </dsp:sp>
    <dsp:sp modelId="{7A1F01FF-C02C-4072-9F8E-485E133E1329}">
      <dsp:nvSpPr>
        <dsp:cNvPr id="0" name=""/>
        <dsp:cNvSpPr/>
      </dsp:nvSpPr>
      <dsp:spPr>
        <a:xfrm>
          <a:off x="0" y="4724454"/>
          <a:ext cx="11265309" cy="604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9B960C-0056-4C87-A731-1190D4A32FCF}">
      <dsp:nvSpPr>
        <dsp:cNvPr id="0" name=""/>
        <dsp:cNvSpPr/>
      </dsp:nvSpPr>
      <dsp:spPr>
        <a:xfrm>
          <a:off x="536312" y="4124237"/>
          <a:ext cx="10726236" cy="954457"/>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kern="1200"/>
            <a:t>Active: Let me do it.</a:t>
          </a:r>
          <a:endParaRPr lang="en-IN" sz="2800" b="1" kern="1200" dirty="0"/>
        </a:p>
      </dsp:txBody>
      <dsp:txXfrm>
        <a:off x="582905" y="4170830"/>
        <a:ext cx="10633050" cy="861271"/>
      </dsp:txXfrm>
    </dsp:sp>
    <dsp:sp modelId="{E2F3294F-00C4-4F8B-8C29-63CF5DDC878E}">
      <dsp:nvSpPr>
        <dsp:cNvPr id="0" name=""/>
        <dsp:cNvSpPr/>
      </dsp:nvSpPr>
      <dsp:spPr>
        <a:xfrm>
          <a:off x="0" y="6059071"/>
          <a:ext cx="11265309" cy="6048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812B3A-B073-49E4-AC0E-E56FB2F25A2D}">
      <dsp:nvSpPr>
        <dsp:cNvPr id="0" name=""/>
        <dsp:cNvSpPr/>
      </dsp:nvSpPr>
      <dsp:spPr>
        <a:xfrm>
          <a:off x="536312" y="5458854"/>
          <a:ext cx="10726236" cy="954457"/>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kern="1200"/>
            <a:t>Passive: </a:t>
          </a:r>
          <a:r>
            <a:rPr lang="en-IN" sz="2800" b="1" kern="1200"/>
            <a:t>Let it be done</a:t>
          </a:r>
          <a:r>
            <a:rPr lang="en-IN" sz="2800" kern="1200"/>
            <a:t> by me. OR </a:t>
          </a:r>
          <a:r>
            <a:rPr lang="en-IN" sz="2800" b="1" kern="1200"/>
            <a:t>Let me be allowed to do</a:t>
          </a:r>
          <a:r>
            <a:rPr lang="en-IN" sz="2800" kern="1200"/>
            <a:t> it.</a:t>
          </a:r>
          <a:endParaRPr lang="en-IN" sz="2800" b="1" kern="1200" dirty="0"/>
        </a:p>
      </dsp:txBody>
      <dsp:txXfrm>
        <a:off x="582905" y="5505447"/>
        <a:ext cx="10633050" cy="861271"/>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367B09-50AD-4E68-A0EA-30FF45B1B88E}">
      <dsp:nvSpPr>
        <dsp:cNvPr id="0" name=""/>
        <dsp:cNvSpPr/>
      </dsp:nvSpPr>
      <dsp:spPr>
        <a:xfrm>
          <a:off x="0" y="405569"/>
          <a:ext cx="11265309"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5A2B3CE-A4C6-495F-B02D-34FE86EE033E}">
      <dsp:nvSpPr>
        <dsp:cNvPr id="0" name=""/>
        <dsp:cNvSpPr/>
      </dsp:nvSpPr>
      <dsp:spPr>
        <a:xfrm>
          <a:off x="563265" y="169409"/>
          <a:ext cx="7885717" cy="4723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Let + object + be + past participle.</a:t>
          </a:r>
        </a:p>
      </dsp:txBody>
      <dsp:txXfrm>
        <a:off x="586322" y="192466"/>
        <a:ext cx="7839603" cy="426206"/>
      </dsp:txXfrm>
    </dsp:sp>
    <dsp:sp modelId="{16C343DB-5660-485C-BDD7-51C40D2A87CF}">
      <dsp:nvSpPr>
        <dsp:cNvPr id="0" name=""/>
        <dsp:cNvSpPr/>
      </dsp:nvSpPr>
      <dsp:spPr>
        <a:xfrm>
          <a:off x="0" y="1131329"/>
          <a:ext cx="11265309"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DB9E10-589B-4077-BBD0-D15C343DCC39}">
      <dsp:nvSpPr>
        <dsp:cNvPr id="0" name=""/>
        <dsp:cNvSpPr/>
      </dsp:nvSpPr>
      <dsp:spPr>
        <a:xfrm>
          <a:off x="563265" y="895169"/>
          <a:ext cx="7885717" cy="4723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Active: Carry it home.</a:t>
          </a:r>
        </a:p>
      </dsp:txBody>
      <dsp:txXfrm>
        <a:off x="586322" y="918226"/>
        <a:ext cx="7839603" cy="426206"/>
      </dsp:txXfrm>
    </dsp:sp>
    <dsp:sp modelId="{2500905F-31AE-4903-9B94-6996AFF72732}">
      <dsp:nvSpPr>
        <dsp:cNvPr id="0" name=""/>
        <dsp:cNvSpPr/>
      </dsp:nvSpPr>
      <dsp:spPr>
        <a:xfrm>
          <a:off x="0" y="1857089"/>
          <a:ext cx="11265309"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C93716-DF66-4E91-85AC-31401BDAB199}">
      <dsp:nvSpPr>
        <dsp:cNvPr id="0" name=""/>
        <dsp:cNvSpPr/>
      </dsp:nvSpPr>
      <dsp:spPr>
        <a:xfrm>
          <a:off x="563265" y="1620929"/>
          <a:ext cx="7885717" cy="4723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Active: Do it at once.</a:t>
          </a:r>
        </a:p>
      </dsp:txBody>
      <dsp:txXfrm>
        <a:off x="586322" y="1643986"/>
        <a:ext cx="7839603" cy="426206"/>
      </dsp:txXfrm>
    </dsp:sp>
    <dsp:sp modelId="{971EC6C7-0A30-4D7D-B60E-03177F2E3543}">
      <dsp:nvSpPr>
        <dsp:cNvPr id="0" name=""/>
        <dsp:cNvSpPr/>
      </dsp:nvSpPr>
      <dsp:spPr>
        <a:xfrm>
          <a:off x="0" y="2582848"/>
          <a:ext cx="11265309"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5402AC-8213-471B-8683-EBC3AE546013}">
      <dsp:nvSpPr>
        <dsp:cNvPr id="0" name=""/>
        <dsp:cNvSpPr/>
      </dsp:nvSpPr>
      <dsp:spPr>
        <a:xfrm>
          <a:off x="563265" y="2346688"/>
          <a:ext cx="7885717" cy="4723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Active: Open the door.</a:t>
          </a:r>
        </a:p>
      </dsp:txBody>
      <dsp:txXfrm>
        <a:off x="586322" y="2369745"/>
        <a:ext cx="7839603" cy="426206"/>
      </dsp:txXfrm>
    </dsp:sp>
    <dsp:sp modelId="{9DE4C927-A4CB-4B50-BFE2-7CCFDCB83BB9}">
      <dsp:nvSpPr>
        <dsp:cNvPr id="0" name=""/>
        <dsp:cNvSpPr/>
      </dsp:nvSpPr>
      <dsp:spPr>
        <a:xfrm>
          <a:off x="0" y="3308609"/>
          <a:ext cx="11265309"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A0E4F0-0990-4CF9-90EB-679C1960E03E}">
      <dsp:nvSpPr>
        <dsp:cNvPr id="0" name=""/>
        <dsp:cNvSpPr/>
      </dsp:nvSpPr>
      <dsp:spPr>
        <a:xfrm>
          <a:off x="563265" y="3072449"/>
          <a:ext cx="7885717" cy="4723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Active: Throw the ball.</a:t>
          </a:r>
        </a:p>
      </dsp:txBody>
      <dsp:txXfrm>
        <a:off x="586322" y="3095506"/>
        <a:ext cx="7839603" cy="426206"/>
      </dsp:txXfrm>
    </dsp:sp>
    <dsp:sp modelId="{0DA8D1D2-98CF-4A6B-827F-637F1C860289}">
      <dsp:nvSpPr>
        <dsp:cNvPr id="0" name=""/>
        <dsp:cNvSpPr/>
      </dsp:nvSpPr>
      <dsp:spPr>
        <a:xfrm>
          <a:off x="0" y="4034369"/>
          <a:ext cx="11265309"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AA471FD-E34A-4CC8-982B-8240605EA700}">
      <dsp:nvSpPr>
        <dsp:cNvPr id="0" name=""/>
        <dsp:cNvSpPr/>
      </dsp:nvSpPr>
      <dsp:spPr>
        <a:xfrm>
          <a:off x="563265" y="3798209"/>
          <a:ext cx="7885717" cy="4723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Passive: Let it be carried home.</a:t>
          </a:r>
        </a:p>
      </dsp:txBody>
      <dsp:txXfrm>
        <a:off x="586322" y="3821266"/>
        <a:ext cx="7839603" cy="426206"/>
      </dsp:txXfrm>
    </dsp:sp>
    <dsp:sp modelId="{6C05C795-703B-42FE-8D7C-7BF056FE1A85}">
      <dsp:nvSpPr>
        <dsp:cNvPr id="0" name=""/>
        <dsp:cNvSpPr/>
      </dsp:nvSpPr>
      <dsp:spPr>
        <a:xfrm>
          <a:off x="0" y="4760129"/>
          <a:ext cx="11265309"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7F7C6C7-C9F6-445C-837B-9707F0FDA684}">
      <dsp:nvSpPr>
        <dsp:cNvPr id="0" name=""/>
        <dsp:cNvSpPr/>
      </dsp:nvSpPr>
      <dsp:spPr>
        <a:xfrm>
          <a:off x="563265" y="4523969"/>
          <a:ext cx="7885717" cy="4723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Passive: Let it be done at once.</a:t>
          </a:r>
        </a:p>
      </dsp:txBody>
      <dsp:txXfrm>
        <a:off x="586322" y="4547026"/>
        <a:ext cx="7839603" cy="426206"/>
      </dsp:txXfrm>
    </dsp:sp>
    <dsp:sp modelId="{E2733E66-1136-497C-B112-C1AF9F7534A6}">
      <dsp:nvSpPr>
        <dsp:cNvPr id="0" name=""/>
        <dsp:cNvSpPr/>
      </dsp:nvSpPr>
      <dsp:spPr>
        <a:xfrm>
          <a:off x="0" y="5485889"/>
          <a:ext cx="11265309"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AF46E68-22B0-4335-99D8-AFE1547F5FFC}">
      <dsp:nvSpPr>
        <dsp:cNvPr id="0" name=""/>
        <dsp:cNvSpPr/>
      </dsp:nvSpPr>
      <dsp:spPr>
        <a:xfrm>
          <a:off x="563265" y="5249729"/>
          <a:ext cx="7885717" cy="4723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Passive: Let the door be opened.</a:t>
          </a:r>
        </a:p>
      </dsp:txBody>
      <dsp:txXfrm>
        <a:off x="586322" y="5272786"/>
        <a:ext cx="7839603" cy="426206"/>
      </dsp:txXfrm>
    </dsp:sp>
    <dsp:sp modelId="{F19AAABF-9F59-48F2-9790-DC2F8A0E55DB}">
      <dsp:nvSpPr>
        <dsp:cNvPr id="0" name=""/>
        <dsp:cNvSpPr/>
      </dsp:nvSpPr>
      <dsp:spPr>
        <a:xfrm>
          <a:off x="0" y="6211649"/>
          <a:ext cx="11265309" cy="403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297391-99DC-467D-8150-2A912C29325D}">
      <dsp:nvSpPr>
        <dsp:cNvPr id="0" name=""/>
        <dsp:cNvSpPr/>
      </dsp:nvSpPr>
      <dsp:spPr>
        <a:xfrm>
          <a:off x="563265" y="5975488"/>
          <a:ext cx="7885717" cy="4723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Passive: Let the ball be thrown.</a:t>
          </a:r>
        </a:p>
      </dsp:txBody>
      <dsp:txXfrm>
        <a:off x="586322" y="5998545"/>
        <a:ext cx="7839603" cy="42620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C6856-09CE-48CE-ADE0-B3F2496F081C}">
      <dsp:nvSpPr>
        <dsp:cNvPr id="0" name=""/>
        <dsp:cNvSpPr/>
      </dsp:nvSpPr>
      <dsp:spPr>
        <a:xfrm>
          <a:off x="0" y="608248"/>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A1FD5F-AE63-4B58-975C-C78C1B894A09}">
      <dsp:nvSpPr>
        <dsp:cNvPr id="0" name=""/>
        <dsp:cNvSpPr/>
      </dsp:nvSpPr>
      <dsp:spPr>
        <a:xfrm>
          <a:off x="536312" y="47368"/>
          <a:ext cx="10726236"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kern="1200" dirty="0"/>
            <a:t>When the active voice is in the negative, the passive voice takes the form: </a:t>
          </a:r>
          <a:r>
            <a:rPr lang="en-IN" sz="2800" b="1" kern="1200" dirty="0"/>
            <a:t>Let + object + not + be + past participle.</a:t>
          </a:r>
          <a:endParaRPr lang="en-IN" sz="2800" kern="1200" dirty="0"/>
        </a:p>
      </dsp:txBody>
      <dsp:txXfrm>
        <a:off x="591072" y="102128"/>
        <a:ext cx="10616716" cy="1012240"/>
      </dsp:txXfrm>
    </dsp:sp>
    <dsp:sp modelId="{0C353413-7C7E-43F9-9A1F-7A6084275159}">
      <dsp:nvSpPr>
        <dsp:cNvPr id="0" name=""/>
        <dsp:cNvSpPr/>
      </dsp:nvSpPr>
      <dsp:spPr>
        <a:xfrm>
          <a:off x="0" y="2551291"/>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6E7209F-CAAA-4058-B967-3EFAF6011CDF}">
      <dsp:nvSpPr>
        <dsp:cNvPr id="0" name=""/>
        <dsp:cNvSpPr/>
      </dsp:nvSpPr>
      <dsp:spPr>
        <a:xfrm>
          <a:off x="536312" y="1771049"/>
          <a:ext cx="10726236"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b="1" kern="1200" dirty="0"/>
            <a:t>Active: Do not beat the dog.</a:t>
          </a:r>
        </a:p>
      </dsp:txBody>
      <dsp:txXfrm>
        <a:off x="591072" y="1825809"/>
        <a:ext cx="10616716" cy="1012240"/>
      </dsp:txXfrm>
    </dsp:sp>
    <dsp:sp modelId="{02761B5D-E2EC-4951-87EE-5BBFF3714A4A}">
      <dsp:nvSpPr>
        <dsp:cNvPr id="0" name=""/>
        <dsp:cNvSpPr/>
      </dsp:nvSpPr>
      <dsp:spPr>
        <a:xfrm>
          <a:off x="0" y="4055609"/>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AF91EC-AC9F-48C7-B27E-050F54F97CFA}">
      <dsp:nvSpPr>
        <dsp:cNvPr id="0" name=""/>
        <dsp:cNvSpPr/>
      </dsp:nvSpPr>
      <dsp:spPr>
        <a:xfrm>
          <a:off x="536312" y="3494729"/>
          <a:ext cx="10726236"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b="1" kern="1200" dirty="0"/>
            <a:t>Passive: Let the dog not be beaten.</a:t>
          </a:r>
        </a:p>
      </dsp:txBody>
      <dsp:txXfrm>
        <a:off x="591072" y="3549489"/>
        <a:ext cx="10616716" cy="1012240"/>
      </dsp:txXfrm>
    </dsp:sp>
    <dsp:sp modelId="{DBBB8060-87BF-41A6-80AD-0FFB4E3CFD5C}">
      <dsp:nvSpPr>
        <dsp:cNvPr id="0" name=""/>
        <dsp:cNvSpPr/>
      </dsp:nvSpPr>
      <dsp:spPr>
        <a:xfrm>
          <a:off x="0" y="5779289"/>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96D1BAE-8919-4671-8C52-EE0D8A1DEFF9}">
      <dsp:nvSpPr>
        <dsp:cNvPr id="0" name=""/>
        <dsp:cNvSpPr/>
      </dsp:nvSpPr>
      <dsp:spPr>
        <a:xfrm>
          <a:off x="536312" y="5218409"/>
          <a:ext cx="10726236"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b="1" kern="1200" dirty="0">
              <a:solidFill>
                <a:srgbClr val="C00000"/>
              </a:solidFill>
            </a:rPr>
            <a:t>Note that do is not used in the passive form</a:t>
          </a:r>
          <a:r>
            <a:rPr lang="en-IN" sz="3600" kern="1200" dirty="0">
              <a:solidFill>
                <a:srgbClr val="C00000"/>
              </a:solidFill>
            </a:rPr>
            <a:t>.</a:t>
          </a:r>
        </a:p>
      </dsp:txBody>
      <dsp:txXfrm>
        <a:off x="591072" y="5273169"/>
        <a:ext cx="10616716" cy="101224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C6856-09CE-48CE-ADE0-B3F2496F081C}">
      <dsp:nvSpPr>
        <dsp:cNvPr id="0" name=""/>
        <dsp:cNvSpPr/>
      </dsp:nvSpPr>
      <dsp:spPr>
        <a:xfrm>
          <a:off x="0" y="252028"/>
          <a:ext cx="11265309" cy="378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A1FD5F-AE63-4B58-975C-C78C1B894A09}">
      <dsp:nvSpPr>
        <dsp:cNvPr id="0" name=""/>
        <dsp:cNvSpPr/>
      </dsp:nvSpPr>
      <dsp:spPr>
        <a:xfrm>
          <a:off x="536312" y="30628"/>
          <a:ext cx="10726236" cy="442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889000">
            <a:lnSpc>
              <a:spcPct val="90000"/>
            </a:lnSpc>
            <a:spcBef>
              <a:spcPct val="0"/>
            </a:spcBef>
            <a:spcAft>
              <a:spcPct val="35000"/>
            </a:spcAft>
            <a:buNone/>
          </a:pPr>
          <a:r>
            <a:rPr lang="en-IN" sz="2000" b="1" kern="1200" dirty="0"/>
            <a:t> We can begin the passive sentence with you if we want to put emphasis on the person addressed to.</a:t>
          </a:r>
        </a:p>
      </dsp:txBody>
      <dsp:txXfrm>
        <a:off x="557928" y="52244"/>
        <a:ext cx="10683004" cy="399568"/>
      </dsp:txXfrm>
    </dsp:sp>
    <dsp:sp modelId="{7BF2FEF1-4873-4061-A0C6-B15E04BB3073}">
      <dsp:nvSpPr>
        <dsp:cNvPr id="0" name=""/>
        <dsp:cNvSpPr/>
      </dsp:nvSpPr>
      <dsp:spPr>
        <a:xfrm>
          <a:off x="0" y="932428"/>
          <a:ext cx="11265309" cy="378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6EBC7CE-AFC3-4784-8F84-25FE91F46967}">
      <dsp:nvSpPr>
        <dsp:cNvPr id="0" name=""/>
        <dsp:cNvSpPr/>
      </dsp:nvSpPr>
      <dsp:spPr>
        <a:xfrm>
          <a:off x="563265" y="711028"/>
          <a:ext cx="7885717" cy="442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Active: Help me.</a:t>
          </a:r>
        </a:p>
      </dsp:txBody>
      <dsp:txXfrm>
        <a:off x="584881" y="732644"/>
        <a:ext cx="7842485" cy="399568"/>
      </dsp:txXfrm>
    </dsp:sp>
    <dsp:sp modelId="{B52EF224-5377-4399-AF21-5AFFFB68F78E}">
      <dsp:nvSpPr>
        <dsp:cNvPr id="0" name=""/>
        <dsp:cNvSpPr/>
      </dsp:nvSpPr>
      <dsp:spPr>
        <a:xfrm>
          <a:off x="0" y="1612828"/>
          <a:ext cx="11265309" cy="378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D267EF-93B6-4DB4-95AF-76A6AFF32C26}">
      <dsp:nvSpPr>
        <dsp:cNvPr id="0" name=""/>
        <dsp:cNvSpPr/>
      </dsp:nvSpPr>
      <dsp:spPr>
        <a:xfrm>
          <a:off x="563265" y="1391428"/>
          <a:ext cx="7885717" cy="442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Passive: Let me be helped.</a:t>
          </a:r>
        </a:p>
      </dsp:txBody>
      <dsp:txXfrm>
        <a:off x="584881" y="1413044"/>
        <a:ext cx="7842485" cy="399568"/>
      </dsp:txXfrm>
    </dsp:sp>
    <dsp:sp modelId="{965E56C5-8F87-4D44-989D-E934320A2B0D}">
      <dsp:nvSpPr>
        <dsp:cNvPr id="0" name=""/>
        <dsp:cNvSpPr/>
      </dsp:nvSpPr>
      <dsp:spPr>
        <a:xfrm>
          <a:off x="0" y="2293229"/>
          <a:ext cx="11265309" cy="378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011E38-199B-43D1-831B-6463CF7147DF}">
      <dsp:nvSpPr>
        <dsp:cNvPr id="0" name=""/>
        <dsp:cNvSpPr/>
      </dsp:nvSpPr>
      <dsp:spPr>
        <a:xfrm>
          <a:off x="563265" y="2071828"/>
          <a:ext cx="7885717" cy="442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Passive: You are requested to help me.</a:t>
          </a:r>
        </a:p>
      </dsp:txBody>
      <dsp:txXfrm>
        <a:off x="584881" y="2093444"/>
        <a:ext cx="7842485" cy="399568"/>
      </dsp:txXfrm>
    </dsp:sp>
    <dsp:sp modelId="{E0B38A99-EE41-4D72-AA88-4F428BFA96DB}">
      <dsp:nvSpPr>
        <dsp:cNvPr id="0" name=""/>
        <dsp:cNvSpPr/>
      </dsp:nvSpPr>
      <dsp:spPr>
        <a:xfrm>
          <a:off x="0" y="2973629"/>
          <a:ext cx="11265309" cy="378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693621-5893-492B-883B-A5122C417C56}">
      <dsp:nvSpPr>
        <dsp:cNvPr id="0" name=""/>
        <dsp:cNvSpPr/>
      </dsp:nvSpPr>
      <dsp:spPr>
        <a:xfrm>
          <a:off x="563265" y="2752229"/>
          <a:ext cx="7885717" cy="442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Active: Learn the poem.</a:t>
          </a:r>
        </a:p>
      </dsp:txBody>
      <dsp:txXfrm>
        <a:off x="584881" y="2773845"/>
        <a:ext cx="7842485" cy="399568"/>
      </dsp:txXfrm>
    </dsp:sp>
    <dsp:sp modelId="{248D1FAD-35F0-4DFE-A6BA-F43903293F78}">
      <dsp:nvSpPr>
        <dsp:cNvPr id="0" name=""/>
        <dsp:cNvSpPr/>
      </dsp:nvSpPr>
      <dsp:spPr>
        <a:xfrm>
          <a:off x="0" y="3654028"/>
          <a:ext cx="11265309" cy="378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D90E00-C1F5-4578-B6B4-C0CA38437F96}">
      <dsp:nvSpPr>
        <dsp:cNvPr id="0" name=""/>
        <dsp:cNvSpPr/>
      </dsp:nvSpPr>
      <dsp:spPr>
        <a:xfrm>
          <a:off x="563265" y="3432629"/>
          <a:ext cx="7885717" cy="442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Passive: Let the poem be learned.</a:t>
          </a:r>
        </a:p>
      </dsp:txBody>
      <dsp:txXfrm>
        <a:off x="584881" y="3454245"/>
        <a:ext cx="7842485" cy="399568"/>
      </dsp:txXfrm>
    </dsp:sp>
    <dsp:sp modelId="{DE275AA9-5348-4389-83DF-2EA8AB706DDB}">
      <dsp:nvSpPr>
        <dsp:cNvPr id="0" name=""/>
        <dsp:cNvSpPr/>
      </dsp:nvSpPr>
      <dsp:spPr>
        <a:xfrm>
          <a:off x="0" y="4334428"/>
          <a:ext cx="11265309" cy="378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580AEAA-0875-40E8-8F7F-8EB77696B1D5}">
      <dsp:nvSpPr>
        <dsp:cNvPr id="0" name=""/>
        <dsp:cNvSpPr/>
      </dsp:nvSpPr>
      <dsp:spPr>
        <a:xfrm>
          <a:off x="563265" y="4113028"/>
          <a:ext cx="7885717" cy="442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Passive: You are asked to learn the poem.</a:t>
          </a:r>
        </a:p>
      </dsp:txBody>
      <dsp:txXfrm>
        <a:off x="584881" y="4134644"/>
        <a:ext cx="7842485" cy="399568"/>
      </dsp:txXfrm>
    </dsp:sp>
    <dsp:sp modelId="{31FA5D1A-764F-4737-8297-ACF306881EEB}">
      <dsp:nvSpPr>
        <dsp:cNvPr id="0" name=""/>
        <dsp:cNvSpPr/>
      </dsp:nvSpPr>
      <dsp:spPr>
        <a:xfrm>
          <a:off x="0" y="5014828"/>
          <a:ext cx="11265309" cy="378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6E8CCF6-303A-4A75-A272-B9D1514DAC97}">
      <dsp:nvSpPr>
        <dsp:cNvPr id="0" name=""/>
        <dsp:cNvSpPr/>
      </dsp:nvSpPr>
      <dsp:spPr>
        <a:xfrm>
          <a:off x="563265" y="4793429"/>
          <a:ext cx="7885717" cy="442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Active: Don’t touch it.</a:t>
          </a:r>
        </a:p>
      </dsp:txBody>
      <dsp:txXfrm>
        <a:off x="584881" y="4815045"/>
        <a:ext cx="7842485" cy="399568"/>
      </dsp:txXfrm>
    </dsp:sp>
    <dsp:sp modelId="{4F46263A-714C-4693-8DDF-DA775D0F8861}">
      <dsp:nvSpPr>
        <dsp:cNvPr id="0" name=""/>
        <dsp:cNvSpPr/>
      </dsp:nvSpPr>
      <dsp:spPr>
        <a:xfrm>
          <a:off x="0" y="5695229"/>
          <a:ext cx="11265309" cy="378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48CB3E-F964-462F-9AA8-1C925C8C6A6F}">
      <dsp:nvSpPr>
        <dsp:cNvPr id="0" name=""/>
        <dsp:cNvSpPr/>
      </dsp:nvSpPr>
      <dsp:spPr>
        <a:xfrm>
          <a:off x="563265" y="5473828"/>
          <a:ext cx="7885717" cy="442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Passive: Let it not be touched.</a:t>
          </a:r>
        </a:p>
      </dsp:txBody>
      <dsp:txXfrm>
        <a:off x="584881" y="5495444"/>
        <a:ext cx="7842485" cy="399568"/>
      </dsp:txXfrm>
    </dsp:sp>
    <dsp:sp modelId="{470340A5-D965-4223-8E88-4BE1422FEA2D}">
      <dsp:nvSpPr>
        <dsp:cNvPr id="0" name=""/>
        <dsp:cNvSpPr/>
      </dsp:nvSpPr>
      <dsp:spPr>
        <a:xfrm>
          <a:off x="0" y="6375629"/>
          <a:ext cx="11265309" cy="378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B439E3-F6FB-4B9C-917C-D3C05983EAD6}">
      <dsp:nvSpPr>
        <dsp:cNvPr id="0" name=""/>
        <dsp:cNvSpPr/>
      </dsp:nvSpPr>
      <dsp:spPr>
        <a:xfrm>
          <a:off x="563265" y="6154229"/>
          <a:ext cx="7885717" cy="442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Passive: You are warned not to touch it.</a:t>
          </a:r>
        </a:p>
      </dsp:txBody>
      <dsp:txXfrm>
        <a:off x="584881" y="6175845"/>
        <a:ext cx="7842485" cy="39956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C7A7D7-4EC6-46E0-9AE0-76BBB1124570}">
      <dsp:nvSpPr>
        <dsp:cNvPr id="0" name=""/>
        <dsp:cNvSpPr/>
      </dsp:nvSpPr>
      <dsp:spPr>
        <a:xfrm>
          <a:off x="0" y="426628"/>
          <a:ext cx="11265309" cy="630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F42C07-9436-41DB-8A41-0F6FB52F7E17}">
      <dsp:nvSpPr>
        <dsp:cNvPr id="0" name=""/>
        <dsp:cNvSpPr/>
      </dsp:nvSpPr>
      <dsp:spPr>
        <a:xfrm>
          <a:off x="536312" y="57628"/>
          <a:ext cx="10726236" cy="7380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solidFill>
                <a:srgbClr val="002060"/>
              </a:solidFill>
            </a:rPr>
            <a:t>You can begin the sentence with </a:t>
          </a:r>
          <a:r>
            <a:rPr lang="en-IN" sz="2800" b="1" kern="1200" dirty="0">
              <a:solidFill>
                <a:srgbClr val="C00000"/>
              </a:solidFill>
            </a:rPr>
            <a:t>you </a:t>
          </a:r>
          <a:r>
            <a:rPr lang="en-IN" sz="2800" b="1" kern="1200" dirty="0">
              <a:solidFill>
                <a:srgbClr val="002060"/>
              </a:solidFill>
            </a:rPr>
            <a:t>if you want to put emphasis on the person addressed to</a:t>
          </a:r>
          <a:r>
            <a:rPr lang="en-IN" sz="2800" b="1" kern="1200" dirty="0"/>
            <a:t>.</a:t>
          </a:r>
        </a:p>
      </dsp:txBody>
      <dsp:txXfrm>
        <a:off x="572338" y="93654"/>
        <a:ext cx="10654184" cy="665948"/>
      </dsp:txXfrm>
    </dsp:sp>
    <dsp:sp modelId="{25603A85-7ABB-4C06-A1F8-74E2AEB2CE97}">
      <dsp:nvSpPr>
        <dsp:cNvPr id="0" name=""/>
        <dsp:cNvSpPr/>
      </dsp:nvSpPr>
      <dsp:spPr>
        <a:xfrm>
          <a:off x="0" y="1560628"/>
          <a:ext cx="11265309" cy="630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67A8E0-74C2-41A1-B2EB-AD47ACD12118}">
      <dsp:nvSpPr>
        <dsp:cNvPr id="0" name=""/>
        <dsp:cNvSpPr/>
      </dsp:nvSpPr>
      <dsp:spPr>
        <a:xfrm>
          <a:off x="536312" y="1191628"/>
          <a:ext cx="10726236" cy="7380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kern="1200" dirty="0"/>
            <a:t>Active: Please help me.</a:t>
          </a:r>
          <a:br>
            <a:rPr lang="en-IN" sz="2800" kern="1200" dirty="0"/>
          </a:br>
          <a:r>
            <a:rPr lang="en-IN" sz="2800" kern="1200" dirty="0"/>
            <a:t>Passive: Let me be helped.</a:t>
          </a:r>
        </a:p>
      </dsp:txBody>
      <dsp:txXfrm>
        <a:off x="572338" y="1227654"/>
        <a:ext cx="10654184" cy="665948"/>
      </dsp:txXfrm>
    </dsp:sp>
    <dsp:sp modelId="{F9163095-3448-42A6-A26E-05B35EB1AD29}">
      <dsp:nvSpPr>
        <dsp:cNvPr id="0" name=""/>
        <dsp:cNvSpPr/>
      </dsp:nvSpPr>
      <dsp:spPr>
        <a:xfrm>
          <a:off x="0" y="2694629"/>
          <a:ext cx="11265309" cy="630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03D005-D509-4A63-BF8E-A0E38D8A7663}">
      <dsp:nvSpPr>
        <dsp:cNvPr id="0" name=""/>
        <dsp:cNvSpPr/>
      </dsp:nvSpPr>
      <dsp:spPr>
        <a:xfrm>
          <a:off x="563265" y="2325629"/>
          <a:ext cx="7885717" cy="7380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Passive: </a:t>
          </a:r>
          <a:r>
            <a:rPr lang="en-IN" sz="3600" b="1" kern="1200" dirty="0"/>
            <a:t>You are requested</a:t>
          </a:r>
          <a:r>
            <a:rPr lang="en-IN" sz="3600" kern="1200" dirty="0"/>
            <a:t> to help me.</a:t>
          </a:r>
        </a:p>
      </dsp:txBody>
      <dsp:txXfrm>
        <a:off x="599291" y="2361655"/>
        <a:ext cx="7813665" cy="665948"/>
      </dsp:txXfrm>
    </dsp:sp>
    <dsp:sp modelId="{4E57BF81-15CE-499B-9403-C9DCF686C02E}">
      <dsp:nvSpPr>
        <dsp:cNvPr id="0" name=""/>
        <dsp:cNvSpPr/>
      </dsp:nvSpPr>
      <dsp:spPr>
        <a:xfrm>
          <a:off x="0" y="3828629"/>
          <a:ext cx="11265309" cy="630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E65895-539D-4D99-A82C-A0903C2FF196}">
      <dsp:nvSpPr>
        <dsp:cNvPr id="0" name=""/>
        <dsp:cNvSpPr/>
      </dsp:nvSpPr>
      <dsp:spPr>
        <a:xfrm>
          <a:off x="563265" y="3459629"/>
          <a:ext cx="7885717" cy="7380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Active: Don’t touch it.</a:t>
          </a:r>
        </a:p>
      </dsp:txBody>
      <dsp:txXfrm>
        <a:off x="599291" y="3495655"/>
        <a:ext cx="7813665" cy="665948"/>
      </dsp:txXfrm>
    </dsp:sp>
    <dsp:sp modelId="{C277C5DB-84DE-4FCB-BB55-1D0AE898A8D5}">
      <dsp:nvSpPr>
        <dsp:cNvPr id="0" name=""/>
        <dsp:cNvSpPr/>
      </dsp:nvSpPr>
      <dsp:spPr>
        <a:xfrm>
          <a:off x="0" y="4962629"/>
          <a:ext cx="11265309" cy="630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D996E1-2DED-4297-8DAC-990EE0CEE528}">
      <dsp:nvSpPr>
        <dsp:cNvPr id="0" name=""/>
        <dsp:cNvSpPr/>
      </dsp:nvSpPr>
      <dsp:spPr>
        <a:xfrm>
          <a:off x="563265" y="4593629"/>
          <a:ext cx="7885717" cy="7380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Passive: Let it not be touched.</a:t>
          </a:r>
        </a:p>
      </dsp:txBody>
      <dsp:txXfrm>
        <a:off x="599291" y="4629655"/>
        <a:ext cx="7813665" cy="665948"/>
      </dsp:txXfrm>
    </dsp:sp>
    <dsp:sp modelId="{1B23D828-EF6C-44A9-BA36-30E75E6FFFEA}">
      <dsp:nvSpPr>
        <dsp:cNvPr id="0" name=""/>
        <dsp:cNvSpPr/>
      </dsp:nvSpPr>
      <dsp:spPr>
        <a:xfrm>
          <a:off x="0" y="6096629"/>
          <a:ext cx="11265309" cy="6300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725EB51-D03B-4296-B732-A629E26165B8}">
      <dsp:nvSpPr>
        <dsp:cNvPr id="0" name=""/>
        <dsp:cNvSpPr/>
      </dsp:nvSpPr>
      <dsp:spPr>
        <a:xfrm>
          <a:off x="563265" y="5727629"/>
          <a:ext cx="7885717" cy="7380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Active: </a:t>
          </a:r>
          <a:r>
            <a:rPr lang="en-IN" sz="3600" b="1" kern="1200" dirty="0"/>
            <a:t>You are warned </a:t>
          </a:r>
          <a:r>
            <a:rPr lang="en-IN" sz="3600" kern="1200" dirty="0"/>
            <a:t>not to touch </a:t>
          </a:r>
        </a:p>
      </dsp:txBody>
      <dsp:txXfrm>
        <a:off x="599291" y="5763655"/>
        <a:ext cx="7813665" cy="66594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C7A7D7-4EC6-46E0-9AE0-76BBB1124570}">
      <dsp:nvSpPr>
        <dsp:cNvPr id="0" name=""/>
        <dsp:cNvSpPr/>
      </dsp:nvSpPr>
      <dsp:spPr>
        <a:xfrm>
          <a:off x="0" y="608248"/>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F42C07-9436-41DB-8A41-0F6FB52F7E17}">
      <dsp:nvSpPr>
        <dsp:cNvPr id="0" name=""/>
        <dsp:cNvSpPr/>
      </dsp:nvSpPr>
      <dsp:spPr>
        <a:xfrm>
          <a:off x="536312" y="47368"/>
          <a:ext cx="10726236"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kern="1200" dirty="0">
              <a:solidFill>
                <a:srgbClr val="C00000"/>
              </a:solidFill>
            </a:rPr>
            <a:t>The passive form has to begin with </a:t>
          </a:r>
          <a:r>
            <a:rPr lang="en-IN" sz="2800" b="1" kern="1200" dirty="0">
              <a:solidFill>
                <a:srgbClr val="002060"/>
              </a:solidFill>
            </a:rPr>
            <a:t>you</a:t>
          </a:r>
          <a:r>
            <a:rPr lang="en-IN" sz="2800" kern="1200" dirty="0">
              <a:solidFill>
                <a:srgbClr val="002060"/>
              </a:solidFill>
            </a:rPr>
            <a:t>, </a:t>
          </a:r>
          <a:r>
            <a:rPr lang="en-IN" sz="2800" kern="1200" dirty="0">
              <a:solidFill>
                <a:srgbClr val="C00000"/>
              </a:solidFill>
            </a:rPr>
            <a:t>when the object of the verb in the active voice is not given.</a:t>
          </a:r>
          <a:endParaRPr lang="en-IN" sz="2800" b="1" kern="1200" dirty="0"/>
        </a:p>
      </dsp:txBody>
      <dsp:txXfrm>
        <a:off x="591072" y="102128"/>
        <a:ext cx="10616716" cy="1012240"/>
      </dsp:txXfrm>
    </dsp:sp>
    <dsp:sp modelId="{FE7B2D54-AB95-485E-B582-D555DACBD76C}">
      <dsp:nvSpPr>
        <dsp:cNvPr id="0" name=""/>
        <dsp:cNvSpPr/>
      </dsp:nvSpPr>
      <dsp:spPr>
        <a:xfrm>
          <a:off x="0" y="2331929"/>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BD8CCDD-4FE9-4A7F-A7B8-D26E4B3A87FF}">
      <dsp:nvSpPr>
        <dsp:cNvPr id="0" name=""/>
        <dsp:cNvSpPr/>
      </dsp:nvSpPr>
      <dsp:spPr>
        <a:xfrm>
          <a:off x="563265" y="1771049"/>
          <a:ext cx="7885717"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a:t>Active: Work hard. (No object)</a:t>
          </a:r>
          <a:br>
            <a:rPr lang="en-IN" sz="3600" kern="1200"/>
          </a:br>
          <a:r>
            <a:rPr lang="en-IN" sz="3600" kern="1200"/>
            <a:t>Passive: </a:t>
          </a:r>
          <a:r>
            <a:rPr lang="en-IN" sz="3600" b="1" kern="1200"/>
            <a:t>You are advised</a:t>
          </a:r>
          <a:r>
            <a:rPr lang="en-IN" sz="3600" kern="1200"/>
            <a:t> to work hard.</a:t>
          </a:r>
          <a:br>
            <a:rPr lang="en-IN" sz="3600" kern="1200"/>
          </a:br>
          <a:r>
            <a:rPr lang="en-IN" sz="3600" kern="1200"/>
            <a:t>Active: Get out. (No object)</a:t>
          </a:r>
          <a:br>
            <a:rPr lang="en-IN" sz="3600" kern="1200"/>
          </a:br>
          <a:r>
            <a:rPr lang="en-IN" sz="3600" kern="1200"/>
            <a:t>Passive: </a:t>
          </a:r>
          <a:r>
            <a:rPr lang="en-IN" sz="3600" b="1" kern="1200"/>
            <a:t>You are ordered to get out.</a:t>
          </a:r>
          <a:endParaRPr lang="en-IN" sz="3600" kern="1200" dirty="0"/>
        </a:p>
      </dsp:txBody>
      <dsp:txXfrm>
        <a:off x="618025" y="1825809"/>
        <a:ext cx="7776197" cy="1012240"/>
      </dsp:txXfrm>
    </dsp:sp>
    <dsp:sp modelId="{FF48C7C1-330C-4AB2-9907-E67973062800}">
      <dsp:nvSpPr>
        <dsp:cNvPr id="0" name=""/>
        <dsp:cNvSpPr/>
      </dsp:nvSpPr>
      <dsp:spPr>
        <a:xfrm>
          <a:off x="0" y="4055609"/>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94CFCC-0D02-49BB-9F9D-61C03A0A9714}">
      <dsp:nvSpPr>
        <dsp:cNvPr id="0" name=""/>
        <dsp:cNvSpPr/>
      </dsp:nvSpPr>
      <dsp:spPr>
        <a:xfrm>
          <a:off x="563265" y="3494729"/>
          <a:ext cx="7885717"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Active: Please lend me some money.</a:t>
          </a:r>
        </a:p>
      </dsp:txBody>
      <dsp:txXfrm>
        <a:off x="618025" y="3549489"/>
        <a:ext cx="7776197" cy="1012240"/>
      </dsp:txXfrm>
    </dsp:sp>
    <dsp:sp modelId="{E6A981EC-9051-4071-AE57-7EFC3416CD1D}">
      <dsp:nvSpPr>
        <dsp:cNvPr id="0" name=""/>
        <dsp:cNvSpPr/>
      </dsp:nvSpPr>
      <dsp:spPr>
        <a:xfrm>
          <a:off x="0" y="5779289"/>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5F4C1A-240E-436A-A67D-FF6ACBA3C577}">
      <dsp:nvSpPr>
        <dsp:cNvPr id="0" name=""/>
        <dsp:cNvSpPr/>
      </dsp:nvSpPr>
      <dsp:spPr>
        <a:xfrm>
          <a:off x="563265" y="5218409"/>
          <a:ext cx="7885717"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Passive: </a:t>
          </a:r>
          <a:r>
            <a:rPr lang="en-IN" sz="3600" b="1" kern="1200" dirty="0"/>
            <a:t>You are requested to lend</a:t>
          </a:r>
          <a:r>
            <a:rPr lang="en-IN" sz="3600" kern="1200" dirty="0"/>
            <a:t> me some money.</a:t>
          </a:r>
        </a:p>
      </dsp:txBody>
      <dsp:txXfrm>
        <a:off x="618025" y="5273169"/>
        <a:ext cx="7776197" cy="101224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5E1100-7110-4B20-91E5-59A4A5E6A37B}">
      <dsp:nvSpPr>
        <dsp:cNvPr id="0" name=""/>
        <dsp:cNvSpPr/>
      </dsp:nvSpPr>
      <dsp:spPr>
        <a:xfrm>
          <a:off x="0" y="42482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0BF088A-DE41-4255-BEF3-7D36532AFF02}">
      <dsp:nvSpPr>
        <dsp:cNvPr id="0" name=""/>
        <dsp:cNvSpPr/>
      </dsp:nvSpPr>
      <dsp:spPr>
        <a:xfrm>
          <a:off x="536312" y="11486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Active: Kindly do this work.</a:t>
          </a:r>
        </a:p>
      </dsp:txBody>
      <dsp:txXfrm>
        <a:off x="566574" y="145131"/>
        <a:ext cx="10665712" cy="559396"/>
      </dsp:txXfrm>
    </dsp:sp>
    <dsp:sp modelId="{DA6963E8-AED7-467A-BEE8-398E10BFB2FB}">
      <dsp:nvSpPr>
        <dsp:cNvPr id="0" name=""/>
        <dsp:cNvSpPr/>
      </dsp:nvSpPr>
      <dsp:spPr>
        <a:xfrm>
          <a:off x="0" y="137738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79F7F06-C7C5-4637-A212-81C63FF6EDF8}">
      <dsp:nvSpPr>
        <dsp:cNvPr id="0" name=""/>
        <dsp:cNvSpPr/>
      </dsp:nvSpPr>
      <dsp:spPr>
        <a:xfrm>
          <a:off x="536312" y="106742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Passive: </a:t>
          </a:r>
          <a:r>
            <a:rPr lang="en-IN" sz="3600" b="1" kern="1200" dirty="0"/>
            <a:t>You are requested to do</a:t>
          </a:r>
          <a:r>
            <a:rPr lang="en-IN" sz="3600" kern="1200" dirty="0"/>
            <a:t> this work.</a:t>
          </a:r>
        </a:p>
      </dsp:txBody>
      <dsp:txXfrm>
        <a:off x="566574" y="1097691"/>
        <a:ext cx="10665712" cy="559396"/>
      </dsp:txXfrm>
    </dsp:sp>
    <dsp:sp modelId="{D6AF3AA8-685A-4954-BF78-C98B2A666EC0}">
      <dsp:nvSpPr>
        <dsp:cNvPr id="0" name=""/>
        <dsp:cNvSpPr/>
      </dsp:nvSpPr>
      <dsp:spPr>
        <a:xfrm>
          <a:off x="0" y="232994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A9A6983-2F68-4BF3-BA54-FAD0C1ADF6D5}">
      <dsp:nvSpPr>
        <dsp:cNvPr id="0" name=""/>
        <dsp:cNvSpPr/>
      </dsp:nvSpPr>
      <dsp:spPr>
        <a:xfrm>
          <a:off x="536312" y="201998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Active: Get me a glass of water.</a:t>
          </a:r>
        </a:p>
      </dsp:txBody>
      <dsp:txXfrm>
        <a:off x="566574" y="2050251"/>
        <a:ext cx="10665712" cy="559396"/>
      </dsp:txXfrm>
    </dsp:sp>
    <dsp:sp modelId="{5E96911E-DE57-45CC-A752-C6F6F9E6CCE3}">
      <dsp:nvSpPr>
        <dsp:cNvPr id="0" name=""/>
        <dsp:cNvSpPr/>
      </dsp:nvSpPr>
      <dsp:spPr>
        <a:xfrm>
          <a:off x="0" y="328250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14FF55-0D7F-43B9-9C75-3FD16E2ABC4F}">
      <dsp:nvSpPr>
        <dsp:cNvPr id="0" name=""/>
        <dsp:cNvSpPr/>
      </dsp:nvSpPr>
      <dsp:spPr>
        <a:xfrm>
          <a:off x="536312" y="297254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Passive: </a:t>
          </a:r>
          <a:r>
            <a:rPr lang="en-IN" sz="3600" b="1" kern="1200" dirty="0"/>
            <a:t>You are ordered</a:t>
          </a:r>
          <a:r>
            <a:rPr lang="en-IN" sz="3600" kern="1200" dirty="0"/>
            <a:t> to get me a glass of water.</a:t>
          </a:r>
        </a:p>
      </dsp:txBody>
      <dsp:txXfrm>
        <a:off x="566574" y="3002811"/>
        <a:ext cx="10665712" cy="559396"/>
      </dsp:txXfrm>
    </dsp:sp>
    <dsp:sp modelId="{A4A8D942-21BB-4160-B16F-549C1DA962DC}">
      <dsp:nvSpPr>
        <dsp:cNvPr id="0" name=""/>
        <dsp:cNvSpPr/>
      </dsp:nvSpPr>
      <dsp:spPr>
        <a:xfrm>
          <a:off x="0" y="423506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0E48B6-2773-460B-B06C-F60E77D7EE84}">
      <dsp:nvSpPr>
        <dsp:cNvPr id="0" name=""/>
        <dsp:cNvSpPr/>
      </dsp:nvSpPr>
      <dsp:spPr>
        <a:xfrm>
          <a:off x="536312" y="392510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Active: Let us go for a walk.</a:t>
          </a:r>
        </a:p>
      </dsp:txBody>
      <dsp:txXfrm>
        <a:off x="566574" y="3955371"/>
        <a:ext cx="10665712" cy="559396"/>
      </dsp:txXfrm>
    </dsp:sp>
    <dsp:sp modelId="{0E9F3B95-31B6-4134-8D15-ABD42DBFB13F}">
      <dsp:nvSpPr>
        <dsp:cNvPr id="0" name=""/>
        <dsp:cNvSpPr/>
      </dsp:nvSpPr>
      <dsp:spPr>
        <a:xfrm>
          <a:off x="0" y="518762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A08C6A-479A-48D8-BACB-F4ADC01815B7}">
      <dsp:nvSpPr>
        <dsp:cNvPr id="0" name=""/>
        <dsp:cNvSpPr/>
      </dsp:nvSpPr>
      <dsp:spPr>
        <a:xfrm>
          <a:off x="536312" y="487766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Passive: </a:t>
          </a:r>
          <a:r>
            <a:rPr lang="en-IN" sz="3600" b="1" kern="1200" dirty="0"/>
            <a:t>It is suggested that</a:t>
          </a:r>
          <a:r>
            <a:rPr lang="en-IN" sz="3600" kern="1200" dirty="0"/>
            <a:t> we should go out for a walk.</a:t>
          </a:r>
        </a:p>
      </dsp:txBody>
      <dsp:txXfrm>
        <a:off x="566574" y="4907931"/>
        <a:ext cx="10665712" cy="559396"/>
      </dsp:txXfrm>
    </dsp:sp>
    <dsp:sp modelId="{CF1B37ED-68A6-450D-B374-0E92905AC01C}">
      <dsp:nvSpPr>
        <dsp:cNvPr id="0" name=""/>
        <dsp:cNvSpPr/>
      </dsp:nvSpPr>
      <dsp:spPr>
        <a:xfrm>
          <a:off x="0" y="614018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D548DD-0746-4271-BE3C-651E067278C0}">
      <dsp:nvSpPr>
        <dsp:cNvPr id="0" name=""/>
        <dsp:cNvSpPr/>
      </dsp:nvSpPr>
      <dsp:spPr>
        <a:xfrm>
          <a:off x="536312" y="583022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Note that </a:t>
          </a:r>
          <a:r>
            <a:rPr lang="en-IN" sz="3600" b="1" kern="1200" dirty="0">
              <a:solidFill>
                <a:srgbClr val="C00000"/>
              </a:solidFill>
            </a:rPr>
            <a:t>suggest</a:t>
          </a:r>
          <a:r>
            <a:rPr lang="en-IN" sz="3600" kern="1200" dirty="0">
              <a:solidFill>
                <a:srgbClr val="C00000"/>
              </a:solidFill>
            </a:rPr>
            <a:t> is followed by a </a:t>
          </a:r>
          <a:r>
            <a:rPr lang="en-IN" sz="3600" b="1" kern="1200" dirty="0">
              <a:solidFill>
                <a:srgbClr val="C00000"/>
              </a:solidFill>
            </a:rPr>
            <a:t>-that clause</a:t>
          </a:r>
          <a:r>
            <a:rPr lang="en-IN" sz="3600" kern="1200" dirty="0">
              <a:solidFill>
                <a:srgbClr val="C00000"/>
              </a:solidFill>
            </a:rPr>
            <a:t> and not an infinitive</a:t>
          </a:r>
          <a:endParaRPr lang="en-IN" sz="3600" kern="1200" dirty="0"/>
        </a:p>
      </dsp:txBody>
      <dsp:txXfrm>
        <a:off x="566574" y="5860491"/>
        <a:ext cx="10665712" cy="559396"/>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CC64A-FB6A-429F-A3E8-95BE522211C9}">
      <dsp:nvSpPr>
        <dsp:cNvPr id="0" name=""/>
        <dsp:cNvSpPr/>
      </dsp:nvSpPr>
      <dsp:spPr>
        <a:xfrm>
          <a:off x="0" y="42482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ECC0FA4-ECAC-47D3-B816-8EC950B687B0}">
      <dsp:nvSpPr>
        <dsp:cNvPr id="0" name=""/>
        <dsp:cNvSpPr/>
      </dsp:nvSpPr>
      <dsp:spPr>
        <a:xfrm>
          <a:off x="536312" y="11486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800100">
            <a:lnSpc>
              <a:spcPct val="90000"/>
            </a:lnSpc>
            <a:spcBef>
              <a:spcPct val="0"/>
            </a:spcBef>
            <a:spcAft>
              <a:spcPct val="35000"/>
            </a:spcAft>
            <a:buNone/>
          </a:pPr>
          <a:r>
            <a:rPr lang="en-IN" sz="1800" b="1" kern="1200" dirty="0">
              <a:solidFill>
                <a:srgbClr val="C00000"/>
              </a:solidFill>
            </a:rPr>
            <a:t>IMPERATIVE SENTENCES</a:t>
          </a:r>
        </a:p>
      </dsp:txBody>
      <dsp:txXfrm>
        <a:off x="566574" y="145131"/>
        <a:ext cx="10665712" cy="559396"/>
      </dsp:txXfrm>
    </dsp:sp>
    <dsp:sp modelId="{54A1E875-31AD-45F5-8738-16E1F80EE40D}">
      <dsp:nvSpPr>
        <dsp:cNvPr id="0" name=""/>
        <dsp:cNvSpPr/>
      </dsp:nvSpPr>
      <dsp:spPr>
        <a:xfrm>
          <a:off x="0" y="137738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171F01-9D99-4A6E-8882-592D2E595BAC}">
      <dsp:nvSpPr>
        <dsp:cNvPr id="0" name=""/>
        <dsp:cNvSpPr/>
      </dsp:nvSpPr>
      <dsp:spPr>
        <a:xfrm>
          <a:off x="536312" y="106742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t>1. With object 2. Without object Moral Suggestion</a:t>
          </a:r>
        </a:p>
      </dsp:txBody>
      <dsp:txXfrm>
        <a:off x="566574" y="1097691"/>
        <a:ext cx="10665712" cy="559396"/>
      </dsp:txXfrm>
    </dsp:sp>
    <dsp:sp modelId="{059338DE-AE2B-4DBA-9748-05A74E81D460}">
      <dsp:nvSpPr>
        <dsp:cNvPr id="0" name=""/>
        <dsp:cNvSpPr/>
      </dsp:nvSpPr>
      <dsp:spPr>
        <a:xfrm>
          <a:off x="0" y="232994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9467A7-1817-4E56-85DF-A302D6584004}">
      <dsp:nvSpPr>
        <dsp:cNvPr id="0" name=""/>
        <dsp:cNvSpPr/>
      </dsp:nvSpPr>
      <dsp:spPr>
        <a:xfrm>
          <a:off x="536312" y="201998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kern="1200" dirty="0"/>
            <a:t>(</a:t>
          </a:r>
          <a:r>
            <a:rPr lang="en-IN" sz="2800" kern="1200" dirty="0" err="1"/>
            <a:t>i</a:t>
          </a:r>
          <a:r>
            <a:rPr lang="en-IN" sz="2800" kern="1200" dirty="0"/>
            <a:t>) Shut the door (A.V.) (</a:t>
          </a:r>
          <a:r>
            <a:rPr lang="en-IN" sz="2800" kern="1200" dirty="0" err="1"/>
            <a:t>i</a:t>
          </a:r>
          <a:r>
            <a:rPr lang="en-IN" sz="2800" kern="1200" dirty="0"/>
            <a:t>) Go away. (A.V.) (</a:t>
          </a:r>
          <a:r>
            <a:rPr lang="en-IN" sz="2800" kern="1200" dirty="0" err="1"/>
            <a:t>i</a:t>
          </a:r>
          <a:r>
            <a:rPr lang="en-IN" sz="2800" kern="1200" dirty="0"/>
            <a:t>) Help the poor. (A.V.)</a:t>
          </a:r>
        </a:p>
      </dsp:txBody>
      <dsp:txXfrm>
        <a:off x="566574" y="2050251"/>
        <a:ext cx="10665712" cy="559396"/>
      </dsp:txXfrm>
    </dsp:sp>
    <dsp:sp modelId="{1EDC4A0E-AFDE-4DE8-B83C-AC7F1D986226}">
      <dsp:nvSpPr>
        <dsp:cNvPr id="0" name=""/>
        <dsp:cNvSpPr/>
      </dsp:nvSpPr>
      <dsp:spPr>
        <a:xfrm>
          <a:off x="0" y="328250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25AC46-FE82-4E53-876D-C4B1BCD7A96D}">
      <dsp:nvSpPr>
        <dsp:cNvPr id="0" name=""/>
        <dsp:cNvSpPr/>
      </dsp:nvSpPr>
      <dsp:spPr>
        <a:xfrm>
          <a:off x="536312" y="297254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solidFill>
                <a:srgbClr val="C00000"/>
              </a:solidFill>
            </a:rPr>
            <a:t>1st way </a:t>
          </a:r>
          <a:r>
            <a:rPr lang="en-IN" sz="2800" kern="1200" dirty="0"/>
            <a:t>Let the door be shut. (P.V.)</a:t>
          </a:r>
        </a:p>
      </dsp:txBody>
      <dsp:txXfrm>
        <a:off x="566574" y="3002811"/>
        <a:ext cx="10665712" cy="559396"/>
      </dsp:txXfrm>
    </dsp:sp>
    <dsp:sp modelId="{D3D958CC-0A9C-45A4-98E6-2CA06D6D4765}">
      <dsp:nvSpPr>
        <dsp:cNvPr id="0" name=""/>
        <dsp:cNvSpPr/>
      </dsp:nvSpPr>
      <dsp:spPr>
        <a:xfrm>
          <a:off x="0" y="423506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FFA5F4-72EA-4275-B44B-B8015BA972BB}">
      <dsp:nvSpPr>
        <dsp:cNvPr id="0" name=""/>
        <dsp:cNvSpPr/>
      </dsp:nvSpPr>
      <dsp:spPr>
        <a:xfrm>
          <a:off x="536312" y="392510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b="1" kern="1200" dirty="0">
              <a:solidFill>
                <a:srgbClr val="C00000"/>
              </a:solidFill>
            </a:rPr>
            <a:t>Let + </a:t>
          </a:r>
          <a:r>
            <a:rPr lang="en-IN" sz="2800" b="1" kern="1200" dirty="0" err="1">
              <a:solidFill>
                <a:srgbClr val="C00000"/>
              </a:solidFill>
            </a:rPr>
            <a:t>obj</a:t>
          </a:r>
          <a:r>
            <a:rPr lang="en-IN" sz="2800" b="1" kern="1200" dirty="0">
              <a:solidFill>
                <a:srgbClr val="C00000"/>
              </a:solidFill>
            </a:rPr>
            <a:t> + be + V3</a:t>
          </a:r>
        </a:p>
      </dsp:txBody>
      <dsp:txXfrm>
        <a:off x="566574" y="3955371"/>
        <a:ext cx="10665712" cy="559396"/>
      </dsp:txXfrm>
    </dsp:sp>
    <dsp:sp modelId="{C7F46BED-B20F-419A-9101-CD6F01D4F4C1}">
      <dsp:nvSpPr>
        <dsp:cNvPr id="0" name=""/>
        <dsp:cNvSpPr/>
      </dsp:nvSpPr>
      <dsp:spPr>
        <a:xfrm>
          <a:off x="0" y="518762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017DE3-AD96-4DB7-9CC1-6375DF2CE3BF}">
      <dsp:nvSpPr>
        <dsp:cNvPr id="0" name=""/>
        <dsp:cNvSpPr/>
      </dsp:nvSpPr>
      <dsp:spPr>
        <a:xfrm>
          <a:off x="536312" y="487766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kern="1200" dirty="0"/>
            <a:t>You are ordered to go away. (P.V.)</a:t>
          </a:r>
        </a:p>
      </dsp:txBody>
      <dsp:txXfrm>
        <a:off x="566574" y="4907931"/>
        <a:ext cx="10665712" cy="559396"/>
      </dsp:txXfrm>
    </dsp:sp>
    <dsp:sp modelId="{C3C3572F-4C81-4C42-BB0F-7A482D977728}">
      <dsp:nvSpPr>
        <dsp:cNvPr id="0" name=""/>
        <dsp:cNvSpPr/>
      </dsp:nvSpPr>
      <dsp:spPr>
        <a:xfrm>
          <a:off x="0" y="6140189"/>
          <a:ext cx="11265309" cy="5292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18B290-7A2F-4334-AB87-7B966A99632E}">
      <dsp:nvSpPr>
        <dsp:cNvPr id="0" name=""/>
        <dsp:cNvSpPr/>
      </dsp:nvSpPr>
      <dsp:spPr>
        <a:xfrm>
          <a:off x="536312" y="5830229"/>
          <a:ext cx="10726236"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244600">
            <a:lnSpc>
              <a:spcPct val="90000"/>
            </a:lnSpc>
            <a:spcBef>
              <a:spcPct val="0"/>
            </a:spcBef>
            <a:spcAft>
              <a:spcPct val="35000"/>
            </a:spcAft>
            <a:buNone/>
          </a:pPr>
          <a:r>
            <a:rPr lang="en-IN" sz="2800" kern="1200" dirty="0"/>
            <a:t>The poor should be  helped. (P.V.)</a:t>
          </a:r>
        </a:p>
      </dsp:txBody>
      <dsp:txXfrm>
        <a:off x="566574" y="5860491"/>
        <a:ext cx="10665712" cy="559396"/>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F2F835-0789-4425-9285-1EC5AB2033EE}">
      <dsp:nvSpPr>
        <dsp:cNvPr id="0" name=""/>
        <dsp:cNvSpPr/>
      </dsp:nvSpPr>
      <dsp:spPr>
        <a:xfrm>
          <a:off x="0" y="608248"/>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B695854-5191-4B86-B729-798A42B6010C}">
      <dsp:nvSpPr>
        <dsp:cNvPr id="0" name=""/>
        <dsp:cNvSpPr/>
      </dsp:nvSpPr>
      <dsp:spPr>
        <a:xfrm>
          <a:off x="536312" y="47368"/>
          <a:ext cx="10726236"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b="1" kern="1200" dirty="0" err="1">
              <a:solidFill>
                <a:srgbClr val="C00000"/>
              </a:solidFill>
            </a:rPr>
            <a:t>Obj</a:t>
          </a:r>
          <a:r>
            <a:rPr lang="en-IN" sz="3600" b="1" kern="1200" dirty="0">
              <a:solidFill>
                <a:srgbClr val="C00000"/>
              </a:solidFill>
            </a:rPr>
            <a:t> + should + be + V3 2nd way</a:t>
          </a:r>
        </a:p>
      </dsp:txBody>
      <dsp:txXfrm>
        <a:off x="591072" y="102128"/>
        <a:ext cx="10616716" cy="1012240"/>
      </dsp:txXfrm>
    </dsp:sp>
    <dsp:sp modelId="{CB2BCF0F-4D8C-4368-B48F-EC8BE499A224}">
      <dsp:nvSpPr>
        <dsp:cNvPr id="0" name=""/>
        <dsp:cNvSpPr/>
      </dsp:nvSpPr>
      <dsp:spPr>
        <a:xfrm>
          <a:off x="0" y="2331929"/>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965C57-D21F-4A8A-BD74-CAD96AACE182}">
      <dsp:nvSpPr>
        <dsp:cNvPr id="0" name=""/>
        <dsp:cNvSpPr/>
      </dsp:nvSpPr>
      <dsp:spPr>
        <a:xfrm>
          <a:off x="536312" y="1771049"/>
          <a:ext cx="10726236"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kern="1200" dirty="0"/>
            <a:t>You are ordered to shut  the door. (P.V.)</a:t>
          </a:r>
        </a:p>
      </dsp:txBody>
      <dsp:txXfrm>
        <a:off x="591072" y="1825809"/>
        <a:ext cx="10616716" cy="1012240"/>
      </dsp:txXfrm>
    </dsp:sp>
    <dsp:sp modelId="{D6D65B76-4811-4E64-A546-F337DED8D82B}">
      <dsp:nvSpPr>
        <dsp:cNvPr id="0" name=""/>
        <dsp:cNvSpPr/>
      </dsp:nvSpPr>
      <dsp:spPr>
        <a:xfrm>
          <a:off x="0" y="4055609"/>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8EB785C-732D-4EBF-918D-05C87A1581D7}">
      <dsp:nvSpPr>
        <dsp:cNvPr id="0" name=""/>
        <dsp:cNvSpPr/>
      </dsp:nvSpPr>
      <dsp:spPr>
        <a:xfrm>
          <a:off x="536312" y="3494729"/>
          <a:ext cx="10726236"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b="1" kern="1200" dirty="0"/>
            <a:t>You are ordered/ requested/</a:t>
          </a:r>
          <a:r>
            <a:rPr lang="nb-NO" sz="3600" b="1" kern="1200" dirty="0"/>
            <a:t>forbidden etc. + to + V + obj. 1</a:t>
          </a:r>
        </a:p>
      </dsp:txBody>
      <dsp:txXfrm>
        <a:off x="591072" y="3549489"/>
        <a:ext cx="10616716" cy="1012240"/>
      </dsp:txXfrm>
    </dsp:sp>
    <dsp:sp modelId="{86555939-7D43-4478-B5DE-FF7A51110285}">
      <dsp:nvSpPr>
        <dsp:cNvPr id="0" name=""/>
        <dsp:cNvSpPr/>
      </dsp:nvSpPr>
      <dsp:spPr>
        <a:xfrm>
          <a:off x="0" y="5779289"/>
          <a:ext cx="11265309" cy="9576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5FF052-431A-4F92-A67C-4DD4F137CB63}">
      <dsp:nvSpPr>
        <dsp:cNvPr id="0" name=""/>
        <dsp:cNvSpPr/>
      </dsp:nvSpPr>
      <dsp:spPr>
        <a:xfrm>
          <a:off x="536312" y="5218409"/>
          <a:ext cx="10726236" cy="112176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8061" tIns="0" rIns="298061" bIns="0" numCol="1" spcCol="1270" anchor="ctr" anchorCtr="0">
          <a:noAutofit/>
        </a:bodyPr>
        <a:lstStyle/>
        <a:p>
          <a:pPr marL="0" lvl="0" indent="0" algn="l" defTabSz="1600200">
            <a:lnSpc>
              <a:spcPct val="90000"/>
            </a:lnSpc>
            <a:spcBef>
              <a:spcPct val="0"/>
            </a:spcBef>
            <a:spcAft>
              <a:spcPct val="35000"/>
            </a:spcAft>
            <a:buNone/>
          </a:pPr>
          <a:r>
            <a:rPr lang="en-IN" sz="3600" b="1" kern="1200" dirty="0"/>
            <a:t>You are ordered/ requested/</a:t>
          </a:r>
          <a:r>
            <a:rPr lang="nb-NO" sz="3600" b="1" kern="1200" dirty="0"/>
            <a:t>forbidden etc. + to + V + obj. 1</a:t>
          </a:r>
        </a:p>
      </dsp:txBody>
      <dsp:txXfrm>
        <a:off x="591072" y="5273169"/>
        <a:ext cx="10616716" cy="101224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CD7F4E7-870E-4712-97EE-55FCD79454F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5D4846-114C-418D-A1E1-61275E7B3DFE}" type="slidenum">
              <a:rPr lang="en-IN" smtClean="0"/>
              <a:t>‹#›</a:t>
            </a:fld>
            <a:endParaRPr lang="en-IN"/>
          </a:p>
        </p:txBody>
      </p:sp>
    </p:spTree>
    <p:extLst>
      <p:ext uri="{BB962C8B-B14F-4D97-AF65-F5344CB8AC3E}">
        <p14:creationId xmlns:p14="http://schemas.microsoft.com/office/powerpoint/2010/main" val="1610724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CD7F4E7-870E-4712-97EE-55FCD79454F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5D4846-114C-418D-A1E1-61275E7B3DFE}" type="slidenum">
              <a:rPr lang="en-IN" smtClean="0"/>
              <a:t>‹#›</a:t>
            </a:fld>
            <a:endParaRPr lang="en-IN"/>
          </a:p>
        </p:txBody>
      </p:sp>
    </p:spTree>
    <p:extLst>
      <p:ext uri="{BB962C8B-B14F-4D97-AF65-F5344CB8AC3E}">
        <p14:creationId xmlns:p14="http://schemas.microsoft.com/office/powerpoint/2010/main" val="3293680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D7F4E7-870E-4712-97EE-55FCD79454F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5D4846-114C-418D-A1E1-61275E7B3DFE}" type="slidenum">
              <a:rPr lang="en-IN" smtClean="0"/>
              <a:t>‹#›</a:t>
            </a:fld>
            <a:endParaRPr lang="en-IN"/>
          </a:p>
        </p:txBody>
      </p:sp>
    </p:spTree>
    <p:extLst>
      <p:ext uri="{BB962C8B-B14F-4D97-AF65-F5344CB8AC3E}">
        <p14:creationId xmlns:p14="http://schemas.microsoft.com/office/powerpoint/2010/main" val="3686208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CD7F4E7-870E-4712-97EE-55FCD79454F3}"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5D4846-114C-418D-A1E1-61275E7B3DFE}" type="slidenum">
              <a:rPr lang="en-IN" smtClean="0"/>
              <a:t>‹#›</a:t>
            </a:fld>
            <a:endParaRPr lang="en-IN"/>
          </a:p>
        </p:txBody>
      </p:sp>
    </p:spTree>
    <p:extLst>
      <p:ext uri="{BB962C8B-B14F-4D97-AF65-F5344CB8AC3E}">
        <p14:creationId xmlns:p14="http://schemas.microsoft.com/office/powerpoint/2010/main" val="3065237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CD7F4E7-870E-4712-97EE-55FCD79454F3}" type="datetimeFigureOut">
              <a:rPr lang="en-IN" smtClean="0"/>
              <a:t>17-07-2026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E5D4846-114C-418D-A1E1-61275E7B3DFE}" type="slidenum">
              <a:rPr lang="en-IN" smtClean="0"/>
              <a:t>‹#›</a:t>
            </a:fld>
            <a:endParaRPr lang="en-IN"/>
          </a:p>
        </p:txBody>
      </p:sp>
    </p:spTree>
    <p:extLst>
      <p:ext uri="{BB962C8B-B14F-4D97-AF65-F5344CB8AC3E}">
        <p14:creationId xmlns:p14="http://schemas.microsoft.com/office/powerpoint/2010/main" val="643414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CD7F4E7-870E-4712-97EE-55FCD79454F3}" type="datetimeFigureOut">
              <a:rPr lang="en-IN" smtClean="0"/>
              <a:t>17-07-2026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E5D4846-114C-418D-A1E1-61275E7B3DFE}" type="slidenum">
              <a:rPr lang="en-IN" smtClean="0"/>
              <a:t>‹#›</a:t>
            </a:fld>
            <a:endParaRPr lang="en-IN"/>
          </a:p>
        </p:txBody>
      </p:sp>
    </p:spTree>
    <p:extLst>
      <p:ext uri="{BB962C8B-B14F-4D97-AF65-F5344CB8AC3E}">
        <p14:creationId xmlns:p14="http://schemas.microsoft.com/office/powerpoint/2010/main" val="1447047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D7F4E7-870E-4712-97EE-55FCD79454F3}" type="datetimeFigureOut">
              <a:rPr lang="en-IN" smtClean="0"/>
              <a:t>17-07-2026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E5D4846-114C-418D-A1E1-61275E7B3DFE}" type="slidenum">
              <a:rPr lang="en-IN" smtClean="0"/>
              <a:t>‹#›</a:t>
            </a:fld>
            <a:endParaRPr lang="en-IN"/>
          </a:p>
        </p:txBody>
      </p:sp>
    </p:spTree>
    <p:extLst>
      <p:ext uri="{BB962C8B-B14F-4D97-AF65-F5344CB8AC3E}">
        <p14:creationId xmlns:p14="http://schemas.microsoft.com/office/powerpoint/2010/main" val="4058768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D7F4E7-870E-4712-97EE-55FCD79454F3}"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5D4846-114C-418D-A1E1-61275E7B3DFE}" type="slidenum">
              <a:rPr lang="en-IN" smtClean="0"/>
              <a:t>‹#›</a:t>
            </a:fld>
            <a:endParaRPr lang="en-IN"/>
          </a:p>
        </p:txBody>
      </p:sp>
    </p:spTree>
    <p:extLst>
      <p:ext uri="{BB962C8B-B14F-4D97-AF65-F5344CB8AC3E}">
        <p14:creationId xmlns:p14="http://schemas.microsoft.com/office/powerpoint/2010/main" val="1835691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D7F4E7-870E-4712-97EE-55FCD79454F3}"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5D4846-114C-418D-A1E1-61275E7B3DFE}" type="slidenum">
              <a:rPr lang="en-IN" smtClean="0"/>
              <a:t>‹#›</a:t>
            </a:fld>
            <a:endParaRPr lang="en-IN"/>
          </a:p>
        </p:txBody>
      </p:sp>
    </p:spTree>
    <p:extLst>
      <p:ext uri="{BB962C8B-B14F-4D97-AF65-F5344CB8AC3E}">
        <p14:creationId xmlns:p14="http://schemas.microsoft.com/office/powerpoint/2010/main" val="2757434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CD7F4E7-870E-4712-97EE-55FCD79454F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5D4846-114C-418D-A1E1-61275E7B3DFE}" type="slidenum">
              <a:rPr lang="en-IN" smtClean="0"/>
              <a:t>‹#›</a:t>
            </a:fld>
            <a:endParaRPr lang="en-IN"/>
          </a:p>
        </p:txBody>
      </p:sp>
    </p:spTree>
    <p:extLst>
      <p:ext uri="{BB962C8B-B14F-4D97-AF65-F5344CB8AC3E}">
        <p14:creationId xmlns:p14="http://schemas.microsoft.com/office/powerpoint/2010/main" val="188328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CD7F4E7-870E-4712-97EE-55FCD79454F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5D4846-114C-418D-A1E1-61275E7B3DFE}" type="slidenum">
              <a:rPr lang="en-IN" smtClean="0"/>
              <a:t>‹#›</a:t>
            </a:fld>
            <a:endParaRPr lang="en-IN"/>
          </a:p>
        </p:txBody>
      </p:sp>
    </p:spTree>
    <p:extLst>
      <p:ext uri="{BB962C8B-B14F-4D97-AF65-F5344CB8AC3E}">
        <p14:creationId xmlns:p14="http://schemas.microsoft.com/office/powerpoint/2010/main" val="2106962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D7F4E7-870E-4712-97EE-55FCD79454F3}" type="datetimeFigureOut">
              <a:rPr lang="en-IN" smtClean="0"/>
              <a:t>17-07-2026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5D4846-114C-418D-A1E1-61275E7B3DFE}" type="slidenum">
              <a:rPr lang="en-IN" smtClean="0"/>
              <a:t>‹#›</a:t>
            </a:fld>
            <a:endParaRPr lang="en-IN"/>
          </a:p>
        </p:txBody>
      </p:sp>
    </p:spTree>
    <p:extLst>
      <p:ext uri="{BB962C8B-B14F-4D97-AF65-F5344CB8AC3E}">
        <p14:creationId xmlns:p14="http://schemas.microsoft.com/office/powerpoint/2010/main" val="1780032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hyperlink" Target="http://jerz.setonhill.edu/writing/grammar/act-pass.htm#Contents" TargetMode="External"/><Relationship Id="rId7" Type="http://schemas.openxmlformats.org/officeDocument/2006/relationships/diagramColors" Target="../diagrams/colors2.xml"/><Relationship Id="rId2" Type="http://schemas.openxmlformats.org/officeDocument/2006/relationships/hyperlink" Target="http://jerz.setonhill.edu/mt-static-jerz/html/editor-content.html?cs=utf-8" TargetMode="Externa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hyperlink" Target="http://jerz.setonhill.edu/writing/grammar/act-pass.htm#Contents" TargetMode="External"/><Relationship Id="rId7" Type="http://schemas.openxmlformats.org/officeDocument/2006/relationships/diagramColors" Target="../diagrams/colors3.xml"/><Relationship Id="rId2" Type="http://schemas.openxmlformats.org/officeDocument/2006/relationships/hyperlink" Target="http://jerz.setonhill.edu/mt-static-jerz/html/editor-content.html?cs=utf-8" TargetMode="Externa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hyperlink" Target="http://jerz.setonhill.edu/writing/grammar/act-pass.htm#Contents" TargetMode="External"/><Relationship Id="rId7" Type="http://schemas.openxmlformats.org/officeDocument/2006/relationships/diagramColors" Target="../diagrams/colors4.xml"/><Relationship Id="rId2" Type="http://schemas.openxmlformats.org/officeDocument/2006/relationships/hyperlink" Target="http://jerz.setonhill.edu/mt-static-jerz/html/editor-content.html?cs=utf-8" TargetMode="Externa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2" Type="http://schemas.openxmlformats.org/officeDocument/2006/relationships/hyperlink" Target="http://jerz.setonhill.edu/writing/grammar/act-pass.htm#Content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png"/><Relationship Id="rId7" Type="http://schemas.openxmlformats.org/officeDocument/2006/relationships/diagramColors" Target="../diagrams/colors6.xml"/><Relationship Id="rId2" Type="http://schemas.openxmlformats.org/officeDocument/2006/relationships/hyperlink" Target="https://www.ego4u.com/en/cram-up/grammar/passive#p0" TargetMode="Externa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48.xml.rels><?xml version="1.0" encoding="UTF-8" standalone="yes"?>
<Relationships xmlns="http://schemas.openxmlformats.org/package/2006/relationships"><Relationship Id="rId2" Type="http://schemas.openxmlformats.org/officeDocument/2006/relationships/hyperlink" Target="http://jerz.setonhill.edu/writing/grammar/act-pass.htm#Contents"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solidFill>
            <a:srgbClr val="002060"/>
          </a:solidFill>
        </p:spPr>
        <p:txBody>
          <a:bodyPr/>
          <a:lstStyle/>
          <a:p>
            <a:r>
              <a:rPr lang="en-IN" b="1" dirty="0">
                <a:solidFill>
                  <a:schemeClr val="bg1"/>
                </a:solidFill>
              </a:rPr>
              <a:t>Active / Passive Verb Forms</a:t>
            </a:r>
            <a:br>
              <a:rPr lang="en-IN" b="1" dirty="0">
                <a:solidFill>
                  <a:srgbClr val="C00000"/>
                </a:solidFill>
              </a:rPr>
            </a:br>
            <a:endParaRPr lang="en-IN" dirty="0">
              <a:solidFill>
                <a:srgbClr val="C00000"/>
              </a:solidFill>
            </a:endParaRPr>
          </a:p>
        </p:txBody>
      </p:sp>
    </p:spTree>
    <p:extLst>
      <p:ext uri="{BB962C8B-B14F-4D97-AF65-F5344CB8AC3E}">
        <p14:creationId xmlns:p14="http://schemas.microsoft.com/office/powerpoint/2010/main" val="2835341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EFA192C-7C92-EE90-4248-A9746BE26857}"/>
              </a:ext>
            </a:extLst>
          </p:cNvPr>
          <p:cNvGraphicFramePr>
            <a:graphicFrameLocks noGrp="1"/>
          </p:cNvGraphicFramePr>
          <p:nvPr>
            <p:ph idx="1"/>
            <p:extLst>
              <p:ext uri="{D42A27DB-BD31-4B8C-83A1-F6EECF244321}">
                <p14:modId xmlns:p14="http://schemas.microsoft.com/office/powerpoint/2010/main" val="4247722161"/>
              </p:ext>
            </p:extLst>
          </p:nvPr>
        </p:nvGraphicFramePr>
        <p:xfrm>
          <a:off x="0" y="816076"/>
          <a:ext cx="12192000" cy="7710170"/>
        </p:xfrm>
        <a:graphic>
          <a:graphicData uri="http://schemas.openxmlformats.org/drawingml/2006/table">
            <a:tbl>
              <a:tblPr firstRow="1" bandRow="1">
                <a:tableStyleId>{5C22544A-7EE6-4342-B048-85BDC9FD1C3A}</a:tableStyleId>
              </a:tblPr>
              <a:tblGrid>
                <a:gridCol w="2389239">
                  <a:extLst>
                    <a:ext uri="{9D8B030D-6E8A-4147-A177-3AD203B41FA5}">
                      <a16:colId xmlns:a16="http://schemas.microsoft.com/office/drawing/2014/main" val="1784732261"/>
                    </a:ext>
                  </a:extLst>
                </a:gridCol>
                <a:gridCol w="3352800">
                  <a:extLst>
                    <a:ext uri="{9D8B030D-6E8A-4147-A177-3AD203B41FA5}">
                      <a16:colId xmlns:a16="http://schemas.microsoft.com/office/drawing/2014/main" val="3558277115"/>
                    </a:ext>
                  </a:extLst>
                </a:gridCol>
                <a:gridCol w="3401961">
                  <a:extLst>
                    <a:ext uri="{9D8B030D-6E8A-4147-A177-3AD203B41FA5}">
                      <a16:colId xmlns:a16="http://schemas.microsoft.com/office/drawing/2014/main" val="1922180524"/>
                    </a:ext>
                  </a:extLst>
                </a:gridCol>
                <a:gridCol w="3048000">
                  <a:extLst>
                    <a:ext uri="{9D8B030D-6E8A-4147-A177-3AD203B41FA5}">
                      <a16:colId xmlns:a16="http://schemas.microsoft.com/office/drawing/2014/main" val="1746536657"/>
                    </a:ext>
                  </a:extLst>
                </a:gridCol>
              </a:tblGrid>
              <a:tr h="2830010">
                <a:tc>
                  <a:txBody>
                    <a:bodyPr/>
                    <a:lstStyle/>
                    <a:p>
                      <a:pPr>
                        <a:lnSpc>
                          <a:spcPct val="200000"/>
                        </a:lnSpc>
                      </a:pPr>
                      <a:r>
                        <a:rPr lang="en-US" dirty="0"/>
                        <a:t> </a:t>
                      </a:r>
                      <a:r>
                        <a:rPr lang="en-US" sz="2400" dirty="0"/>
                        <a:t>TENSE FORMS </a:t>
                      </a:r>
                      <a:endParaRPr lang="en-US" dirty="0"/>
                    </a:p>
                    <a:p>
                      <a:pPr>
                        <a:lnSpc>
                          <a:spcPct val="200000"/>
                        </a:lnSpc>
                      </a:pPr>
                      <a:r>
                        <a:rPr lang="en-US" b="1" dirty="0">
                          <a:solidFill>
                            <a:schemeClr val="bg1"/>
                          </a:solidFill>
                        </a:rPr>
                        <a:t>SIMPLE  </a:t>
                      </a:r>
                    </a:p>
                    <a:p>
                      <a:pPr>
                        <a:lnSpc>
                          <a:spcPct val="200000"/>
                        </a:lnSpc>
                      </a:pPr>
                      <a:r>
                        <a:rPr lang="en-US" b="1" dirty="0">
                          <a:solidFill>
                            <a:schemeClr val="bg1"/>
                          </a:solidFill>
                        </a:rPr>
                        <a:t>CONTINUOUS</a:t>
                      </a:r>
                    </a:p>
                    <a:p>
                      <a:pPr>
                        <a:lnSpc>
                          <a:spcPct val="200000"/>
                        </a:lnSpc>
                      </a:pPr>
                      <a:r>
                        <a:rPr lang="en-US" b="1" dirty="0">
                          <a:solidFill>
                            <a:schemeClr val="bg1"/>
                          </a:solidFill>
                        </a:rPr>
                        <a:t>PERFECT CONTINUOUS</a:t>
                      </a:r>
                    </a:p>
                    <a:p>
                      <a:pPr>
                        <a:lnSpc>
                          <a:spcPct val="200000"/>
                        </a:lnSpc>
                      </a:pPr>
                      <a:r>
                        <a:rPr lang="en-US" b="1" dirty="0">
                          <a:solidFill>
                            <a:schemeClr val="bg1"/>
                          </a:solidFill>
                        </a:rPr>
                        <a:t>PERFECT</a:t>
                      </a:r>
                      <a:endParaRPr lang="en-IN" b="1" dirty="0">
                        <a:solidFill>
                          <a:schemeClr val="bg1"/>
                        </a:solidFill>
                      </a:endParaRPr>
                    </a:p>
                    <a:p>
                      <a:pPr>
                        <a:lnSpc>
                          <a:spcPct val="200000"/>
                        </a:lnSpc>
                      </a:pPr>
                      <a:endParaRPr lang="en-IN" dirty="0"/>
                    </a:p>
                  </a:txBody>
                  <a:tcPr>
                    <a:solidFill>
                      <a:srgbClr val="002060"/>
                    </a:solidFill>
                  </a:tcPr>
                </a:tc>
                <a:tc>
                  <a:txBody>
                    <a:bodyPr/>
                    <a:lstStyle/>
                    <a:p>
                      <a:pPr>
                        <a:lnSpc>
                          <a:spcPct val="200000"/>
                        </a:lnSpc>
                      </a:pPr>
                      <a:r>
                        <a:rPr lang="en-US" sz="2400" dirty="0"/>
                        <a:t>FUTURE </a:t>
                      </a:r>
                      <a:r>
                        <a:rPr lang="en-US" dirty="0"/>
                        <a:t>(WILL)</a:t>
                      </a:r>
                    </a:p>
                    <a:p>
                      <a:pPr>
                        <a:lnSpc>
                          <a:spcPct val="200000"/>
                        </a:lnSpc>
                      </a:pPr>
                      <a:r>
                        <a:rPr lang="en-US" dirty="0"/>
                        <a:t>I WILL BE  TAKEN</a:t>
                      </a:r>
                    </a:p>
                    <a:p>
                      <a:pPr>
                        <a:lnSpc>
                          <a:spcPct val="200000"/>
                        </a:lnSpc>
                      </a:pPr>
                      <a:r>
                        <a:rPr lang="en-US" dirty="0"/>
                        <a:t>I WILL BE BEING  TAKEN </a:t>
                      </a:r>
                    </a:p>
                    <a:p>
                      <a:pPr>
                        <a:lnSpc>
                          <a:spcPct val="200000"/>
                        </a:lnSpc>
                      </a:pPr>
                      <a:r>
                        <a:rPr lang="en-US" dirty="0"/>
                        <a:t>I WILL HAVE BEEN BEING TAKEN</a:t>
                      </a:r>
                    </a:p>
                    <a:p>
                      <a:pPr>
                        <a:lnSpc>
                          <a:spcPct val="200000"/>
                        </a:lnSpc>
                      </a:pPr>
                      <a:r>
                        <a:rPr lang="en-US" dirty="0"/>
                        <a:t>I WILL HAVE BEEN TAKEN</a:t>
                      </a:r>
                    </a:p>
                    <a:p>
                      <a:pPr>
                        <a:lnSpc>
                          <a:spcPct val="200000"/>
                        </a:lnSpc>
                      </a:pPr>
                      <a:endParaRPr lang="en-IN" dirty="0"/>
                    </a:p>
                  </a:txBody>
                  <a:tcPr>
                    <a:solidFill>
                      <a:srgbClr val="002060"/>
                    </a:solidFill>
                  </a:tcPr>
                </a:tc>
                <a:tc>
                  <a:txBody>
                    <a:bodyPr/>
                    <a:lstStyle/>
                    <a:p>
                      <a:pPr>
                        <a:lnSpc>
                          <a:spcPct val="200000"/>
                        </a:lnSpc>
                      </a:pPr>
                      <a:r>
                        <a:rPr lang="en-US" sz="2400" dirty="0"/>
                        <a:t>PRESENT</a:t>
                      </a:r>
                    </a:p>
                    <a:p>
                      <a:pPr>
                        <a:lnSpc>
                          <a:spcPct val="200000"/>
                        </a:lnSpc>
                      </a:pPr>
                      <a:r>
                        <a:rPr lang="en-US" dirty="0"/>
                        <a:t> </a:t>
                      </a:r>
                      <a:r>
                        <a:rPr lang="en-US" u="none" strike="noStrike" dirty="0"/>
                        <a:t>  NC+AM/IS/ARE+TAKEN</a:t>
                      </a:r>
                    </a:p>
                    <a:p>
                      <a:pPr>
                        <a:lnSpc>
                          <a:spcPct val="200000"/>
                        </a:lnSpc>
                      </a:pPr>
                      <a:r>
                        <a:rPr lang="en-US" dirty="0"/>
                        <a:t> NC+ </a:t>
                      </a:r>
                      <a:r>
                        <a:rPr lang="en-US" u="none" strike="noStrike" dirty="0"/>
                        <a:t>AM/IS/ARE +</a:t>
                      </a:r>
                      <a:r>
                        <a:rPr lang="en-US" dirty="0"/>
                        <a:t>BEING  + TAKEN </a:t>
                      </a:r>
                    </a:p>
                    <a:p>
                      <a:pPr>
                        <a:lnSpc>
                          <a:spcPct val="100000"/>
                        </a:lnSpc>
                      </a:pPr>
                      <a:r>
                        <a:rPr lang="en-US" dirty="0"/>
                        <a:t> NC+HAVE /HAS BEEN +BEING + TAKEN</a:t>
                      </a:r>
                    </a:p>
                    <a:p>
                      <a:pPr>
                        <a:lnSpc>
                          <a:spcPct val="200000"/>
                        </a:lnSpc>
                      </a:pPr>
                      <a:r>
                        <a:rPr lang="en-US" dirty="0"/>
                        <a:t> NC+HAVE /HAS BEEN + TAKEN</a:t>
                      </a:r>
                    </a:p>
                    <a:p>
                      <a:pPr>
                        <a:lnSpc>
                          <a:spcPct val="200000"/>
                        </a:lnSpc>
                      </a:pPr>
                      <a:endParaRPr lang="en-IN" dirty="0"/>
                    </a:p>
                  </a:txBody>
                  <a:tcPr>
                    <a:solidFill>
                      <a:srgbClr val="002060"/>
                    </a:solidFill>
                  </a:tcPr>
                </a:tc>
                <a:tc>
                  <a:txBody>
                    <a:bodyPr/>
                    <a:lstStyle/>
                    <a:p>
                      <a:pPr>
                        <a:lnSpc>
                          <a:spcPct val="200000"/>
                        </a:lnSpc>
                      </a:pPr>
                      <a:r>
                        <a:rPr lang="en-US" sz="2400" dirty="0"/>
                        <a:t>PAST</a:t>
                      </a:r>
                    </a:p>
                    <a:p>
                      <a:pPr>
                        <a:lnSpc>
                          <a:spcPct val="200000"/>
                        </a:lnSpc>
                      </a:pPr>
                      <a:r>
                        <a:rPr lang="en-US" dirty="0"/>
                        <a:t> NC+ WAS/WERE + TAKEN</a:t>
                      </a:r>
                    </a:p>
                    <a:p>
                      <a:pPr>
                        <a:lnSpc>
                          <a:spcPct val="100000"/>
                        </a:lnSpc>
                      </a:pPr>
                      <a:r>
                        <a:rPr lang="en-US" dirty="0"/>
                        <a:t> </a:t>
                      </a:r>
                      <a:r>
                        <a:rPr lang="en-US" sz="1600" dirty="0"/>
                        <a:t>N C  +WAS/WERE + BEING +TAKEN </a:t>
                      </a:r>
                      <a:endParaRPr lang="en-US" dirty="0"/>
                    </a:p>
                    <a:p>
                      <a:pPr>
                        <a:lnSpc>
                          <a:spcPct val="100000"/>
                        </a:lnSpc>
                      </a:pPr>
                      <a:r>
                        <a:rPr lang="en-US" dirty="0"/>
                        <a:t>NC+HAD BEEN + BEING + TAKEN</a:t>
                      </a:r>
                    </a:p>
                    <a:p>
                      <a:pPr>
                        <a:lnSpc>
                          <a:spcPct val="200000"/>
                        </a:lnSpc>
                      </a:pPr>
                      <a:r>
                        <a:rPr lang="en-US" dirty="0"/>
                        <a:t>NC+HAD BEEN +TAKEN</a:t>
                      </a:r>
                    </a:p>
                    <a:p>
                      <a:pPr>
                        <a:lnSpc>
                          <a:spcPct val="200000"/>
                        </a:lnSpc>
                      </a:pPr>
                      <a:endParaRPr lang="en-IN" dirty="0"/>
                    </a:p>
                  </a:txBody>
                  <a:tcPr>
                    <a:solidFill>
                      <a:srgbClr val="002060"/>
                    </a:solidFill>
                  </a:tcPr>
                </a:tc>
                <a:extLst>
                  <a:ext uri="{0D108BD9-81ED-4DB2-BD59-A6C34878D82A}">
                    <a16:rowId xmlns:a16="http://schemas.microsoft.com/office/drawing/2014/main" val="590556408"/>
                  </a:ext>
                </a:extLst>
              </a:tr>
              <a:tr h="2236712">
                <a:tc>
                  <a:txBody>
                    <a:bodyPr/>
                    <a:lstStyle/>
                    <a:p>
                      <a:pPr>
                        <a:lnSpc>
                          <a:spcPct val="200000"/>
                        </a:lnSpc>
                      </a:pPr>
                      <a:r>
                        <a:rPr lang="en-US" b="1" dirty="0">
                          <a:solidFill>
                            <a:schemeClr val="bg1"/>
                          </a:solidFill>
                        </a:rPr>
                        <a:t>SIMPLE FUTURE</a:t>
                      </a:r>
                    </a:p>
                    <a:p>
                      <a:pPr>
                        <a:lnSpc>
                          <a:spcPct val="200000"/>
                        </a:lnSpc>
                      </a:pPr>
                      <a:r>
                        <a:rPr lang="en-US" b="1" dirty="0">
                          <a:solidFill>
                            <a:schemeClr val="bg1"/>
                          </a:solidFill>
                        </a:rPr>
                        <a:t>CONTINUOUS</a:t>
                      </a:r>
                    </a:p>
                    <a:p>
                      <a:pPr>
                        <a:lnSpc>
                          <a:spcPct val="200000"/>
                        </a:lnSpc>
                      </a:pPr>
                      <a:r>
                        <a:rPr lang="en-US" b="1" dirty="0">
                          <a:solidFill>
                            <a:schemeClr val="bg1"/>
                          </a:solidFill>
                        </a:rPr>
                        <a:t>PERFECT CONTINUOUS</a:t>
                      </a:r>
                    </a:p>
                    <a:p>
                      <a:pPr>
                        <a:lnSpc>
                          <a:spcPct val="200000"/>
                        </a:lnSpc>
                      </a:pPr>
                      <a:r>
                        <a:rPr lang="en-US" b="1" dirty="0">
                          <a:solidFill>
                            <a:schemeClr val="bg1"/>
                          </a:solidFill>
                        </a:rPr>
                        <a:t>PERFECT</a:t>
                      </a:r>
                      <a:endParaRPr lang="en-IN" b="1" dirty="0">
                        <a:solidFill>
                          <a:schemeClr val="bg1"/>
                        </a:solidFill>
                      </a:endParaRPr>
                    </a:p>
                  </a:txBody>
                  <a:tcPr>
                    <a:solidFill>
                      <a:srgbClr val="C00000"/>
                    </a:solidFill>
                  </a:tcPr>
                </a:tc>
                <a:tc>
                  <a:txBody>
                    <a:bodyPr/>
                    <a:lstStyle/>
                    <a:p>
                      <a:pPr>
                        <a:lnSpc>
                          <a:spcPct val="200000"/>
                        </a:lnSpc>
                      </a:pPr>
                      <a:r>
                        <a:rPr lang="en-US" b="1" dirty="0">
                          <a:solidFill>
                            <a:schemeClr val="bg1"/>
                          </a:solidFill>
                        </a:rPr>
                        <a:t>NC+WILL/SHALL BE + V3</a:t>
                      </a:r>
                    </a:p>
                    <a:p>
                      <a:pPr>
                        <a:lnSpc>
                          <a:spcPct val="200000"/>
                        </a:lnSpc>
                      </a:pPr>
                      <a:r>
                        <a:rPr lang="en-US" b="1" dirty="0">
                          <a:solidFill>
                            <a:schemeClr val="bg1"/>
                          </a:solidFill>
                        </a:rPr>
                        <a:t>NC+WILL/SHALL BE+BEING+V3</a:t>
                      </a:r>
                    </a:p>
                    <a:p>
                      <a:pPr>
                        <a:lnSpc>
                          <a:spcPct val="100000"/>
                        </a:lnSpc>
                      </a:pPr>
                      <a:r>
                        <a:rPr lang="en-US" b="1" dirty="0">
                          <a:solidFill>
                            <a:schemeClr val="bg1"/>
                          </a:solidFill>
                        </a:rPr>
                        <a:t>NC+WILL/SHALL HAVE BEEN + BEING + V3</a:t>
                      </a:r>
                    </a:p>
                    <a:p>
                      <a:pPr>
                        <a:lnSpc>
                          <a:spcPct val="200000"/>
                        </a:lnSpc>
                      </a:pPr>
                      <a:r>
                        <a:rPr lang="en-US" b="1" dirty="0">
                          <a:solidFill>
                            <a:schemeClr val="bg1"/>
                          </a:solidFill>
                        </a:rPr>
                        <a:t>NC+WILL/SHALL HAVE BEEN +V3</a:t>
                      </a:r>
                      <a:endParaRPr lang="en-IN" b="1" dirty="0">
                        <a:solidFill>
                          <a:schemeClr val="bg1"/>
                        </a:solidFill>
                      </a:endParaRPr>
                    </a:p>
                  </a:txBody>
                  <a:tcPr>
                    <a:solidFill>
                      <a:srgbClr val="C00000"/>
                    </a:solidFill>
                  </a:tcPr>
                </a:tc>
                <a:tc>
                  <a:txBody>
                    <a:bodyPr/>
                    <a:lstStyle/>
                    <a:p>
                      <a:pPr>
                        <a:lnSpc>
                          <a:spcPct val="200000"/>
                        </a:lnSpc>
                      </a:pPr>
                      <a:r>
                        <a:rPr lang="en-US" b="1" dirty="0">
                          <a:solidFill>
                            <a:schemeClr val="bg1"/>
                          </a:solidFill>
                        </a:rPr>
                        <a:t> NC+ AM/IS/ARE+ V3</a:t>
                      </a:r>
                    </a:p>
                    <a:p>
                      <a:pPr>
                        <a:lnSpc>
                          <a:spcPct val="200000"/>
                        </a:lnSpc>
                      </a:pPr>
                      <a:r>
                        <a:rPr lang="en-US" b="1" dirty="0">
                          <a:solidFill>
                            <a:schemeClr val="bg1"/>
                          </a:solidFill>
                        </a:rPr>
                        <a:t>NC+ AM/IS/ARE+BEING+V3  </a:t>
                      </a:r>
                    </a:p>
                    <a:p>
                      <a:pPr>
                        <a:lnSpc>
                          <a:spcPct val="100000"/>
                        </a:lnSpc>
                      </a:pPr>
                      <a:r>
                        <a:rPr lang="en-US" b="1" dirty="0">
                          <a:solidFill>
                            <a:schemeClr val="bg1"/>
                          </a:solidFill>
                        </a:rPr>
                        <a:t>NC+ HAS/HAVE BEEN +BEING + V3 </a:t>
                      </a:r>
                    </a:p>
                    <a:p>
                      <a:pPr>
                        <a:lnSpc>
                          <a:spcPct val="200000"/>
                        </a:lnSpc>
                      </a:pPr>
                      <a:r>
                        <a:rPr lang="en-US" b="1" dirty="0">
                          <a:solidFill>
                            <a:schemeClr val="bg1"/>
                          </a:solidFill>
                        </a:rPr>
                        <a:t>NC+ HAS/HAVE +BEEN+V 3</a:t>
                      </a:r>
                      <a:endParaRPr lang="en-IN" b="1" dirty="0">
                        <a:solidFill>
                          <a:schemeClr val="bg1"/>
                        </a:solidFill>
                      </a:endParaRPr>
                    </a:p>
                    <a:p>
                      <a:pPr>
                        <a:lnSpc>
                          <a:spcPct val="200000"/>
                        </a:lnSpc>
                      </a:pPr>
                      <a:endParaRPr lang="en-IN" b="1" dirty="0">
                        <a:solidFill>
                          <a:schemeClr val="bg1"/>
                        </a:solidFill>
                      </a:endParaRPr>
                    </a:p>
                  </a:txBody>
                  <a:tcPr>
                    <a:solidFill>
                      <a:srgbClr val="C00000"/>
                    </a:solidFill>
                  </a:tcPr>
                </a:tc>
                <a:tc>
                  <a:txBody>
                    <a:bodyPr/>
                    <a:lstStyle/>
                    <a:p>
                      <a:pPr>
                        <a:lnSpc>
                          <a:spcPct val="200000"/>
                        </a:lnSpc>
                      </a:pPr>
                      <a:r>
                        <a:rPr lang="en-US" b="1" dirty="0">
                          <a:solidFill>
                            <a:schemeClr val="bg1"/>
                          </a:solidFill>
                        </a:rPr>
                        <a:t> NC+ WAS/WERE + V3</a:t>
                      </a:r>
                    </a:p>
                    <a:p>
                      <a:pPr>
                        <a:lnSpc>
                          <a:spcPct val="200000"/>
                        </a:lnSpc>
                      </a:pPr>
                      <a:r>
                        <a:rPr lang="en-US" b="1" dirty="0">
                          <a:solidFill>
                            <a:schemeClr val="bg1"/>
                          </a:solidFill>
                        </a:rPr>
                        <a:t> NC+ WAS/WERE +BEING+V3  </a:t>
                      </a:r>
                    </a:p>
                    <a:p>
                      <a:pPr>
                        <a:lnSpc>
                          <a:spcPct val="200000"/>
                        </a:lnSpc>
                      </a:pPr>
                      <a:r>
                        <a:rPr lang="en-US" b="1" dirty="0">
                          <a:solidFill>
                            <a:schemeClr val="bg1"/>
                          </a:solidFill>
                        </a:rPr>
                        <a:t>NC+ HAD BEEN +BEING + V3 </a:t>
                      </a:r>
                    </a:p>
                    <a:p>
                      <a:pPr>
                        <a:lnSpc>
                          <a:spcPct val="200000"/>
                        </a:lnSpc>
                      </a:pPr>
                      <a:r>
                        <a:rPr lang="en-US" b="1" dirty="0">
                          <a:solidFill>
                            <a:schemeClr val="bg1"/>
                          </a:solidFill>
                        </a:rPr>
                        <a:t>NC+ HAD+ BEEN  +V 3</a:t>
                      </a:r>
                      <a:endParaRPr lang="en-IN" b="1" dirty="0">
                        <a:solidFill>
                          <a:schemeClr val="bg1"/>
                        </a:solidFill>
                      </a:endParaRPr>
                    </a:p>
                    <a:p>
                      <a:pPr>
                        <a:lnSpc>
                          <a:spcPct val="200000"/>
                        </a:lnSpc>
                      </a:pPr>
                      <a:endParaRPr lang="en-IN" b="1" dirty="0">
                        <a:solidFill>
                          <a:schemeClr val="bg1"/>
                        </a:solidFill>
                      </a:endParaRPr>
                    </a:p>
                  </a:txBody>
                  <a:tcPr>
                    <a:solidFill>
                      <a:srgbClr val="C00000"/>
                    </a:solidFill>
                  </a:tcPr>
                </a:tc>
                <a:extLst>
                  <a:ext uri="{0D108BD9-81ED-4DB2-BD59-A6C34878D82A}">
                    <a16:rowId xmlns:a16="http://schemas.microsoft.com/office/drawing/2014/main" val="1159776239"/>
                  </a:ext>
                </a:extLst>
              </a:tr>
              <a:tr h="296649">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44567866"/>
                  </a:ext>
                </a:extLst>
              </a:tr>
              <a:tr h="296649">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77107740"/>
                  </a:ext>
                </a:extLst>
              </a:tr>
              <a:tr h="296649">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852364286"/>
                  </a:ext>
                </a:extLst>
              </a:tr>
              <a:tr h="296649">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939093617"/>
                  </a:ext>
                </a:extLst>
              </a:tr>
            </a:tbl>
          </a:graphicData>
        </a:graphic>
      </p:graphicFrame>
      <p:sp>
        <p:nvSpPr>
          <p:cNvPr id="5" name="Rectangle 4">
            <a:extLst>
              <a:ext uri="{FF2B5EF4-FFF2-40B4-BE49-F238E27FC236}">
                <a16:creationId xmlns:a16="http://schemas.microsoft.com/office/drawing/2014/main" id="{0E2C14D1-FB24-A23D-683E-FAE501665508}"/>
              </a:ext>
            </a:extLst>
          </p:cNvPr>
          <p:cNvSpPr/>
          <p:nvPr/>
        </p:nvSpPr>
        <p:spPr>
          <a:xfrm>
            <a:off x="167148" y="0"/>
            <a:ext cx="11739717" cy="830997"/>
          </a:xfrm>
          <a:prstGeom prst="rect">
            <a:avLst/>
          </a:prstGeom>
          <a:noFill/>
        </p:spPr>
        <p:txBody>
          <a:bodyPr wrap="square" lIns="91440" tIns="45720" rIns="91440" bIns="45720">
            <a:spAutoFit/>
          </a:bodyPr>
          <a:lstStyle/>
          <a:p>
            <a:pPr algn="ctr"/>
            <a:r>
              <a:rPr lang="en-US" sz="4800" b="0" cap="none" spc="0" dirty="0">
                <a:ln w="0"/>
                <a:solidFill>
                  <a:schemeClr val="tx1"/>
                </a:solidFill>
                <a:effectLst>
                  <a:outerShdw blurRad="38100" dist="19050" dir="2700000" algn="tl" rotWithShape="0">
                    <a:schemeClr val="dk1">
                      <a:alpha val="40000"/>
                    </a:schemeClr>
                  </a:outerShdw>
                </a:effectLst>
              </a:rPr>
              <a:t>PASSIVE FORM OF THE VERB(Main verb- V3)</a:t>
            </a:r>
          </a:p>
        </p:txBody>
      </p:sp>
    </p:spTree>
    <p:extLst>
      <p:ext uri="{BB962C8B-B14F-4D97-AF65-F5344CB8AC3E}">
        <p14:creationId xmlns:p14="http://schemas.microsoft.com/office/powerpoint/2010/main" val="1196061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B34A-BB80-DEFC-7441-DC4748FCDE08}"/>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2FD6729-40D3-3247-F779-0A861DC68E1F}"/>
              </a:ext>
            </a:extLst>
          </p:cNvPr>
          <p:cNvGraphicFramePr>
            <a:graphicFrameLocks noGrp="1"/>
          </p:cNvGraphicFramePr>
          <p:nvPr>
            <p:ph idx="1"/>
            <p:extLst>
              <p:ext uri="{D42A27DB-BD31-4B8C-83A1-F6EECF244321}">
                <p14:modId xmlns:p14="http://schemas.microsoft.com/office/powerpoint/2010/main" val="2145681965"/>
              </p:ext>
            </p:extLst>
          </p:nvPr>
        </p:nvGraphicFramePr>
        <p:xfrm>
          <a:off x="0" y="816084"/>
          <a:ext cx="12192000" cy="8305165"/>
        </p:xfrm>
        <a:graphic>
          <a:graphicData uri="http://schemas.openxmlformats.org/drawingml/2006/table">
            <a:tbl>
              <a:tblPr firstRow="1" bandRow="1">
                <a:tableStyleId>{5C22544A-7EE6-4342-B048-85BDC9FD1C3A}</a:tableStyleId>
              </a:tblPr>
              <a:tblGrid>
                <a:gridCol w="2389239">
                  <a:extLst>
                    <a:ext uri="{9D8B030D-6E8A-4147-A177-3AD203B41FA5}">
                      <a16:colId xmlns:a16="http://schemas.microsoft.com/office/drawing/2014/main" val="1784732261"/>
                    </a:ext>
                  </a:extLst>
                </a:gridCol>
                <a:gridCol w="3352800">
                  <a:extLst>
                    <a:ext uri="{9D8B030D-6E8A-4147-A177-3AD203B41FA5}">
                      <a16:colId xmlns:a16="http://schemas.microsoft.com/office/drawing/2014/main" val="3558277115"/>
                    </a:ext>
                  </a:extLst>
                </a:gridCol>
                <a:gridCol w="3401961">
                  <a:extLst>
                    <a:ext uri="{9D8B030D-6E8A-4147-A177-3AD203B41FA5}">
                      <a16:colId xmlns:a16="http://schemas.microsoft.com/office/drawing/2014/main" val="1922180524"/>
                    </a:ext>
                  </a:extLst>
                </a:gridCol>
                <a:gridCol w="3048000">
                  <a:extLst>
                    <a:ext uri="{9D8B030D-6E8A-4147-A177-3AD203B41FA5}">
                      <a16:colId xmlns:a16="http://schemas.microsoft.com/office/drawing/2014/main" val="1746536657"/>
                    </a:ext>
                  </a:extLst>
                </a:gridCol>
              </a:tblGrid>
              <a:tr h="3360541">
                <a:tc>
                  <a:txBody>
                    <a:bodyPr/>
                    <a:lstStyle/>
                    <a:p>
                      <a:pPr>
                        <a:lnSpc>
                          <a:spcPct val="100000"/>
                        </a:lnSpc>
                      </a:pPr>
                      <a:r>
                        <a:rPr lang="en-US" dirty="0"/>
                        <a:t> TENSE FORMS </a:t>
                      </a:r>
                    </a:p>
                    <a:p>
                      <a:pPr>
                        <a:lnSpc>
                          <a:spcPct val="200000"/>
                        </a:lnSpc>
                      </a:pPr>
                      <a:r>
                        <a:rPr lang="en-US" b="1" dirty="0">
                          <a:solidFill>
                            <a:schemeClr val="bg1"/>
                          </a:solidFill>
                        </a:rPr>
                        <a:t>SIMPLE  </a:t>
                      </a:r>
                    </a:p>
                    <a:p>
                      <a:pPr>
                        <a:lnSpc>
                          <a:spcPct val="200000"/>
                        </a:lnSpc>
                      </a:pPr>
                      <a:r>
                        <a:rPr lang="en-US" b="1" dirty="0">
                          <a:solidFill>
                            <a:schemeClr val="bg1"/>
                          </a:solidFill>
                        </a:rPr>
                        <a:t>CONTINUOUS</a:t>
                      </a:r>
                    </a:p>
                    <a:p>
                      <a:pPr>
                        <a:lnSpc>
                          <a:spcPct val="200000"/>
                        </a:lnSpc>
                      </a:pPr>
                      <a:endParaRPr lang="en-US" b="1" dirty="0">
                        <a:solidFill>
                          <a:schemeClr val="bg1"/>
                        </a:solidFill>
                      </a:endParaRPr>
                    </a:p>
                    <a:p>
                      <a:pPr>
                        <a:lnSpc>
                          <a:spcPct val="200000"/>
                        </a:lnSpc>
                      </a:pPr>
                      <a:r>
                        <a:rPr lang="en-US" b="1" dirty="0">
                          <a:solidFill>
                            <a:schemeClr val="bg1"/>
                          </a:solidFill>
                        </a:rPr>
                        <a:t>PERFECT CONTINUOUS</a:t>
                      </a:r>
                    </a:p>
                    <a:p>
                      <a:pPr>
                        <a:lnSpc>
                          <a:spcPct val="200000"/>
                        </a:lnSpc>
                      </a:pPr>
                      <a:endParaRPr lang="en-US" b="1" dirty="0">
                        <a:solidFill>
                          <a:schemeClr val="bg1"/>
                        </a:solidFill>
                      </a:endParaRPr>
                    </a:p>
                    <a:p>
                      <a:pPr>
                        <a:lnSpc>
                          <a:spcPct val="200000"/>
                        </a:lnSpc>
                      </a:pPr>
                      <a:r>
                        <a:rPr lang="en-US" b="1" dirty="0">
                          <a:solidFill>
                            <a:schemeClr val="bg1"/>
                          </a:solidFill>
                        </a:rPr>
                        <a:t>PERFECT</a:t>
                      </a:r>
                      <a:endParaRPr lang="en-IN" b="1" dirty="0">
                        <a:solidFill>
                          <a:schemeClr val="bg1"/>
                        </a:solidFill>
                      </a:endParaRPr>
                    </a:p>
                    <a:p>
                      <a:pPr>
                        <a:lnSpc>
                          <a:spcPct val="100000"/>
                        </a:lnSpc>
                      </a:pPr>
                      <a:endParaRPr lang="en-IN" dirty="0"/>
                    </a:p>
                  </a:txBody>
                  <a:tcPr>
                    <a:solidFill>
                      <a:srgbClr val="002060"/>
                    </a:solidFill>
                  </a:tcPr>
                </a:tc>
                <a:tc>
                  <a:txBody>
                    <a:bodyPr/>
                    <a:lstStyle/>
                    <a:p>
                      <a:pPr>
                        <a:lnSpc>
                          <a:spcPct val="100000"/>
                        </a:lnSpc>
                      </a:pPr>
                      <a:r>
                        <a:rPr lang="en-US" dirty="0"/>
                        <a:t>FUTURE (WILL)</a:t>
                      </a:r>
                    </a:p>
                    <a:p>
                      <a:pPr>
                        <a:lnSpc>
                          <a:spcPct val="100000"/>
                        </a:lnSpc>
                      </a:pPr>
                      <a:r>
                        <a:rPr lang="en-US" dirty="0"/>
                        <a:t>I-THEY  WILL    SPEAK</a:t>
                      </a:r>
                    </a:p>
                    <a:p>
                      <a:pPr>
                        <a:lnSpc>
                          <a:spcPct val="100000"/>
                        </a:lnSpc>
                      </a:pPr>
                      <a:endParaRPr lang="en-US" dirty="0"/>
                    </a:p>
                    <a:p>
                      <a:pPr>
                        <a:lnSpc>
                          <a:spcPct val="100000"/>
                        </a:lnSpc>
                      </a:pPr>
                      <a:endParaRPr lang="en-US" dirty="0"/>
                    </a:p>
                    <a:p>
                      <a:pPr>
                        <a:lnSpc>
                          <a:spcPct val="100000"/>
                        </a:lnSpc>
                      </a:pPr>
                      <a:r>
                        <a:rPr lang="en-US" dirty="0"/>
                        <a:t>I –THEY WILL BE SPEAKING</a:t>
                      </a:r>
                    </a:p>
                    <a:p>
                      <a:pPr>
                        <a:lnSpc>
                          <a:spcPct val="100000"/>
                        </a:lnSpc>
                      </a:pPr>
                      <a:endParaRPr lang="en-US" dirty="0"/>
                    </a:p>
                    <a:p>
                      <a:pPr>
                        <a:lnSpc>
                          <a:spcPct val="100000"/>
                        </a:lnSpc>
                      </a:pPr>
                      <a:endParaRPr lang="en-US" dirty="0"/>
                    </a:p>
                    <a:p>
                      <a:pPr>
                        <a:lnSpc>
                          <a:spcPct val="100000"/>
                        </a:lnSpc>
                      </a:pPr>
                      <a:r>
                        <a:rPr lang="en-US" dirty="0"/>
                        <a:t>I –THEY WILL HAVE BEEN SPEAKING</a:t>
                      </a:r>
                    </a:p>
                    <a:p>
                      <a:pPr>
                        <a:lnSpc>
                          <a:spcPct val="100000"/>
                        </a:lnSpc>
                      </a:pPr>
                      <a:endParaRPr lang="en-US" dirty="0"/>
                    </a:p>
                    <a:p>
                      <a:pPr>
                        <a:lnSpc>
                          <a:spcPct val="100000"/>
                        </a:lnSpc>
                      </a:pPr>
                      <a:endParaRPr lang="en-US" dirty="0"/>
                    </a:p>
                    <a:p>
                      <a:pPr>
                        <a:lnSpc>
                          <a:spcPct val="100000"/>
                        </a:lnSpc>
                      </a:pPr>
                      <a:r>
                        <a:rPr lang="en-US" dirty="0"/>
                        <a:t>I –THEY WILL HAVE   SPOKEN</a:t>
                      </a:r>
                    </a:p>
                    <a:p>
                      <a:pPr>
                        <a:lnSpc>
                          <a:spcPct val="100000"/>
                        </a:lnSpc>
                      </a:pPr>
                      <a:endParaRPr lang="en-IN" dirty="0"/>
                    </a:p>
                  </a:txBody>
                  <a:tcPr>
                    <a:solidFill>
                      <a:srgbClr val="002060"/>
                    </a:solidFill>
                  </a:tcPr>
                </a:tc>
                <a:tc>
                  <a:txBody>
                    <a:bodyPr/>
                    <a:lstStyle/>
                    <a:p>
                      <a:pPr>
                        <a:lnSpc>
                          <a:spcPct val="100000"/>
                        </a:lnSpc>
                      </a:pPr>
                      <a:r>
                        <a:rPr lang="en-US" dirty="0"/>
                        <a:t>PRESENT</a:t>
                      </a:r>
                    </a:p>
                    <a:p>
                      <a:pPr>
                        <a:lnSpc>
                          <a:spcPct val="100000"/>
                        </a:lnSpc>
                      </a:pPr>
                      <a:r>
                        <a:rPr lang="en-US" dirty="0"/>
                        <a:t>I/YOU/WE/YOU/THEY +V1</a:t>
                      </a:r>
                    </a:p>
                    <a:p>
                      <a:pPr>
                        <a:lnSpc>
                          <a:spcPct val="100000"/>
                        </a:lnSpc>
                      </a:pPr>
                      <a:r>
                        <a:rPr lang="en-US" u="none" strike="noStrike" dirty="0"/>
                        <a:t>HE/SHE/IT +VI+S OR 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600" dirty="0"/>
                        <a:t>I +AM+ING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YOU/WE/YOU/THEY +ARE+ING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HE/SHE/IT+ IS +ING</a:t>
                      </a:r>
                    </a:p>
                    <a:p>
                      <a:pPr>
                        <a:lnSpc>
                          <a:spcPct val="100000"/>
                        </a:lnSpc>
                      </a:pPr>
                      <a:r>
                        <a:rPr lang="en-US" dirty="0"/>
                        <a:t> </a:t>
                      </a:r>
                    </a:p>
                    <a:p>
                      <a:pPr>
                        <a:lnSpc>
                          <a:spcPct val="100000"/>
                        </a:lnSpc>
                      </a:pPr>
                      <a:r>
                        <a:rPr lang="en-US" sz="1400" dirty="0"/>
                        <a:t>I</a:t>
                      </a:r>
                      <a:r>
                        <a:rPr lang="en-US" sz="1600" dirty="0"/>
                        <a:t>/YOU/WE/YOU/THEY HAVE  BEEN +ING</a:t>
                      </a:r>
                    </a:p>
                    <a:p>
                      <a:pPr>
                        <a:lnSpc>
                          <a:spcPct val="100000"/>
                        </a:lnSpc>
                      </a:pPr>
                      <a:r>
                        <a:rPr lang="en-US" sz="1600" dirty="0"/>
                        <a:t>HE/SHE/IT + HAS BEEN +ING</a:t>
                      </a:r>
                    </a:p>
                    <a:p>
                      <a:pPr>
                        <a:lnSpc>
                          <a:spcPct val="100000"/>
                        </a:lnSpc>
                      </a:pPr>
                      <a:r>
                        <a:rPr lang="en-US" sz="2000" dirty="0"/>
                        <a:t> </a:t>
                      </a:r>
                    </a:p>
                    <a:p>
                      <a:pPr>
                        <a:lnSpc>
                          <a:spcPct val="100000"/>
                        </a:lnSpc>
                      </a:pPr>
                      <a:endParaRPr lang="en-US" dirty="0"/>
                    </a:p>
                    <a:p>
                      <a:pPr>
                        <a:lnSpc>
                          <a:spcPct val="100000"/>
                        </a:lnSpc>
                      </a:pPr>
                      <a:r>
                        <a:rPr lang="en-US" dirty="0"/>
                        <a:t>I/YOU/WE/YOU/THEY +HAVE +V3</a:t>
                      </a:r>
                    </a:p>
                    <a:p>
                      <a:pPr>
                        <a:lnSpc>
                          <a:spcPct val="100000"/>
                        </a:lnSpc>
                      </a:pPr>
                      <a:r>
                        <a:rPr lang="en-US" dirty="0"/>
                        <a:t>HE/SHE/IT +HAS+ V3</a:t>
                      </a:r>
                    </a:p>
                    <a:p>
                      <a:pPr>
                        <a:lnSpc>
                          <a:spcPct val="100000"/>
                        </a:lnSpc>
                      </a:pPr>
                      <a:endParaRPr lang="en-IN" dirty="0"/>
                    </a:p>
                  </a:txBody>
                  <a:tcPr>
                    <a:solidFill>
                      <a:srgbClr val="002060"/>
                    </a:solidFill>
                  </a:tcPr>
                </a:tc>
                <a:tc>
                  <a:txBody>
                    <a:bodyPr/>
                    <a:lstStyle/>
                    <a:p>
                      <a:pPr>
                        <a:lnSpc>
                          <a:spcPct val="100000"/>
                        </a:lnSpc>
                      </a:pPr>
                      <a:r>
                        <a:rPr lang="en-US" dirty="0"/>
                        <a:t>PAST</a:t>
                      </a:r>
                    </a:p>
                    <a:p>
                      <a:pPr>
                        <a:lnSpc>
                          <a:spcPct val="100000"/>
                        </a:lnSpc>
                      </a:pPr>
                      <a:r>
                        <a:rPr lang="en-US" dirty="0"/>
                        <a:t> I-THEY  +V2 (DID)</a:t>
                      </a:r>
                    </a:p>
                    <a:p>
                      <a:pPr>
                        <a:lnSpc>
                          <a:spcPct val="100000"/>
                        </a:lnSpc>
                      </a:pPr>
                      <a:r>
                        <a:rPr lang="en-US" dirty="0"/>
                        <a:t> </a:t>
                      </a:r>
                    </a:p>
                    <a:p>
                      <a:pPr>
                        <a:lnSpc>
                          <a:spcPct val="100000"/>
                        </a:lnSpc>
                      </a:pPr>
                      <a:endParaRPr lang="en-US" sz="1600" dirty="0"/>
                    </a:p>
                    <a:p>
                      <a:pPr>
                        <a:lnSpc>
                          <a:spcPct val="100000"/>
                        </a:lnSpc>
                      </a:pPr>
                      <a:r>
                        <a:rPr lang="en-US" sz="1600" dirty="0"/>
                        <a:t>YOU/WE/YOU/THEY +WERE  +ING</a:t>
                      </a:r>
                    </a:p>
                    <a:p>
                      <a:pPr>
                        <a:lnSpc>
                          <a:spcPct val="100000"/>
                        </a:lnSpc>
                      </a:pPr>
                      <a:r>
                        <a:rPr lang="en-US" sz="1600" dirty="0"/>
                        <a:t>I+AM+ING/HE+WAS +ING</a:t>
                      </a:r>
                    </a:p>
                    <a:p>
                      <a:pPr>
                        <a:lnSpc>
                          <a:spcPct val="100000"/>
                        </a:lnSpc>
                      </a:pPr>
                      <a:r>
                        <a:rPr lang="en-US" sz="1600" dirty="0"/>
                        <a:t>I-THEY + HAD BEEN +ING</a:t>
                      </a:r>
                    </a:p>
                    <a:p>
                      <a:pPr>
                        <a:lnSpc>
                          <a:spcPct val="100000"/>
                        </a:lnSpc>
                      </a:pPr>
                      <a:endParaRPr lang="en-US" sz="1600" dirty="0"/>
                    </a:p>
                    <a:p>
                      <a:pPr>
                        <a:lnSpc>
                          <a:spcPct val="100000"/>
                        </a:lnSpc>
                      </a:pPr>
                      <a:endParaRPr lang="en-US" dirty="0"/>
                    </a:p>
                    <a:p>
                      <a:pPr>
                        <a:lnSpc>
                          <a:spcPct val="100000"/>
                        </a:lnSpc>
                      </a:pPr>
                      <a:endParaRPr lang="en-US" dirty="0"/>
                    </a:p>
                    <a:p>
                      <a:pPr>
                        <a:lnSpc>
                          <a:spcPct val="100000"/>
                        </a:lnSpc>
                      </a:pPr>
                      <a:endParaRPr lang="en-US" dirty="0"/>
                    </a:p>
                    <a:p>
                      <a:pPr>
                        <a:lnSpc>
                          <a:spcPct val="100000"/>
                        </a:lnSpc>
                      </a:pPr>
                      <a:r>
                        <a:rPr lang="en-US" dirty="0"/>
                        <a:t>I-THEY HAD +V3</a:t>
                      </a:r>
                    </a:p>
                    <a:p>
                      <a:pPr>
                        <a:lnSpc>
                          <a:spcPct val="100000"/>
                        </a:lnSpc>
                      </a:pPr>
                      <a:endParaRPr lang="en-IN" dirty="0"/>
                    </a:p>
                  </a:txBody>
                  <a:tcPr>
                    <a:solidFill>
                      <a:srgbClr val="002060"/>
                    </a:solidFill>
                  </a:tcPr>
                </a:tc>
                <a:extLst>
                  <a:ext uri="{0D108BD9-81ED-4DB2-BD59-A6C34878D82A}">
                    <a16:rowId xmlns:a16="http://schemas.microsoft.com/office/drawing/2014/main" val="590556408"/>
                  </a:ext>
                </a:extLst>
              </a:tr>
              <a:tr h="2269097">
                <a:tc>
                  <a:txBody>
                    <a:bodyPr/>
                    <a:lstStyle/>
                    <a:p>
                      <a:pPr>
                        <a:lnSpc>
                          <a:spcPct val="200000"/>
                        </a:lnSpc>
                      </a:pPr>
                      <a:r>
                        <a:rPr lang="en-US" b="1" dirty="0">
                          <a:solidFill>
                            <a:schemeClr val="bg1"/>
                          </a:solidFill>
                        </a:rPr>
                        <a:t>SIMPLE FUTURE</a:t>
                      </a:r>
                    </a:p>
                    <a:p>
                      <a:pPr>
                        <a:lnSpc>
                          <a:spcPct val="200000"/>
                        </a:lnSpc>
                      </a:pPr>
                      <a:r>
                        <a:rPr lang="en-US" b="1" dirty="0">
                          <a:solidFill>
                            <a:schemeClr val="bg1"/>
                          </a:solidFill>
                        </a:rPr>
                        <a:t>CONTINUOUS</a:t>
                      </a:r>
                    </a:p>
                    <a:p>
                      <a:pPr>
                        <a:lnSpc>
                          <a:spcPct val="200000"/>
                        </a:lnSpc>
                      </a:pPr>
                      <a:r>
                        <a:rPr lang="en-US" b="1" dirty="0">
                          <a:solidFill>
                            <a:schemeClr val="bg1"/>
                          </a:solidFill>
                        </a:rPr>
                        <a:t>PERFECT CONTINUOUS</a:t>
                      </a:r>
                    </a:p>
                    <a:p>
                      <a:pPr>
                        <a:lnSpc>
                          <a:spcPct val="200000"/>
                        </a:lnSpc>
                      </a:pPr>
                      <a:r>
                        <a:rPr lang="en-US" b="1" dirty="0">
                          <a:solidFill>
                            <a:schemeClr val="bg1"/>
                          </a:solidFill>
                        </a:rPr>
                        <a:t>PERFECT</a:t>
                      </a:r>
                      <a:endParaRPr lang="en-IN" b="1" dirty="0">
                        <a:solidFill>
                          <a:schemeClr val="bg1"/>
                        </a:solidFill>
                      </a:endParaRPr>
                    </a:p>
                  </a:txBody>
                  <a:tcPr>
                    <a:solidFill>
                      <a:srgbClr val="C00000"/>
                    </a:solidFill>
                  </a:tcPr>
                </a:tc>
                <a:tc>
                  <a:txBody>
                    <a:bodyPr/>
                    <a:lstStyle/>
                    <a:p>
                      <a:pPr>
                        <a:lnSpc>
                          <a:spcPct val="200000"/>
                        </a:lnSpc>
                      </a:pPr>
                      <a:r>
                        <a:rPr lang="en-US" b="1" dirty="0">
                          <a:solidFill>
                            <a:schemeClr val="bg1"/>
                          </a:solidFill>
                        </a:rPr>
                        <a:t>NC+WILL/SHALL+VI</a:t>
                      </a:r>
                    </a:p>
                    <a:p>
                      <a:pPr>
                        <a:lnSpc>
                          <a:spcPct val="200000"/>
                        </a:lnSpc>
                      </a:pPr>
                      <a:r>
                        <a:rPr lang="en-US" b="1" dirty="0">
                          <a:solidFill>
                            <a:schemeClr val="bg1"/>
                          </a:solidFill>
                        </a:rPr>
                        <a:t>NC+WILL/SHALL +BE+ING</a:t>
                      </a:r>
                    </a:p>
                    <a:p>
                      <a:pPr>
                        <a:lnSpc>
                          <a:spcPct val="100000"/>
                        </a:lnSpc>
                      </a:pPr>
                      <a:r>
                        <a:rPr lang="en-US" b="1" dirty="0">
                          <a:solidFill>
                            <a:schemeClr val="bg1"/>
                          </a:solidFill>
                        </a:rPr>
                        <a:t>NC+WILL/SHALL+ HAVE BEEN + ING</a:t>
                      </a:r>
                    </a:p>
                    <a:p>
                      <a:pPr>
                        <a:lnSpc>
                          <a:spcPct val="200000"/>
                        </a:lnSpc>
                      </a:pPr>
                      <a:r>
                        <a:rPr lang="en-US" b="1" dirty="0">
                          <a:solidFill>
                            <a:schemeClr val="bg1"/>
                          </a:solidFill>
                        </a:rPr>
                        <a:t>NC+WILL/SHALL +HAVE +V3</a:t>
                      </a:r>
                      <a:endParaRPr lang="en-IN" b="1" dirty="0">
                        <a:solidFill>
                          <a:schemeClr val="bg1"/>
                        </a:solidFill>
                      </a:endParaRPr>
                    </a:p>
                  </a:txBody>
                  <a:tcPr>
                    <a:solidFill>
                      <a:srgbClr val="C00000"/>
                    </a:solidFill>
                  </a:tcPr>
                </a:tc>
                <a:tc>
                  <a:txBody>
                    <a:bodyPr/>
                    <a:lstStyle/>
                    <a:p>
                      <a:pPr>
                        <a:lnSpc>
                          <a:spcPct val="100000"/>
                        </a:lnSpc>
                      </a:pPr>
                      <a:r>
                        <a:rPr lang="en-US" b="1" dirty="0">
                          <a:solidFill>
                            <a:schemeClr val="bg1"/>
                          </a:solidFill>
                        </a:rPr>
                        <a:t> NC +V1 (3</a:t>
                      </a:r>
                      <a:r>
                        <a:rPr lang="en-US" b="1" baseline="30000" dirty="0">
                          <a:solidFill>
                            <a:schemeClr val="bg1"/>
                          </a:solidFill>
                        </a:rPr>
                        <a:t>RD</a:t>
                      </a:r>
                      <a:r>
                        <a:rPr lang="en-US" b="1" dirty="0">
                          <a:solidFill>
                            <a:schemeClr val="bg1"/>
                          </a:solidFill>
                        </a:rPr>
                        <a:t> PERSON SING.+S OR ES/DO/DOES)</a:t>
                      </a:r>
                    </a:p>
                    <a:p>
                      <a:pPr>
                        <a:lnSpc>
                          <a:spcPct val="200000"/>
                        </a:lnSpc>
                      </a:pPr>
                      <a:r>
                        <a:rPr lang="en-US" b="1" dirty="0">
                          <a:solidFill>
                            <a:schemeClr val="bg1"/>
                          </a:solidFill>
                        </a:rPr>
                        <a:t>NC+AM/IS/ARE+ING</a:t>
                      </a:r>
                    </a:p>
                    <a:p>
                      <a:pPr>
                        <a:lnSpc>
                          <a:spcPct val="200000"/>
                        </a:lnSpc>
                      </a:pPr>
                      <a:r>
                        <a:rPr lang="en-US" b="1" dirty="0">
                          <a:solidFill>
                            <a:schemeClr val="bg1"/>
                          </a:solidFill>
                        </a:rPr>
                        <a:t>NC+HAS/HAVE BEEN + ING</a:t>
                      </a:r>
                    </a:p>
                    <a:p>
                      <a:pPr>
                        <a:lnSpc>
                          <a:spcPct val="200000"/>
                        </a:lnSpc>
                      </a:pPr>
                      <a:r>
                        <a:rPr lang="en-US" b="1" dirty="0">
                          <a:solidFill>
                            <a:schemeClr val="bg1"/>
                          </a:solidFill>
                        </a:rPr>
                        <a:t>NC+HAS/HAVE + V 3</a:t>
                      </a:r>
                      <a:endParaRPr lang="en-IN" b="1" dirty="0">
                        <a:solidFill>
                          <a:schemeClr val="bg1"/>
                        </a:solidFill>
                      </a:endParaRPr>
                    </a:p>
                    <a:p>
                      <a:pPr>
                        <a:lnSpc>
                          <a:spcPct val="200000"/>
                        </a:lnSpc>
                      </a:pPr>
                      <a:endParaRPr lang="en-IN" b="1" dirty="0">
                        <a:solidFill>
                          <a:schemeClr val="bg1"/>
                        </a:solidFill>
                      </a:endParaRPr>
                    </a:p>
                  </a:txBody>
                  <a:tcPr>
                    <a:solidFill>
                      <a:srgbClr val="C00000"/>
                    </a:solidFill>
                  </a:tcPr>
                </a:tc>
                <a:tc>
                  <a:txBody>
                    <a:bodyPr/>
                    <a:lstStyle/>
                    <a:p>
                      <a:pPr>
                        <a:lnSpc>
                          <a:spcPct val="200000"/>
                        </a:lnSpc>
                      </a:pPr>
                      <a:r>
                        <a:rPr lang="en-US" b="1" dirty="0">
                          <a:solidFill>
                            <a:schemeClr val="bg1"/>
                          </a:solidFill>
                        </a:rPr>
                        <a:t> NC+WAS/WERE + V3</a:t>
                      </a:r>
                    </a:p>
                    <a:p>
                      <a:pPr>
                        <a:lnSpc>
                          <a:spcPct val="200000"/>
                        </a:lnSpc>
                      </a:pPr>
                      <a:r>
                        <a:rPr lang="en-US" b="1" dirty="0">
                          <a:solidFill>
                            <a:schemeClr val="bg1"/>
                          </a:solidFill>
                        </a:rPr>
                        <a:t> NC+WAS/WERE +BEING+V3  </a:t>
                      </a:r>
                    </a:p>
                    <a:p>
                      <a:pPr>
                        <a:lnSpc>
                          <a:spcPct val="200000"/>
                        </a:lnSpc>
                      </a:pPr>
                      <a:r>
                        <a:rPr lang="en-US" b="1" dirty="0">
                          <a:solidFill>
                            <a:schemeClr val="bg1"/>
                          </a:solidFill>
                        </a:rPr>
                        <a:t>NC+HAD BEEN + V3 </a:t>
                      </a:r>
                    </a:p>
                    <a:p>
                      <a:pPr>
                        <a:lnSpc>
                          <a:spcPct val="200000"/>
                        </a:lnSpc>
                      </a:pPr>
                      <a:r>
                        <a:rPr lang="en-US" b="1" dirty="0">
                          <a:solidFill>
                            <a:schemeClr val="bg1"/>
                          </a:solidFill>
                        </a:rPr>
                        <a:t>NC+HAD+ BEEN  +V 3</a:t>
                      </a:r>
                      <a:endParaRPr lang="en-IN" b="1" dirty="0">
                        <a:solidFill>
                          <a:schemeClr val="bg1"/>
                        </a:solidFill>
                      </a:endParaRPr>
                    </a:p>
                    <a:p>
                      <a:pPr>
                        <a:lnSpc>
                          <a:spcPct val="200000"/>
                        </a:lnSpc>
                      </a:pPr>
                      <a:endParaRPr lang="en-IN" b="1" dirty="0">
                        <a:solidFill>
                          <a:schemeClr val="bg1"/>
                        </a:solidFill>
                      </a:endParaRPr>
                    </a:p>
                  </a:txBody>
                  <a:tcPr>
                    <a:solidFill>
                      <a:srgbClr val="C00000"/>
                    </a:solidFill>
                  </a:tcPr>
                </a:tc>
                <a:extLst>
                  <a:ext uri="{0D108BD9-81ED-4DB2-BD59-A6C34878D82A}">
                    <a16:rowId xmlns:a16="http://schemas.microsoft.com/office/drawing/2014/main" val="1159776239"/>
                  </a:ext>
                </a:extLst>
              </a:tr>
              <a:tr h="300944">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44567866"/>
                  </a:ext>
                </a:extLst>
              </a:tr>
              <a:tr h="300944">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77107740"/>
                  </a:ext>
                </a:extLst>
              </a:tr>
              <a:tr h="300944">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852364286"/>
                  </a:ext>
                </a:extLst>
              </a:tr>
              <a:tr h="300944">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939093617"/>
                  </a:ext>
                </a:extLst>
              </a:tr>
            </a:tbl>
          </a:graphicData>
        </a:graphic>
      </p:graphicFrame>
      <p:sp>
        <p:nvSpPr>
          <p:cNvPr id="5" name="Rectangle 4">
            <a:extLst>
              <a:ext uri="{FF2B5EF4-FFF2-40B4-BE49-F238E27FC236}">
                <a16:creationId xmlns:a16="http://schemas.microsoft.com/office/drawing/2014/main" id="{7087DFEC-B4F6-EB6E-7306-27C6602A538F}"/>
              </a:ext>
            </a:extLst>
          </p:cNvPr>
          <p:cNvSpPr/>
          <p:nvPr/>
        </p:nvSpPr>
        <p:spPr>
          <a:xfrm>
            <a:off x="167148" y="0"/>
            <a:ext cx="11739717" cy="830997"/>
          </a:xfrm>
          <a:prstGeom prst="rect">
            <a:avLst/>
          </a:prstGeom>
          <a:noFill/>
        </p:spPr>
        <p:txBody>
          <a:bodyPr wrap="square" lIns="91440" tIns="45720" rIns="91440" bIns="45720">
            <a:spAutoFit/>
          </a:bodyPr>
          <a:lstStyle/>
          <a:p>
            <a:pPr algn="ctr"/>
            <a:r>
              <a:rPr lang="en-US" sz="4800" b="0" cap="none" spc="0" dirty="0">
                <a:ln w="0"/>
                <a:solidFill>
                  <a:schemeClr val="tx1"/>
                </a:solidFill>
                <a:effectLst>
                  <a:outerShdw blurRad="38100" dist="19050" dir="2700000" algn="tl" rotWithShape="0">
                    <a:schemeClr val="dk1">
                      <a:alpha val="40000"/>
                    </a:schemeClr>
                  </a:outerShdw>
                </a:effectLst>
              </a:rPr>
              <a:t>ACTIVE  FORM OF THE VERB </a:t>
            </a:r>
          </a:p>
        </p:txBody>
      </p:sp>
    </p:spTree>
    <p:extLst>
      <p:ext uri="{BB962C8B-B14F-4D97-AF65-F5344CB8AC3E}">
        <p14:creationId xmlns:p14="http://schemas.microsoft.com/office/powerpoint/2010/main" val="4164639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5003" y="0"/>
            <a:ext cx="10928797" cy="6858000"/>
          </a:xfrm>
        </p:spPr>
        <p:txBody>
          <a:bodyPr>
            <a:noAutofit/>
          </a:bodyPr>
          <a:lstStyle/>
          <a:p>
            <a:endParaRPr lang="en-IN" sz="3600" dirty="0"/>
          </a:p>
        </p:txBody>
      </p:sp>
      <p:graphicFrame>
        <p:nvGraphicFramePr>
          <p:cNvPr id="2" name="Diagram 1">
            <a:extLst>
              <a:ext uri="{FF2B5EF4-FFF2-40B4-BE49-F238E27FC236}">
                <a16:creationId xmlns:a16="http://schemas.microsoft.com/office/drawing/2014/main" id="{673B89DA-E4DD-3EAE-2F8A-D2699F38309A}"/>
              </a:ext>
            </a:extLst>
          </p:cNvPr>
          <p:cNvGraphicFramePr/>
          <p:nvPr>
            <p:extLst>
              <p:ext uri="{D42A27DB-BD31-4B8C-83A1-F6EECF244321}">
                <p14:modId xmlns:p14="http://schemas.microsoft.com/office/powerpoint/2010/main" val="2079731083"/>
              </p:ext>
            </p:extLst>
          </p:nvPr>
        </p:nvGraphicFramePr>
        <p:xfrm>
          <a:off x="0" y="95693"/>
          <a:ext cx="12192000" cy="66347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5082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950359682"/>
              </p:ext>
            </p:extLst>
          </p:nvPr>
        </p:nvGraphicFramePr>
        <p:xfrm>
          <a:off x="838200" y="0"/>
          <a:ext cx="9989820" cy="5679583"/>
        </p:xfrm>
        <a:graphic>
          <a:graphicData uri="http://schemas.openxmlformats.org/drawingml/2006/table">
            <a:tbl>
              <a:tblPr/>
              <a:tblGrid>
                <a:gridCol w="9989820">
                  <a:extLst>
                    <a:ext uri="{9D8B030D-6E8A-4147-A177-3AD203B41FA5}">
                      <a16:colId xmlns:a16="http://schemas.microsoft.com/office/drawing/2014/main" val="20000"/>
                    </a:ext>
                  </a:extLst>
                </a:gridCol>
              </a:tblGrid>
              <a:tr h="5679583">
                <a:tc>
                  <a:txBody>
                    <a:bodyPr/>
                    <a:lstStyle/>
                    <a:p>
                      <a:endParaRPr lang="en-IN" dirty="0"/>
                    </a:p>
                  </a:txBody>
                  <a:tcPr marL="9525" marR="9525" marT="9525" marB="9525"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5" name="Rectangle 1">
            <a:hlinkClick r:id="rId2"/>
          </p:cNvPr>
          <p:cNvSpPr>
            <a:spLocks noChangeArrowheads="1"/>
          </p:cNvSpPr>
          <p:nvPr/>
        </p:nvSpPr>
        <p:spPr bwMode="auto">
          <a:xfrm>
            <a:off x="752222" y="405111"/>
            <a:ext cx="1286933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anose="020B0604020202020204" pitchFamily="34" charset="0"/>
              </a:rPr>
              <a:t>Basic Examples</a:t>
            </a:r>
            <a:r>
              <a:rPr kumimoji="0" lang="en-US" sz="1300" b="1" i="0" u="none" strike="noStrike" cap="none" normalizeH="0" baseline="0" dirty="0">
                <a:ln>
                  <a:noFill/>
                </a:ln>
                <a:solidFill>
                  <a:schemeClr val="tx1"/>
                </a:solidFill>
                <a:effectLst/>
                <a:latin typeface="Arial" panose="020B0604020202020204" pitchFamily="34" charset="0"/>
              </a:rPr>
              <a:t> </a:t>
            </a:r>
            <a:r>
              <a:rPr kumimoji="0" lang="en-US" sz="1300" b="1" i="0" u="none" strike="noStrike" cap="none" normalizeH="0" baseline="0" dirty="0">
                <a:ln>
                  <a:noFill/>
                </a:ln>
                <a:solidFill>
                  <a:schemeClr val="tx1"/>
                </a:solidFill>
                <a:effectLst/>
                <a:latin typeface="Arial" panose="020B0604020202020204" pitchFamily="34" charset="0"/>
                <a:hlinkClick r:id="rId3"/>
              </a:rPr>
              <a:t>^</a:t>
            </a:r>
            <a:endParaRPr kumimoji="0" lang="en-US" sz="13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Diagram 1">
            <a:extLst>
              <a:ext uri="{FF2B5EF4-FFF2-40B4-BE49-F238E27FC236}">
                <a16:creationId xmlns:a16="http://schemas.microsoft.com/office/drawing/2014/main" id="{7FA9C545-F049-24BC-E222-AC81C7A260DF}"/>
              </a:ext>
            </a:extLst>
          </p:cNvPr>
          <p:cNvGraphicFramePr/>
          <p:nvPr>
            <p:extLst>
              <p:ext uri="{D42A27DB-BD31-4B8C-83A1-F6EECF244321}">
                <p14:modId xmlns:p14="http://schemas.microsoft.com/office/powerpoint/2010/main" val="2975075997"/>
              </p:ext>
            </p:extLst>
          </p:nvPr>
        </p:nvGraphicFramePr>
        <p:xfrm>
          <a:off x="170182" y="0"/>
          <a:ext cx="12021818" cy="685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72848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8B184-5588-52D4-E7BD-D1773EE18AF5}"/>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B5FD6DF-4FFF-9DDE-4A2F-C523C96872DC}"/>
              </a:ext>
            </a:extLst>
          </p:cNvPr>
          <p:cNvGraphicFramePr>
            <a:graphicFrameLocks noGrp="1"/>
          </p:cNvGraphicFramePr>
          <p:nvPr>
            <p:ph idx="1"/>
          </p:nvPr>
        </p:nvGraphicFramePr>
        <p:xfrm>
          <a:off x="838200" y="0"/>
          <a:ext cx="9989820" cy="5679583"/>
        </p:xfrm>
        <a:graphic>
          <a:graphicData uri="http://schemas.openxmlformats.org/drawingml/2006/table">
            <a:tbl>
              <a:tblPr/>
              <a:tblGrid>
                <a:gridCol w="9989820">
                  <a:extLst>
                    <a:ext uri="{9D8B030D-6E8A-4147-A177-3AD203B41FA5}">
                      <a16:colId xmlns:a16="http://schemas.microsoft.com/office/drawing/2014/main" val="20000"/>
                    </a:ext>
                  </a:extLst>
                </a:gridCol>
              </a:tblGrid>
              <a:tr h="5679583">
                <a:tc>
                  <a:txBody>
                    <a:bodyPr/>
                    <a:lstStyle/>
                    <a:p>
                      <a:endParaRPr lang="en-IN" dirty="0"/>
                    </a:p>
                  </a:txBody>
                  <a:tcPr marL="9525" marR="9525" marT="9525" marB="9525"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5" name="Rectangle 1">
            <a:hlinkClick r:id="rId2"/>
            <a:extLst>
              <a:ext uri="{FF2B5EF4-FFF2-40B4-BE49-F238E27FC236}">
                <a16:creationId xmlns:a16="http://schemas.microsoft.com/office/drawing/2014/main" id="{8E2FE7A8-65F8-AED2-FB24-1A4228E20DFB}"/>
              </a:ext>
            </a:extLst>
          </p:cNvPr>
          <p:cNvSpPr>
            <a:spLocks noChangeArrowheads="1"/>
          </p:cNvSpPr>
          <p:nvPr/>
        </p:nvSpPr>
        <p:spPr bwMode="auto">
          <a:xfrm>
            <a:off x="752222" y="405111"/>
            <a:ext cx="1286933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anose="020B0604020202020204" pitchFamily="34" charset="0"/>
              </a:rPr>
              <a:t>Basic Examples</a:t>
            </a:r>
            <a:r>
              <a:rPr kumimoji="0" lang="en-US" sz="1300" b="1" i="0" u="none" strike="noStrike" cap="none" normalizeH="0" baseline="0" dirty="0">
                <a:ln>
                  <a:noFill/>
                </a:ln>
                <a:solidFill>
                  <a:schemeClr val="tx1"/>
                </a:solidFill>
                <a:effectLst/>
                <a:latin typeface="Arial" panose="020B0604020202020204" pitchFamily="34" charset="0"/>
              </a:rPr>
              <a:t> </a:t>
            </a:r>
            <a:r>
              <a:rPr kumimoji="0" lang="en-US" sz="1300" b="1" i="0" u="none" strike="noStrike" cap="none" normalizeH="0" baseline="0" dirty="0">
                <a:ln>
                  <a:noFill/>
                </a:ln>
                <a:solidFill>
                  <a:schemeClr val="tx1"/>
                </a:solidFill>
                <a:effectLst/>
                <a:latin typeface="Arial" panose="020B0604020202020204" pitchFamily="34" charset="0"/>
                <a:hlinkClick r:id="rId3"/>
              </a:rPr>
              <a:t>^</a:t>
            </a:r>
            <a:endParaRPr kumimoji="0" lang="en-US" sz="13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Diagram 1">
            <a:extLst>
              <a:ext uri="{FF2B5EF4-FFF2-40B4-BE49-F238E27FC236}">
                <a16:creationId xmlns:a16="http://schemas.microsoft.com/office/drawing/2014/main" id="{BDC00C41-8B1D-4DE0-D282-ED487E59219A}"/>
              </a:ext>
            </a:extLst>
          </p:cNvPr>
          <p:cNvGraphicFramePr/>
          <p:nvPr>
            <p:extLst>
              <p:ext uri="{D42A27DB-BD31-4B8C-83A1-F6EECF244321}">
                <p14:modId xmlns:p14="http://schemas.microsoft.com/office/powerpoint/2010/main" val="994525018"/>
              </p:ext>
            </p:extLst>
          </p:nvPr>
        </p:nvGraphicFramePr>
        <p:xfrm>
          <a:off x="170182" y="0"/>
          <a:ext cx="12021818" cy="685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28795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7D8FC-4867-B7C3-DF69-D6FAD53D9D8D}"/>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AF66C26-7969-D8B3-07B8-4267E0A48098}"/>
              </a:ext>
            </a:extLst>
          </p:cNvPr>
          <p:cNvGraphicFramePr>
            <a:graphicFrameLocks noGrp="1"/>
          </p:cNvGraphicFramePr>
          <p:nvPr>
            <p:ph idx="1"/>
          </p:nvPr>
        </p:nvGraphicFramePr>
        <p:xfrm>
          <a:off x="838200" y="0"/>
          <a:ext cx="9989820" cy="5679583"/>
        </p:xfrm>
        <a:graphic>
          <a:graphicData uri="http://schemas.openxmlformats.org/drawingml/2006/table">
            <a:tbl>
              <a:tblPr/>
              <a:tblGrid>
                <a:gridCol w="9989820">
                  <a:extLst>
                    <a:ext uri="{9D8B030D-6E8A-4147-A177-3AD203B41FA5}">
                      <a16:colId xmlns:a16="http://schemas.microsoft.com/office/drawing/2014/main" val="20000"/>
                    </a:ext>
                  </a:extLst>
                </a:gridCol>
              </a:tblGrid>
              <a:tr h="5679583">
                <a:tc>
                  <a:txBody>
                    <a:bodyPr/>
                    <a:lstStyle/>
                    <a:p>
                      <a:endParaRPr lang="en-IN" dirty="0"/>
                    </a:p>
                  </a:txBody>
                  <a:tcPr marL="9525" marR="9525" marT="9525" marB="9525"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5" name="Rectangle 1">
            <a:hlinkClick r:id="rId2"/>
            <a:extLst>
              <a:ext uri="{FF2B5EF4-FFF2-40B4-BE49-F238E27FC236}">
                <a16:creationId xmlns:a16="http://schemas.microsoft.com/office/drawing/2014/main" id="{E15FE1EE-0D49-5C50-8421-E81D41DB2689}"/>
              </a:ext>
            </a:extLst>
          </p:cNvPr>
          <p:cNvSpPr>
            <a:spLocks noChangeArrowheads="1"/>
          </p:cNvSpPr>
          <p:nvPr/>
        </p:nvSpPr>
        <p:spPr bwMode="auto">
          <a:xfrm>
            <a:off x="752222" y="405111"/>
            <a:ext cx="1286933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anose="020B0604020202020204" pitchFamily="34" charset="0"/>
              </a:rPr>
              <a:t>Basic Examples</a:t>
            </a:r>
            <a:r>
              <a:rPr kumimoji="0" lang="en-US" sz="1300" b="1" i="0" u="none" strike="noStrike" cap="none" normalizeH="0" baseline="0" dirty="0">
                <a:ln>
                  <a:noFill/>
                </a:ln>
                <a:solidFill>
                  <a:schemeClr val="tx1"/>
                </a:solidFill>
                <a:effectLst/>
                <a:latin typeface="Arial" panose="020B0604020202020204" pitchFamily="34" charset="0"/>
              </a:rPr>
              <a:t> </a:t>
            </a:r>
            <a:r>
              <a:rPr kumimoji="0" lang="en-US" sz="1300" b="1" i="0" u="none" strike="noStrike" cap="none" normalizeH="0" baseline="0" dirty="0">
                <a:ln>
                  <a:noFill/>
                </a:ln>
                <a:solidFill>
                  <a:schemeClr val="tx1"/>
                </a:solidFill>
                <a:effectLst/>
                <a:latin typeface="Arial" panose="020B0604020202020204" pitchFamily="34" charset="0"/>
                <a:hlinkClick r:id="rId3"/>
              </a:rPr>
              <a:t>^</a:t>
            </a:r>
            <a:endParaRPr kumimoji="0" lang="en-US" sz="13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Diagram 1">
            <a:extLst>
              <a:ext uri="{FF2B5EF4-FFF2-40B4-BE49-F238E27FC236}">
                <a16:creationId xmlns:a16="http://schemas.microsoft.com/office/drawing/2014/main" id="{97CCD2D4-74B7-565C-7A75-733457D4CE83}"/>
              </a:ext>
            </a:extLst>
          </p:cNvPr>
          <p:cNvGraphicFramePr/>
          <p:nvPr>
            <p:extLst>
              <p:ext uri="{D42A27DB-BD31-4B8C-83A1-F6EECF244321}">
                <p14:modId xmlns:p14="http://schemas.microsoft.com/office/powerpoint/2010/main" val="1920816184"/>
              </p:ext>
            </p:extLst>
          </p:nvPr>
        </p:nvGraphicFramePr>
        <p:xfrm>
          <a:off x="170182" y="0"/>
          <a:ext cx="12021818" cy="685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84504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68887B7D-4BE5-1498-7688-79141856132B}"/>
              </a:ext>
            </a:extLst>
          </p:cNvPr>
          <p:cNvGraphicFramePr>
            <a:graphicFrameLocks noGrp="1"/>
          </p:cNvGraphicFramePr>
          <p:nvPr>
            <p:ph idx="1"/>
            <p:extLst>
              <p:ext uri="{D42A27DB-BD31-4B8C-83A1-F6EECF244321}">
                <p14:modId xmlns:p14="http://schemas.microsoft.com/office/powerpoint/2010/main" val="2920916258"/>
              </p:ext>
            </p:extLst>
          </p:nvPr>
        </p:nvGraphicFramePr>
        <p:xfrm>
          <a:off x="0" y="0"/>
          <a:ext cx="12192000" cy="67835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a:extLst>
              <a:ext uri="{FF2B5EF4-FFF2-40B4-BE49-F238E27FC236}">
                <a16:creationId xmlns:a16="http://schemas.microsoft.com/office/drawing/2014/main" id="{6162A7AB-7787-6CE2-F611-B23F1418A01D}"/>
              </a:ext>
            </a:extLst>
          </p:cNvPr>
          <p:cNvGraphicFramePr>
            <a:graphicFrameLocks noGrp="1"/>
          </p:cNvGraphicFramePr>
          <p:nvPr>
            <p:extLst>
              <p:ext uri="{D42A27DB-BD31-4B8C-83A1-F6EECF244321}">
                <p14:modId xmlns:p14="http://schemas.microsoft.com/office/powerpoint/2010/main" val="3612538102"/>
              </p:ext>
            </p:extLst>
          </p:nvPr>
        </p:nvGraphicFramePr>
        <p:xfrm>
          <a:off x="223285" y="1784690"/>
          <a:ext cx="11968716" cy="4988560"/>
        </p:xfrm>
        <a:graphic>
          <a:graphicData uri="http://schemas.openxmlformats.org/drawingml/2006/table">
            <a:tbl>
              <a:tblPr firstRow="1" bandRow="1">
                <a:tableStyleId>{5C22544A-7EE6-4342-B048-85BDC9FD1C3A}</a:tableStyleId>
              </a:tblPr>
              <a:tblGrid>
                <a:gridCol w="3989572">
                  <a:extLst>
                    <a:ext uri="{9D8B030D-6E8A-4147-A177-3AD203B41FA5}">
                      <a16:colId xmlns:a16="http://schemas.microsoft.com/office/drawing/2014/main" val="3833084421"/>
                    </a:ext>
                  </a:extLst>
                </a:gridCol>
                <a:gridCol w="3989572">
                  <a:extLst>
                    <a:ext uri="{9D8B030D-6E8A-4147-A177-3AD203B41FA5}">
                      <a16:colId xmlns:a16="http://schemas.microsoft.com/office/drawing/2014/main" val="3005233407"/>
                    </a:ext>
                  </a:extLst>
                </a:gridCol>
                <a:gridCol w="3989572">
                  <a:extLst>
                    <a:ext uri="{9D8B030D-6E8A-4147-A177-3AD203B41FA5}">
                      <a16:colId xmlns:a16="http://schemas.microsoft.com/office/drawing/2014/main" val="2783508934"/>
                    </a:ext>
                  </a:extLst>
                </a:gridCol>
              </a:tblGrid>
              <a:tr h="370840">
                <a:tc>
                  <a:txBody>
                    <a:bodyPr/>
                    <a:lstStyle/>
                    <a:p>
                      <a:pPr algn="ctr"/>
                      <a:endParaRPr lang="en-IN" sz="2400" b="1" dirty="0">
                        <a:solidFill>
                          <a:schemeClr val="tx1"/>
                        </a:solidFill>
                      </a:endParaRPr>
                    </a:p>
                  </a:txBody>
                  <a:tcPr marL="28575" marR="28575" marT="28575" marB="28575" anchor="ctr"/>
                </a:tc>
                <a:tc>
                  <a:txBody>
                    <a:bodyPr/>
                    <a:lstStyle/>
                    <a:p>
                      <a:pPr algn="ctr"/>
                      <a:r>
                        <a:rPr lang="en-IN" sz="2400" b="1" dirty="0">
                          <a:solidFill>
                            <a:schemeClr val="tx1"/>
                          </a:solidFill>
                        </a:rPr>
                        <a:t>Active Voice</a:t>
                      </a:r>
                    </a:p>
                  </a:txBody>
                  <a:tcPr marL="28575" marR="28575" marT="28575" marB="28575" anchor="ctr"/>
                </a:tc>
                <a:tc>
                  <a:txBody>
                    <a:bodyPr/>
                    <a:lstStyle/>
                    <a:p>
                      <a:pPr algn="ctr"/>
                      <a:r>
                        <a:rPr lang="en-IN" sz="2400" b="1" dirty="0">
                          <a:solidFill>
                            <a:schemeClr val="tx1"/>
                          </a:solidFill>
                        </a:rPr>
                        <a:t>Passive Voice</a:t>
                      </a:r>
                    </a:p>
                  </a:txBody>
                  <a:tcPr marL="28575" marR="28575" marT="28575" marB="28575" anchor="ctr"/>
                </a:tc>
                <a:extLst>
                  <a:ext uri="{0D108BD9-81ED-4DB2-BD59-A6C34878D82A}">
                    <a16:rowId xmlns:a16="http://schemas.microsoft.com/office/drawing/2014/main" val="1888750873"/>
                  </a:ext>
                </a:extLst>
              </a:tr>
              <a:tr h="370840">
                <a:tc>
                  <a:txBody>
                    <a:bodyPr/>
                    <a:lstStyle/>
                    <a:p>
                      <a:pPr algn="ctr"/>
                      <a:r>
                        <a:rPr lang="en-IN" sz="2400" b="1" dirty="0">
                          <a:solidFill>
                            <a:schemeClr val="tx1"/>
                          </a:solidFill>
                        </a:rPr>
                        <a:t>Past Tense</a:t>
                      </a:r>
                    </a:p>
                  </a:txBody>
                  <a:tcPr marL="28575" marR="28575" marT="28575" marB="28575" anchor="ctr"/>
                </a:tc>
                <a:tc>
                  <a:txBody>
                    <a:bodyPr/>
                    <a:lstStyle/>
                    <a:p>
                      <a:pPr algn="ctr"/>
                      <a:r>
                        <a:rPr lang="en-IN" sz="2400" b="1" dirty="0">
                          <a:solidFill>
                            <a:schemeClr val="tx1"/>
                          </a:solidFill>
                        </a:rPr>
                        <a:t>I taught; I learned.</a:t>
                      </a:r>
                    </a:p>
                  </a:txBody>
                  <a:tcPr marL="28575" marR="28575" marT="28575" marB="28575" anchor="ctr"/>
                </a:tc>
                <a:tc>
                  <a:txBody>
                    <a:bodyPr/>
                    <a:lstStyle/>
                    <a:p>
                      <a:pPr algn="ctr"/>
                      <a:r>
                        <a:rPr lang="en-IN" sz="2400" b="1" dirty="0">
                          <a:solidFill>
                            <a:schemeClr val="tx1"/>
                          </a:solidFill>
                        </a:rPr>
                        <a:t>I was (have been) taught [by someone];</a:t>
                      </a:r>
                      <a:br>
                        <a:rPr lang="en-IN" sz="2400" b="1" dirty="0">
                          <a:solidFill>
                            <a:schemeClr val="tx1"/>
                          </a:solidFill>
                        </a:rPr>
                      </a:br>
                      <a:r>
                        <a:rPr lang="en-IN" sz="2400" b="1" dirty="0">
                          <a:solidFill>
                            <a:schemeClr val="tx1"/>
                          </a:solidFill>
                        </a:rPr>
                        <a:t>It was (has been) learned [by someone].</a:t>
                      </a:r>
                    </a:p>
                  </a:txBody>
                  <a:tcPr marL="28575" marR="28575" marT="28575" marB="28575" anchor="ctr"/>
                </a:tc>
                <a:extLst>
                  <a:ext uri="{0D108BD9-81ED-4DB2-BD59-A6C34878D82A}">
                    <a16:rowId xmlns:a16="http://schemas.microsoft.com/office/drawing/2014/main" val="581977789"/>
                  </a:ext>
                </a:extLst>
              </a:tr>
              <a:tr h="370840">
                <a:tc>
                  <a:txBody>
                    <a:bodyPr/>
                    <a:lstStyle/>
                    <a:p>
                      <a:pPr algn="ctr"/>
                      <a:r>
                        <a:rPr lang="en-IN" sz="2400" b="1" dirty="0">
                          <a:solidFill>
                            <a:schemeClr val="tx1"/>
                          </a:solidFill>
                        </a:rPr>
                        <a:t>Present Tense</a:t>
                      </a:r>
                    </a:p>
                  </a:txBody>
                  <a:tcPr marL="28575" marR="28575" marT="28575" marB="28575" anchor="ctr"/>
                </a:tc>
                <a:tc>
                  <a:txBody>
                    <a:bodyPr/>
                    <a:lstStyle/>
                    <a:p>
                      <a:pPr algn="ctr"/>
                      <a:r>
                        <a:rPr lang="en-IN" sz="2400" b="1" dirty="0">
                          <a:solidFill>
                            <a:schemeClr val="tx1"/>
                          </a:solidFill>
                        </a:rPr>
                        <a:t>I teach; I learn.</a:t>
                      </a:r>
                    </a:p>
                  </a:txBody>
                  <a:tcPr marL="28575" marR="28575" marT="28575" marB="28575" anchor="ctr"/>
                </a:tc>
                <a:tc>
                  <a:txBody>
                    <a:bodyPr/>
                    <a:lstStyle/>
                    <a:p>
                      <a:pPr algn="ctr"/>
                      <a:r>
                        <a:rPr lang="en-IN" sz="2400" b="1" dirty="0">
                          <a:solidFill>
                            <a:schemeClr val="tx1"/>
                          </a:solidFill>
                        </a:rPr>
                        <a:t>I am [being] taught [by someone];</a:t>
                      </a:r>
                      <a:br>
                        <a:rPr lang="en-IN" sz="2400" b="1" dirty="0">
                          <a:solidFill>
                            <a:schemeClr val="tx1"/>
                          </a:solidFill>
                        </a:rPr>
                      </a:br>
                      <a:r>
                        <a:rPr lang="en-IN" sz="2400" b="1" dirty="0">
                          <a:solidFill>
                            <a:schemeClr val="tx1"/>
                          </a:solidFill>
                        </a:rPr>
                        <a:t>It is [being] learned [by someone].</a:t>
                      </a:r>
                    </a:p>
                  </a:txBody>
                  <a:tcPr marL="28575" marR="28575" marT="28575" marB="28575" anchor="ctr"/>
                </a:tc>
                <a:extLst>
                  <a:ext uri="{0D108BD9-81ED-4DB2-BD59-A6C34878D82A}">
                    <a16:rowId xmlns:a16="http://schemas.microsoft.com/office/drawing/2014/main" val="2135502824"/>
                  </a:ext>
                </a:extLst>
              </a:tr>
              <a:tr h="370840">
                <a:tc>
                  <a:txBody>
                    <a:bodyPr/>
                    <a:lstStyle/>
                    <a:p>
                      <a:pPr algn="ctr"/>
                      <a:r>
                        <a:rPr lang="en-IN" sz="2400" b="1" dirty="0">
                          <a:solidFill>
                            <a:schemeClr val="tx1"/>
                          </a:solidFill>
                        </a:rPr>
                        <a:t>Future Tense</a:t>
                      </a:r>
                    </a:p>
                  </a:txBody>
                  <a:tcPr marL="28575" marR="28575" marT="28575" marB="28575" anchor="ctr"/>
                </a:tc>
                <a:tc>
                  <a:txBody>
                    <a:bodyPr/>
                    <a:lstStyle/>
                    <a:p>
                      <a:pPr algn="ctr"/>
                      <a:r>
                        <a:rPr lang="en-IN" sz="2400" b="1" dirty="0">
                          <a:solidFill>
                            <a:schemeClr val="tx1"/>
                          </a:solidFill>
                        </a:rPr>
                        <a:t>I will teach; I will learn.</a:t>
                      </a:r>
                    </a:p>
                  </a:txBody>
                  <a:tcPr marL="28575" marR="28575" marT="28575" marB="28575" anchor="ctr"/>
                </a:tc>
                <a:tc>
                  <a:txBody>
                    <a:bodyPr/>
                    <a:lstStyle/>
                    <a:p>
                      <a:pPr algn="ctr"/>
                      <a:r>
                        <a:rPr lang="en-IN" sz="2400" b="1" dirty="0">
                          <a:solidFill>
                            <a:schemeClr val="tx1"/>
                          </a:solidFill>
                        </a:rPr>
                        <a:t>I will be taught [by someone];</a:t>
                      </a:r>
                      <a:br>
                        <a:rPr lang="en-IN" sz="2400" b="1" dirty="0">
                          <a:solidFill>
                            <a:schemeClr val="tx1"/>
                          </a:solidFill>
                        </a:rPr>
                      </a:br>
                      <a:r>
                        <a:rPr lang="en-IN" sz="2400" b="1" dirty="0">
                          <a:solidFill>
                            <a:schemeClr val="tx1"/>
                          </a:solidFill>
                        </a:rPr>
                        <a:t>It will be learned [by someone].</a:t>
                      </a:r>
                    </a:p>
                  </a:txBody>
                  <a:tcPr marL="28575" marR="28575" marT="28575" marB="28575" anchor="ctr"/>
                </a:tc>
                <a:extLst>
                  <a:ext uri="{0D108BD9-81ED-4DB2-BD59-A6C34878D82A}">
                    <a16:rowId xmlns:a16="http://schemas.microsoft.com/office/drawing/2014/main" val="3606061243"/>
                  </a:ext>
                </a:extLst>
              </a:tr>
              <a:tr h="370840">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727306873"/>
                  </a:ext>
                </a:extLst>
              </a:tr>
            </a:tbl>
          </a:graphicData>
        </a:graphic>
      </p:graphicFrame>
    </p:spTree>
    <p:extLst>
      <p:ext uri="{BB962C8B-B14F-4D97-AF65-F5344CB8AC3E}">
        <p14:creationId xmlns:p14="http://schemas.microsoft.com/office/powerpoint/2010/main" val="1627337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285"/>
            <a:ext cx="12078586" cy="2033844"/>
          </a:xfrm>
        </p:spPr>
        <p:txBody>
          <a:bodyPr>
            <a:normAutofit/>
          </a:bodyPr>
          <a:lstStyle/>
          <a:p>
            <a:r>
              <a:rPr lang="en-IN" b="1" dirty="0">
                <a:solidFill>
                  <a:srgbClr val="C00000"/>
                </a:solidFill>
              </a:rPr>
              <a:t>Linking Verbs: Neither Active nor Passive</a:t>
            </a:r>
            <a:r>
              <a:rPr lang="en-IN" b="1" dirty="0"/>
              <a:t> </a:t>
            </a:r>
            <a:r>
              <a:rPr lang="en-IN" b="1" dirty="0">
                <a:hlinkClick r:id="rId2"/>
              </a:rPr>
              <a:t>^</a:t>
            </a:r>
            <a:endParaRPr lang="en-IN" b="1" dirty="0"/>
          </a:p>
          <a:p>
            <a:r>
              <a:rPr lang="en-IN" dirty="0"/>
              <a:t>When the verb performs the function of an equals sign, the verb is said to be a linking verb. </a:t>
            </a:r>
            <a:r>
              <a:rPr lang="en-IN" b="1" dirty="0"/>
              <a:t>Linking verbs describe no action — </a:t>
            </a:r>
            <a:r>
              <a:rPr lang="en-IN" dirty="0"/>
              <a:t>they merely state an existing condition or relationship; hence, they are neither passive nor active.</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920479685"/>
              </p:ext>
            </p:extLst>
          </p:nvPr>
        </p:nvGraphicFramePr>
        <p:xfrm>
          <a:off x="0" y="1931830"/>
          <a:ext cx="12192000" cy="4196357"/>
        </p:xfrm>
        <a:graphic>
          <a:graphicData uri="http://schemas.openxmlformats.org/drawingml/2006/table">
            <a:tbl>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1849397">
                <a:tc>
                  <a:txBody>
                    <a:bodyPr/>
                    <a:lstStyle/>
                    <a:p>
                      <a:pPr algn="r"/>
                      <a:endParaRPr lang="en-IN" sz="3600" dirty="0"/>
                    </a:p>
                  </a:txBody>
                  <a:tcPr marL="19050" marR="19050" marT="19050" marB="19050" anchor="ctr">
                    <a:lnL>
                      <a:noFill/>
                    </a:lnL>
                    <a:lnR>
                      <a:noFill/>
                    </a:lnR>
                    <a:lnT>
                      <a:noFill/>
                    </a:lnT>
                    <a:lnB>
                      <a:noFill/>
                    </a:lnB>
                  </a:tcPr>
                </a:tc>
                <a:tc>
                  <a:txBody>
                    <a:bodyPr/>
                    <a:lstStyle/>
                    <a:p>
                      <a:pPr algn="ctr"/>
                      <a:endParaRPr lang="en-IN" sz="3600" dirty="0"/>
                    </a:p>
                  </a:txBody>
                  <a:tcPr marL="19050" marR="19050" marT="19050" marB="19050" anchor="ctr">
                    <a:lnL>
                      <a:noFill/>
                    </a:lnL>
                    <a:lnR>
                      <a:noFill/>
                    </a:lnR>
                    <a:lnT>
                      <a:noFill/>
                    </a:lnT>
                    <a:lnB>
                      <a:noFill/>
                    </a:lnB>
                  </a:tcPr>
                </a:tc>
                <a:tc>
                  <a:txBody>
                    <a:bodyPr/>
                    <a:lstStyle/>
                    <a:p>
                      <a:endParaRPr lang="en-IN" sz="3600"/>
                    </a:p>
                  </a:txBody>
                  <a:tcPr marL="19050" marR="19050" marT="19050" marB="19050" anchor="ctr">
                    <a:lnL>
                      <a:noFill/>
                    </a:lnL>
                    <a:lnR>
                      <a:noFill/>
                    </a:lnR>
                    <a:lnT>
                      <a:noFill/>
                    </a:lnT>
                    <a:lnB>
                      <a:noFill/>
                    </a:lnB>
                  </a:tcPr>
                </a:tc>
                <a:extLst>
                  <a:ext uri="{0D108BD9-81ED-4DB2-BD59-A6C34878D82A}">
                    <a16:rowId xmlns:a16="http://schemas.microsoft.com/office/drawing/2014/main" val="10000"/>
                  </a:ext>
                </a:extLst>
              </a:tr>
              <a:tr h="0">
                <a:tc>
                  <a:txBody>
                    <a:bodyPr/>
                    <a:lstStyle/>
                    <a:p>
                      <a:pPr algn="r"/>
                      <a:endParaRPr lang="en-IN" sz="3600" dirty="0"/>
                    </a:p>
                  </a:txBody>
                  <a:tcPr marL="19050" marR="19050" marT="19050" marB="19050" anchor="ctr">
                    <a:lnL>
                      <a:noFill/>
                    </a:lnL>
                    <a:lnR>
                      <a:noFill/>
                    </a:lnR>
                    <a:lnT>
                      <a:noFill/>
                    </a:lnT>
                    <a:lnB>
                      <a:noFill/>
                    </a:lnB>
                  </a:tcPr>
                </a:tc>
                <a:tc>
                  <a:txBody>
                    <a:bodyPr/>
                    <a:lstStyle/>
                    <a:p>
                      <a:pPr algn="ctr"/>
                      <a:endParaRPr lang="en-IN" sz="3600" dirty="0"/>
                    </a:p>
                  </a:txBody>
                  <a:tcPr marL="19050" marR="19050" marT="19050" marB="19050" anchor="ctr">
                    <a:lnL>
                      <a:noFill/>
                    </a:lnL>
                    <a:lnR>
                      <a:noFill/>
                    </a:lnR>
                    <a:lnT>
                      <a:noFill/>
                    </a:lnT>
                    <a:lnB>
                      <a:noFill/>
                    </a:lnB>
                  </a:tcPr>
                </a:tc>
                <a:tc>
                  <a:txBody>
                    <a:bodyPr/>
                    <a:lstStyle/>
                    <a:p>
                      <a:endParaRPr lang="en-IN" sz="3600" dirty="0"/>
                    </a:p>
                  </a:txBody>
                  <a:tcPr marL="19050" marR="19050" marT="19050" marB="19050" anchor="ctr">
                    <a:lnL>
                      <a:noFill/>
                    </a:lnL>
                    <a:lnR>
                      <a:noFill/>
                    </a:lnR>
                    <a:lnT>
                      <a:noFill/>
                    </a:lnT>
                    <a:lnB>
                      <a:noFill/>
                    </a:lnB>
                  </a:tcPr>
                </a:tc>
                <a:extLst>
                  <a:ext uri="{0D108BD9-81ED-4DB2-BD59-A6C34878D82A}">
                    <a16:rowId xmlns:a16="http://schemas.microsoft.com/office/drawing/2014/main" val="10001"/>
                  </a:ext>
                </a:extLst>
              </a:tr>
              <a:tr h="0">
                <a:tc>
                  <a:txBody>
                    <a:bodyPr/>
                    <a:lstStyle/>
                    <a:p>
                      <a:pPr algn="r"/>
                      <a:endParaRPr lang="en-IN" sz="3600"/>
                    </a:p>
                  </a:txBody>
                  <a:tcPr marL="19050" marR="19050" marT="19050" marB="19050" anchor="ctr">
                    <a:lnL>
                      <a:noFill/>
                    </a:lnL>
                    <a:lnR>
                      <a:noFill/>
                    </a:lnR>
                    <a:lnT>
                      <a:noFill/>
                    </a:lnT>
                    <a:lnB>
                      <a:noFill/>
                    </a:lnB>
                  </a:tcPr>
                </a:tc>
                <a:tc>
                  <a:txBody>
                    <a:bodyPr/>
                    <a:lstStyle/>
                    <a:p>
                      <a:pPr algn="ctr"/>
                      <a:endParaRPr lang="en-IN" sz="3600" dirty="0"/>
                    </a:p>
                  </a:txBody>
                  <a:tcPr marL="19050" marR="19050" marT="19050" marB="19050" anchor="ctr">
                    <a:lnL>
                      <a:noFill/>
                    </a:lnL>
                    <a:lnR>
                      <a:noFill/>
                    </a:lnR>
                    <a:lnT>
                      <a:noFill/>
                    </a:lnT>
                    <a:lnB>
                      <a:noFill/>
                    </a:lnB>
                  </a:tcPr>
                </a:tc>
                <a:tc>
                  <a:txBody>
                    <a:bodyPr/>
                    <a:lstStyle/>
                    <a:p>
                      <a:endParaRPr lang="en-IN" sz="3600" dirty="0"/>
                    </a:p>
                  </a:txBody>
                  <a:tcPr marL="19050" marR="19050" marT="19050" marB="19050" anchor="ctr">
                    <a:lnL>
                      <a:noFill/>
                    </a:lnL>
                    <a:lnR>
                      <a:noFill/>
                    </a:lnR>
                    <a:lnT>
                      <a:noFill/>
                    </a:lnT>
                    <a:lnB>
                      <a:noFill/>
                    </a:lnB>
                  </a:tcPr>
                </a:tc>
                <a:extLst>
                  <a:ext uri="{0D108BD9-81ED-4DB2-BD59-A6C34878D82A}">
                    <a16:rowId xmlns:a16="http://schemas.microsoft.com/office/drawing/2014/main" val="10002"/>
                  </a:ext>
                </a:extLst>
              </a:tr>
              <a:tr h="0">
                <a:tc>
                  <a:txBody>
                    <a:bodyPr/>
                    <a:lstStyle/>
                    <a:p>
                      <a:pPr algn="r"/>
                      <a:endParaRPr lang="en-IN" sz="3600"/>
                    </a:p>
                  </a:txBody>
                  <a:tcPr marL="19050" marR="19050" marT="19050" marB="19050" anchor="ctr">
                    <a:lnL>
                      <a:noFill/>
                    </a:lnL>
                    <a:lnR>
                      <a:noFill/>
                    </a:lnR>
                    <a:lnT>
                      <a:noFill/>
                    </a:lnT>
                    <a:lnB>
                      <a:noFill/>
                    </a:lnB>
                  </a:tcPr>
                </a:tc>
                <a:tc>
                  <a:txBody>
                    <a:bodyPr/>
                    <a:lstStyle/>
                    <a:p>
                      <a:pPr algn="ctr"/>
                      <a:endParaRPr lang="en-IN" sz="3600"/>
                    </a:p>
                  </a:txBody>
                  <a:tcPr marL="19050" marR="19050" marT="19050" marB="19050" anchor="ctr">
                    <a:lnL>
                      <a:noFill/>
                    </a:lnL>
                    <a:lnR>
                      <a:noFill/>
                    </a:lnR>
                    <a:lnT>
                      <a:noFill/>
                    </a:lnT>
                    <a:lnB>
                      <a:noFill/>
                    </a:lnB>
                  </a:tcPr>
                </a:tc>
                <a:tc>
                  <a:txBody>
                    <a:bodyPr/>
                    <a:lstStyle/>
                    <a:p>
                      <a:endParaRPr lang="en-IN" sz="3600" dirty="0"/>
                    </a:p>
                  </a:txBody>
                  <a:tcPr marL="19050" marR="19050" marT="19050" marB="19050" anchor="ctr">
                    <a:lnL>
                      <a:noFill/>
                    </a:lnL>
                    <a:lnR>
                      <a:noFill/>
                    </a:lnR>
                    <a:lnT>
                      <a:noFill/>
                    </a:lnT>
                    <a:lnB>
                      <a:noFill/>
                    </a:lnB>
                  </a:tcPr>
                </a:tc>
                <a:extLst>
                  <a:ext uri="{0D108BD9-81ED-4DB2-BD59-A6C34878D82A}">
                    <a16:rowId xmlns:a16="http://schemas.microsoft.com/office/drawing/2014/main" val="10003"/>
                  </a:ext>
                </a:extLst>
              </a:tr>
              <a:tr h="0">
                <a:tc>
                  <a:txBody>
                    <a:bodyPr/>
                    <a:lstStyle/>
                    <a:p>
                      <a:pPr algn="r"/>
                      <a:endParaRPr lang="en-IN" sz="3600"/>
                    </a:p>
                  </a:txBody>
                  <a:tcPr marL="19050" marR="19050" marT="19050" marB="19050" anchor="ctr">
                    <a:lnL>
                      <a:noFill/>
                    </a:lnL>
                    <a:lnR>
                      <a:noFill/>
                    </a:lnR>
                    <a:lnT>
                      <a:noFill/>
                    </a:lnT>
                    <a:lnB>
                      <a:noFill/>
                    </a:lnB>
                  </a:tcPr>
                </a:tc>
                <a:tc>
                  <a:txBody>
                    <a:bodyPr/>
                    <a:lstStyle/>
                    <a:p>
                      <a:pPr algn="ctr"/>
                      <a:endParaRPr lang="en-IN" sz="3600"/>
                    </a:p>
                  </a:txBody>
                  <a:tcPr marL="19050" marR="19050" marT="19050" marB="19050" anchor="ctr">
                    <a:lnL>
                      <a:noFill/>
                    </a:lnL>
                    <a:lnR>
                      <a:noFill/>
                    </a:lnR>
                    <a:lnT>
                      <a:noFill/>
                    </a:lnT>
                    <a:lnB>
                      <a:noFill/>
                    </a:lnB>
                  </a:tcPr>
                </a:tc>
                <a:tc>
                  <a:txBody>
                    <a:bodyPr/>
                    <a:lstStyle/>
                    <a:p>
                      <a:endParaRPr lang="en-IN" sz="3600" dirty="0"/>
                    </a:p>
                  </a:txBody>
                  <a:tcPr marL="19050" marR="19050" marT="19050" marB="19050" anchor="ctr">
                    <a:lnL>
                      <a:noFill/>
                    </a:lnL>
                    <a:lnR>
                      <a:noFill/>
                    </a:lnR>
                    <a:lnT>
                      <a:noFill/>
                    </a:lnT>
                    <a:lnB>
                      <a:noFill/>
                    </a:lnB>
                  </a:tcPr>
                </a:tc>
                <a:extLst>
                  <a:ext uri="{0D108BD9-81ED-4DB2-BD59-A6C34878D82A}">
                    <a16:rowId xmlns:a16="http://schemas.microsoft.com/office/drawing/2014/main" val="10004"/>
                  </a:ext>
                </a:extLst>
              </a:tr>
            </a:tbl>
          </a:graphicData>
        </a:graphic>
      </p:graphicFrame>
      <p:graphicFrame>
        <p:nvGraphicFramePr>
          <p:cNvPr id="2" name="Table 1">
            <a:extLst>
              <a:ext uri="{FF2B5EF4-FFF2-40B4-BE49-F238E27FC236}">
                <a16:creationId xmlns:a16="http://schemas.microsoft.com/office/drawing/2014/main" id="{4405330F-D229-FF52-3178-E509F0072663}"/>
              </a:ext>
            </a:extLst>
          </p:cNvPr>
          <p:cNvGraphicFramePr>
            <a:graphicFrameLocks noGrp="1"/>
          </p:cNvGraphicFramePr>
          <p:nvPr>
            <p:extLst>
              <p:ext uri="{D42A27DB-BD31-4B8C-83A1-F6EECF244321}">
                <p14:modId xmlns:p14="http://schemas.microsoft.com/office/powerpoint/2010/main" val="2835265024"/>
              </p:ext>
            </p:extLst>
          </p:nvPr>
        </p:nvGraphicFramePr>
        <p:xfrm>
          <a:off x="113414" y="1690577"/>
          <a:ext cx="12078588" cy="5041909"/>
        </p:xfrm>
        <a:graphic>
          <a:graphicData uri="http://schemas.openxmlformats.org/drawingml/2006/table">
            <a:tbl>
              <a:tblPr firstRow="1" bandRow="1">
                <a:tableStyleId>{5C22544A-7EE6-4342-B048-85BDC9FD1C3A}</a:tableStyleId>
              </a:tblPr>
              <a:tblGrid>
                <a:gridCol w="4026196">
                  <a:extLst>
                    <a:ext uri="{9D8B030D-6E8A-4147-A177-3AD203B41FA5}">
                      <a16:colId xmlns:a16="http://schemas.microsoft.com/office/drawing/2014/main" val="136182578"/>
                    </a:ext>
                  </a:extLst>
                </a:gridCol>
                <a:gridCol w="4026196">
                  <a:extLst>
                    <a:ext uri="{9D8B030D-6E8A-4147-A177-3AD203B41FA5}">
                      <a16:colId xmlns:a16="http://schemas.microsoft.com/office/drawing/2014/main" val="4088652224"/>
                    </a:ext>
                  </a:extLst>
                </a:gridCol>
                <a:gridCol w="4026196">
                  <a:extLst>
                    <a:ext uri="{9D8B030D-6E8A-4147-A177-3AD203B41FA5}">
                      <a16:colId xmlns:a16="http://schemas.microsoft.com/office/drawing/2014/main" val="1690160511"/>
                    </a:ext>
                  </a:extLst>
                </a:gridCol>
              </a:tblGrid>
              <a:tr h="644887">
                <a:tc>
                  <a:txBody>
                    <a:bodyPr/>
                    <a:lstStyle/>
                    <a:p>
                      <a:pPr algn="r"/>
                      <a:r>
                        <a:rPr lang="en-IN" sz="4000" b="1" dirty="0"/>
                        <a:t>Subject</a:t>
                      </a:r>
                    </a:p>
                  </a:txBody>
                  <a:tcPr marL="19050" marR="19050" marT="19050" marB="19050" anchor="ctr"/>
                </a:tc>
                <a:tc>
                  <a:txBody>
                    <a:bodyPr/>
                    <a:lstStyle/>
                    <a:p>
                      <a:pPr algn="ctr"/>
                      <a:r>
                        <a:rPr lang="en-IN" sz="4000" b="1" dirty="0"/>
                        <a:t>=</a:t>
                      </a:r>
                    </a:p>
                  </a:txBody>
                  <a:tcPr marL="19050" marR="19050" marT="19050" marB="19050" anchor="ctr"/>
                </a:tc>
                <a:tc>
                  <a:txBody>
                    <a:bodyPr/>
                    <a:lstStyle/>
                    <a:p>
                      <a:r>
                        <a:rPr lang="en-IN" sz="4000" b="1"/>
                        <a:t>Description</a:t>
                      </a:r>
                    </a:p>
                  </a:txBody>
                  <a:tcPr marL="19050" marR="19050" marT="19050" marB="19050" anchor="ctr"/>
                </a:tc>
                <a:extLst>
                  <a:ext uri="{0D108BD9-81ED-4DB2-BD59-A6C34878D82A}">
                    <a16:rowId xmlns:a16="http://schemas.microsoft.com/office/drawing/2014/main" val="679081340"/>
                  </a:ext>
                </a:extLst>
              </a:tr>
              <a:tr h="644887">
                <a:tc>
                  <a:txBody>
                    <a:bodyPr/>
                    <a:lstStyle/>
                    <a:p>
                      <a:pPr algn="r"/>
                      <a:r>
                        <a:rPr lang="en-IN" sz="4000" b="1" dirty="0"/>
                        <a:t>The door</a:t>
                      </a:r>
                    </a:p>
                  </a:txBody>
                  <a:tcPr marL="19050" marR="19050" marT="19050" marB="19050" anchor="ctr"/>
                </a:tc>
                <a:tc>
                  <a:txBody>
                    <a:bodyPr/>
                    <a:lstStyle/>
                    <a:p>
                      <a:pPr algn="ctr"/>
                      <a:r>
                        <a:rPr lang="en-IN" sz="4000" b="1" dirty="0"/>
                        <a:t>is</a:t>
                      </a:r>
                    </a:p>
                  </a:txBody>
                  <a:tcPr marL="19050" marR="19050" marT="19050" marB="19050" anchor="ctr"/>
                </a:tc>
                <a:tc>
                  <a:txBody>
                    <a:bodyPr/>
                    <a:lstStyle/>
                    <a:p>
                      <a:r>
                        <a:rPr lang="en-IN" sz="4000" b="1" dirty="0"/>
                        <a:t>blue.</a:t>
                      </a:r>
                    </a:p>
                  </a:txBody>
                  <a:tcPr marL="19050" marR="19050" marT="19050" marB="19050" anchor="ctr"/>
                </a:tc>
                <a:extLst>
                  <a:ext uri="{0D108BD9-81ED-4DB2-BD59-A6C34878D82A}">
                    <a16:rowId xmlns:a16="http://schemas.microsoft.com/office/drawing/2014/main" val="3884850152"/>
                  </a:ext>
                </a:extLst>
              </a:tr>
              <a:tr h="644887">
                <a:tc>
                  <a:txBody>
                    <a:bodyPr/>
                    <a:lstStyle/>
                    <a:p>
                      <a:pPr algn="r"/>
                      <a:r>
                        <a:rPr lang="en-IN" sz="4000" b="1"/>
                        <a:t>The door</a:t>
                      </a:r>
                    </a:p>
                  </a:txBody>
                  <a:tcPr marL="19050" marR="19050" marT="19050" marB="19050" anchor="ctr"/>
                </a:tc>
                <a:tc>
                  <a:txBody>
                    <a:bodyPr/>
                    <a:lstStyle/>
                    <a:p>
                      <a:pPr algn="ctr"/>
                      <a:r>
                        <a:rPr lang="en-IN" sz="4000" b="1" dirty="0"/>
                        <a:t>was</a:t>
                      </a:r>
                    </a:p>
                  </a:txBody>
                  <a:tcPr marL="19050" marR="19050" marT="19050" marB="19050" anchor="ctr"/>
                </a:tc>
                <a:tc>
                  <a:txBody>
                    <a:bodyPr/>
                    <a:lstStyle/>
                    <a:p>
                      <a:r>
                        <a:rPr lang="en-IN" sz="4000" b="1" dirty="0"/>
                        <a:t>closed.</a:t>
                      </a:r>
                    </a:p>
                  </a:txBody>
                  <a:tcPr marL="19050" marR="19050" marT="19050" marB="19050" anchor="ctr"/>
                </a:tc>
                <a:extLst>
                  <a:ext uri="{0D108BD9-81ED-4DB2-BD59-A6C34878D82A}">
                    <a16:rowId xmlns:a16="http://schemas.microsoft.com/office/drawing/2014/main" val="2966349401"/>
                  </a:ext>
                </a:extLst>
              </a:tr>
              <a:tr h="1850910">
                <a:tc>
                  <a:txBody>
                    <a:bodyPr/>
                    <a:lstStyle/>
                    <a:p>
                      <a:pPr algn="r"/>
                      <a:r>
                        <a:rPr lang="en-IN" sz="4000" b="1"/>
                        <a:t>This</a:t>
                      </a:r>
                    </a:p>
                  </a:txBody>
                  <a:tcPr marL="19050" marR="19050" marT="19050" marB="19050" anchor="ctr"/>
                </a:tc>
                <a:tc>
                  <a:txBody>
                    <a:bodyPr/>
                    <a:lstStyle/>
                    <a:p>
                      <a:pPr algn="ctr"/>
                      <a:r>
                        <a:rPr lang="en-IN" sz="4000" b="1" dirty="0"/>
                        <a:t>could be</a:t>
                      </a:r>
                    </a:p>
                  </a:txBody>
                  <a:tcPr marL="19050" marR="19050" marT="19050" marB="19050" anchor="ctr"/>
                </a:tc>
                <a:tc>
                  <a:txBody>
                    <a:bodyPr/>
                    <a:lstStyle/>
                    <a:p>
                      <a:r>
                        <a:rPr lang="en-IN" sz="4000" b="1" dirty="0"/>
                        <a:t>the first day of the rest of my life.</a:t>
                      </a:r>
                    </a:p>
                  </a:txBody>
                  <a:tcPr marL="19050" marR="19050" marT="19050" marB="19050" anchor="ctr"/>
                </a:tc>
                <a:extLst>
                  <a:ext uri="{0D108BD9-81ED-4DB2-BD59-A6C34878D82A}">
                    <a16:rowId xmlns:a16="http://schemas.microsoft.com/office/drawing/2014/main" val="1500506501"/>
                  </a:ext>
                </a:extLst>
              </a:tr>
              <a:tr h="1247899">
                <a:tc>
                  <a:txBody>
                    <a:bodyPr/>
                    <a:lstStyle/>
                    <a:p>
                      <a:pPr algn="r"/>
                      <a:r>
                        <a:rPr lang="en-IN" sz="4000" b="1"/>
                        <a:t>She</a:t>
                      </a:r>
                    </a:p>
                  </a:txBody>
                  <a:tcPr marL="19050" marR="19050" marT="19050" marB="19050" anchor="ctr"/>
                </a:tc>
                <a:tc>
                  <a:txBody>
                    <a:bodyPr/>
                    <a:lstStyle/>
                    <a:p>
                      <a:pPr algn="ctr"/>
                      <a:r>
                        <a:rPr lang="en-IN" sz="4000" b="1"/>
                        <a:t>might have been</a:t>
                      </a:r>
                    </a:p>
                  </a:txBody>
                  <a:tcPr marL="19050" marR="19050" marT="19050" marB="19050" anchor="ctr"/>
                </a:tc>
                <a:tc>
                  <a:txBody>
                    <a:bodyPr/>
                    <a:lstStyle/>
                    <a:p>
                      <a:r>
                        <a:rPr lang="en-IN" sz="4000" b="1" dirty="0"/>
                        <a:t>very nice.</a:t>
                      </a:r>
                    </a:p>
                  </a:txBody>
                  <a:tcPr marL="19050" marR="19050" marT="19050" marB="19050" anchor="ctr"/>
                </a:tc>
                <a:extLst>
                  <a:ext uri="{0D108BD9-81ED-4DB2-BD59-A6C34878D82A}">
                    <a16:rowId xmlns:a16="http://schemas.microsoft.com/office/drawing/2014/main" val="1900747764"/>
                  </a:ext>
                </a:extLst>
              </a:tr>
            </a:tbl>
          </a:graphicData>
        </a:graphic>
      </p:graphicFrame>
    </p:spTree>
    <p:extLst>
      <p:ext uri="{BB962C8B-B14F-4D97-AF65-F5344CB8AC3E}">
        <p14:creationId xmlns:p14="http://schemas.microsoft.com/office/powerpoint/2010/main" val="1996481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259537" y="355691"/>
            <a:ext cx="11672925"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1" i="0" u="none" strike="noStrike" cap="none" normalizeH="0" baseline="0" dirty="0">
                <a:ln>
                  <a:noFill/>
                </a:ln>
                <a:solidFill>
                  <a:srgbClr val="002060"/>
                </a:solidFill>
                <a:effectLst/>
                <a:latin typeface="Arial" panose="020B0604020202020204" pitchFamily="34" charset="0"/>
              </a:rPr>
              <a:t>Sentences can be active or passive</a:t>
            </a:r>
            <a:r>
              <a:rPr kumimoji="0" lang="en-US" sz="3200" b="1"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1" i="0" u="none" strike="noStrike" cap="none" normalizeH="0" baseline="0" dirty="0">
                <a:ln>
                  <a:noFill/>
                </a:ln>
                <a:solidFill>
                  <a:schemeClr val="tx1"/>
                </a:solidFill>
                <a:effectLst/>
                <a:latin typeface="Arial" panose="020B0604020202020204" pitchFamily="34" charset="0"/>
              </a:rPr>
              <a:t>Therefore, tenses also have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a:ln>
                  <a:noFill/>
                </a:ln>
                <a:solidFill>
                  <a:srgbClr val="C00000"/>
                </a:solidFill>
                <a:effectLst/>
                <a:latin typeface="Arial" panose="020B0604020202020204" pitchFamily="34" charset="0"/>
              </a:rPr>
              <a:t>Active Form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anose="020B0604020202020204" pitchFamily="34" charset="0"/>
              </a:rPr>
              <a:t>In active sentences, the thing doing the action is the subject of the sentence and the thing receiving the action is the object. Most sentences are active.</a:t>
            </a:r>
            <a:endParaRPr kumimoji="0" lang="en-US" sz="4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1" i="0" u="none" strike="noStrike" cap="none" normalizeH="0" baseline="0" dirty="0">
                <a:ln>
                  <a:noFill/>
                </a:ln>
                <a:solidFill>
                  <a:schemeClr val="tx1"/>
                </a:solidFill>
                <a:effectLst/>
                <a:latin typeface="Arial" panose="020B0604020202020204" pitchFamily="34" charset="0"/>
              </a:rPr>
              <a:t>[</a:t>
            </a:r>
            <a:r>
              <a:rPr kumimoji="0" lang="en-US" sz="3200" b="1" i="0" u="none" strike="noStrike" cap="none" normalizeH="0" baseline="0" dirty="0">
                <a:ln>
                  <a:noFill/>
                </a:ln>
                <a:solidFill>
                  <a:srgbClr val="C00000"/>
                </a:solidFill>
                <a:effectLst/>
                <a:latin typeface="Arial" panose="020B0604020202020204" pitchFamily="34" charset="0"/>
              </a:rPr>
              <a:t>Thing doing action</a:t>
            </a:r>
            <a:r>
              <a:rPr kumimoji="0" lang="en-US" sz="3200" b="1" i="0" u="none" strike="noStrike" cap="none" normalizeH="0" baseline="0" dirty="0">
                <a:ln>
                  <a:noFill/>
                </a:ln>
                <a:solidFill>
                  <a:schemeClr val="tx1"/>
                </a:solidFill>
                <a:effectLst/>
                <a:latin typeface="Arial" panose="020B0604020202020204" pitchFamily="34" charset="0"/>
              </a:rPr>
              <a:t>] + </a:t>
            </a:r>
            <a:r>
              <a:rPr kumimoji="0" lang="en-US" sz="3200" b="1" i="0" u="none" strike="noStrike" cap="none" normalizeH="0" baseline="0" dirty="0">
                <a:ln>
                  <a:noFill/>
                </a:ln>
                <a:solidFill>
                  <a:srgbClr val="002060"/>
                </a:solidFill>
                <a:effectLst/>
                <a:latin typeface="Arial" panose="020B0604020202020204" pitchFamily="34" charset="0"/>
              </a:rPr>
              <a:t>[verb] </a:t>
            </a:r>
            <a:r>
              <a:rPr kumimoji="0" lang="en-US" sz="3200" b="1" i="0" u="none" strike="noStrike" cap="none" normalizeH="0" baseline="0" dirty="0">
                <a:ln>
                  <a:noFill/>
                </a:ln>
                <a:solidFill>
                  <a:schemeClr val="tx1"/>
                </a:solidFill>
                <a:effectLst/>
                <a:latin typeface="Arial" panose="020B0604020202020204" pitchFamily="34" charset="0"/>
              </a:rPr>
              <a:t>+ [</a:t>
            </a:r>
            <a:r>
              <a:rPr kumimoji="0" lang="en-US" sz="3200" b="1" i="0" u="none" strike="noStrike" cap="none" normalizeH="0" baseline="0" dirty="0">
                <a:ln>
                  <a:noFill/>
                </a:ln>
                <a:solidFill>
                  <a:srgbClr val="002060"/>
                </a:solidFill>
                <a:effectLst/>
                <a:latin typeface="Arial" panose="020B0604020202020204" pitchFamily="34" charset="0"/>
              </a:rPr>
              <a:t>thing receiving action]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1" i="0" u="none" strike="noStrike" cap="none" normalizeH="0" baseline="0" dirty="0">
                <a:ln>
                  <a:noFill/>
                </a:ln>
                <a:solidFill>
                  <a:schemeClr val="tx1"/>
                </a:solidFill>
                <a:effectLst/>
                <a:latin typeface="Arial" panose="020B0604020202020204" pitchFamily="34" charset="0"/>
              </a:rPr>
              <a:t>Examples: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Arial" panose="020B0604020202020204" pitchFamily="34" charset="0"/>
              </a:rPr>
              <a:t>  </a:t>
            </a:r>
            <a:endParaRPr kumimoji="0" lang="en-US" sz="13800" b="0" i="0" u="none" strike="noStrike" cap="none" normalizeH="0" baseline="0" dirty="0">
              <a:ln>
                <a:noFill/>
              </a:ln>
              <a:solidFill>
                <a:schemeClr val="tx1"/>
              </a:solidFill>
              <a:effectLst/>
              <a:latin typeface="Arial" panose="020B0604020202020204" pitchFamily="34" charset="0"/>
            </a:endParaRPr>
          </a:p>
        </p:txBody>
      </p:sp>
      <p:pic>
        <p:nvPicPr>
          <p:cNvPr id="1028" name="Picture 4" descr="http://www.englishpage.com/image/verbs/activ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640" y="3805889"/>
            <a:ext cx="8018188" cy="2531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6935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15910" y="82424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anose="020B0604020202020204" pitchFamily="34" charset="0"/>
              </a:rPr>
              <a:t>Examples: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anose="020B0604020202020204" pitchFamily="34" charset="0"/>
              </a:rPr>
              <a:t>  </a:t>
            </a:r>
            <a:endParaRPr kumimoji="0" lang="en-US" sz="8500" b="0" i="0" u="none" strike="noStrike" cap="none" normalizeH="0" baseline="0">
              <a:ln>
                <a:noFill/>
              </a:ln>
              <a:solidFill>
                <a:schemeClr val="tx1"/>
              </a:solidFill>
              <a:effectLst/>
              <a:latin typeface="Arial" panose="020B0604020202020204" pitchFamily="34" charset="0"/>
            </a:endParaRPr>
          </a:p>
        </p:txBody>
      </p:sp>
      <p:pic>
        <p:nvPicPr>
          <p:cNvPr id="2050" name="Picture 2" descr="http://www.englishpage.com/image/verbs/passiv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2233" y="1775637"/>
            <a:ext cx="9952074" cy="266757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9D648EF-4E33-47AC-17DE-AA764D3E3B79}"/>
              </a:ext>
            </a:extLst>
          </p:cNvPr>
          <p:cNvSpPr txBox="1"/>
          <p:nvPr/>
        </p:nvSpPr>
        <p:spPr>
          <a:xfrm>
            <a:off x="1474838" y="4544254"/>
            <a:ext cx="10264877" cy="1077218"/>
          </a:xfrm>
          <a:prstGeom prst="rect">
            <a:avLst/>
          </a:prstGeom>
          <a:noFill/>
        </p:spPr>
        <p:txBody>
          <a:bodyPr wrap="square">
            <a:spAutoFit/>
          </a:bodyPr>
          <a:lstStyle/>
          <a:p>
            <a:pPr lvl="0"/>
            <a:r>
              <a:rPr lang="en-IN" sz="3200" b="1" dirty="0"/>
              <a:t>[Thing receiving action] + [be] + [past participle of verb] + [by] + [thing doing action]</a:t>
            </a:r>
          </a:p>
        </p:txBody>
      </p:sp>
    </p:spTree>
    <p:extLst>
      <p:ext uri="{BB962C8B-B14F-4D97-AF65-F5344CB8AC3E}">
        <p14:creationId xmlns:p14="http://schemas.microsoft.com/office/powerpoint/2010/main" val="3456089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0" name="Picture 4" descr="Level 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6150" y="823913"/>
            <a:ext cx="447675" cy="666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Diagram 1">
            <a:extLst>
              <a:ext uri="{FF2B5EF4-FFF2-40B4-BE49-F238E27FC236}">
                <a16:creationId xmlns:a16="http://schemas.microsoft.com/office/drawing/2014/main" id="{01102F2F-A117-A7F8-D540-798577BBFEFA}"/>
              </a:ext>
            </a:extLst>
          </p:cNvPr>
          <p:cNvGraphicFramePr/>
          <p:nvPr>
            <p:extLst>
              <p:ext uri="{D42A27DB-BD31-4B8C-83A1-F6EECF244321}">
                <p14:modId xmlns:p14="http://schemas.microsoft.com/office/powerpoint/2010/main" val="2585690175"/>
              </p:ext>
            </p:extLst>
          </p:nvPr>
        </p:nvGraphicFramePr>
        <p:xfrm>
          <a:off x="0" y="0"/>
          <a:ext cx="12123174" cy="685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61052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0A4A6-8D90-6ED6-04C9-1FD54007B10A}"/>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6D32EB2D-19C9-509D-EE31-F4D3C210B40E}"/>
              </a:ext>
            </a:extLst>
          </p:cNvPr>
          <p:cNvGraphicFramePr>
            <a:graphicFrameLocks noGrp="1"/>
          </p:cNvGraphicFramePr>
          <p:nvPr>
            <p:ph idx="1"/>
            <p:extLst>
              <p:ext uri="{D42A27DB-BD31-4B8C-83A1-F6EECF244321}">
                <p14:modId xmlns:p14="http://schemas.microsoft.com/office/powerpoint/2010/main" val="3601046386"/>
              </p:ext>
            </p:extLst>
          </p:nvPr>
        </p:nvGraphicFramePr>
        <p:xfrm>
          <a:off x="-106326" y="0"/>
          <a:ext cx="12298326"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3671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16E70-9B20-C82E-058A-0E7B4C9D6D22}"/>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384FC957-C317-B499-8FE6-6BEAA7DAFE7C}"/>
              </a:ext>
            </a:extLst>
          </p:cNvPr>
          <p:cNvGraphicFramePr>
            <a:graphicFrameLocks noGrp="1"/>
          </p:cNvGraphicFramePr>
          <p:nvPr>
            <p:ph idx="1"/>
            <p:extLst>
              <p:ext uri="{D42A27DB-BD31-4B8C-83A1-F6EECF244321}">
                <p14:modId xmlns:p14="http://schemas.microsoft.com/office/powerpoint/2010/main" val="3595406042"/>
              </p:ext>
            </p:extLst>
          </p:nvPr>
        </p:nvGraphicFramePr>
        <p:xfrm>
          <a:off x="-78658" y="0"/>
          <a:ext cx="12270658"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7146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376504652"/>
              </p:ext>
            </p:extLst>
          </p:nvPr>
        </p:nvGraphicFramePr>
        <p:xfrm>
          <a:off x="297288" y="180305"/>
          <a:ext cx="10515600" cy="2318197"/>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2318197">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414033979"/>
              </p:ext>
            </p:extLst>
          </p:nvPr>
        </p:nvGraphicFramePr>
        <p:xfrm>
          <a:off x="297287" y="3541691"/>
          <a:ext cx="10515600" cy="1485406"/>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1485406">
                <a:tc>
                  <a:txBody>
                    <a:bodyPr/>
                    <a:lstStyle/>
                    <a:p>
                      <a:endParaRPr lang="en-IN" sz="2800" dirty="0">
                        <a:solidFill>
                          <a:srgbClr val="C00000"/>
                        </a:solidFill>
                      </a:endParaRPr>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777963556"/>
              </p:ext>
            </p:extLst>
          </p:nvPr>
        </p:nvGraphicFramePr>
        <p:xfrm>
          <a:off x="245772" y="1963856"/>
          <a:ext cx="10515600" cy="518160"/>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0">
                <a:tc>
                  <a:txBody>
                    <a:bodyPr/>
                    <a:lstStyle/>
                    <a:p>
                      <a:endParaRPr lang="en-IN" sz="2800" dirty="0">
                        <a:solidFill>
                          <a:srgbClr val="C00000"/>
                        </a:solidFill>
                      </a:endParaRPr>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930513344"/>
              </p:ext>
            </p:extLst>
          </p:nvPr>
        </p:nvGraphicFramePr>
        <p:xfrm>
          <a:off x="580623" y="4922133"/>
          <a:ext cx="10855815" cy="1594576"/>
        </p:xfrm>
        <a:graphic>
          <a:graphicData uri="http://schemas.openxmlformats.org/drawingml/2006/table">
            <a:tbl>
              <a:tblPr/>
              <a:tblGrid>
                <a:gridCol w="3618605">
                  <a:extLst>
                    <a:ext uri="{9D8B030D-6E8A-4147-A177-3AD203B41FA5}">
                      <a16:colId xmlns:a16="http://schemas.microsoft.com/office/drawing/2014/main" val="20000"/>
                    </a:ext>
                  </a:extLst>
                </a:gridCol>
                <a:gridCol w="3618605">
                  <a:extLst>
                    <a:ext uri="{9D8B030D-6E8A-4147-A177-3AD203B41FA5}">
                      <a16:colId xmlns:a16="http://schemas.microsoft.com/office/drawing/2014/main" val="20001"/>
                    </a:ext>
                  </a:extLst>
                </a:gridCol>
                <a:gridCol w="3618605">
                  <a:extLst>
                    <a:ext uri="{9D8B030D-6E8A-4147-A177-3AD203B41FA5}">
                      <a16:colId xmlns:a16="http://schemas.microsoft.com/office/drawing/2014/main" val="20002"/>
                    </a:ext>
                  </a:extLst>
                </a:gridCol>
              </a:tblGrid>
              <a:tr h="1594576">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37FCC2E1-00B4-0B5A-0A5F-7AA5253829DD}"/>
              </a:ext>
            </a:extLst>
          </p:cNvPr>
          <p:cNvGraphicFramePr>
            <a:graphicFrameLocks noGrp="1"/>
          </p:cNvGraphicFramePr>
          <p:nvPr>
            <p:extLst>
              <p:ext uri="{D42A27DB-BD31-4B8C-83A1-F6EECF244321}">
                <p14:modId xmlns:p14="http://schemas.microsoft.com/office/powerpoint/2010/main" val="3478123175"/>
              </p:ext>
            </p:extLst>
          </p:nvPr>
        </p:nvGraphicFramePr>
        <p:xfrm>
          <a:off x="0" y="85059"/>
          <a:ext cx="12192000" cy="659263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229202638"/>
                    </a:ext>
                  </a:extLst>
                </a:gridCol>
                <a:gridCol w="4064000">
                  <a:extLst>
                    <a:ext uri="{9D8B030D-6E8A-4147-A177-3AD203B41FA5}">
                      <a16:colId xmlns:a16="http://schemas.microsoft.com/office/drawing/2014/main" val="477753273"/>
                    </a:ext>
                  </a:extLst>
                </a:gridCol>
                <a:gridCol w="4064000">
                  <a:extLst>
                    <a:ext uri="{9D8B030D-6E8A-4147-A177-3AD203B41FA5}">
                      <a16:colId xmlns:a16="http://schemas.microsoft.com/office/drawing/2014/main" val="1523589088"/>
                    </a:ext>
                  </a:extLst>
                </a:gridCol>
              </a:tblGrid>
              <a:tr h="445201">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712065266"/>
                  </a:ext>
                </a:extLst>
              </a:tr>
              <a:tr h="987981">
                <a:tc>
                  <a:txBody>
                    <a:bodyPr/>
                    <a:lstStyle/>
                    <a:p>
                      <a:r>
                        <a:rPr lang="en-IN" sz="2400" b="1" dirty="0">
                          <a:solidFill>
                            <a:srgbClr val="C00000"/>
                          </a:solidFill>
                        </a:rPr>
                        <a:t>Simple Present</a:t>
                      </a:r>
                    </a:p>
                  </a:txBody>
                  <a:tcPr anchor="ctr"/>
                </a:tc>
                <a:tc>
                  <a:txBody>
                    <a:bodyPr/>
                    <a:lstStyle/>
                    <a:p>
                      <a:r>
                        <a:rPr lang="en-IN" sz="2400" b="1" dirty="0"/>
                        <a:t>Once a week, Tom </a:t>
                      </a:r>
                      <a:r>
                        <a:rPr lang="en-IN" sz="2400" b="1" dirty="0">
                          <a:solidFill>
                            <a:srgbClr val="C00000"/>
                          </a:solidFill>
                        </a:rPr>
                        <a:t>cleans </a:t>
                      </a:r>
                      <a:r>
                        <a:rPr lang="en-IN" sz="2400" b="1" dirty="0"/>
                        <a:t>the house. </a:t>
                      </a:r>
                    </a:p>
                  </a:txBody>
                  <a:tcPr anchor="ctr"/>
                </a:tc>
                <a:tc>
                  <a:txBody>
                    <a:bodyPr/>
                    <a:lstStyle/>
                    <a:p>
                      <a:r>
                        <a:rPr lang="en-IN" sz="2400" b="1" dirty="0"/>
                        <a:t>Once a week, the house </a:t>
                      </a:r>
                      <a:r>
                        <a:rPr lang="en-IN" sz="2400" b="1" dirty="0">
                          <a:solidFill>
                            <a:srgbClr val="C00000"/>
                          </a:solidFill>
                        </a:rPr>
                        <a:t>is cleaned</a:t>
                      </a:r>
                      <a:r>
                        <a:rPr lang="en-IN" sz="2400" b="1" dirty="0"/>
                        <a:t> by Tom.</a:t>
                      </a:r>
                    </a:p>
                  </a:txBody>
                  <a:tcPr anchor="ctr"/>
                </a:tc>
                <a:extLst>
                  <a:ext uri="{0D108BD9-81ED-4DB2-BD59-A6C34878D82A}">
                    <a16:rowId xmlns:a16="http://schemas.microsoft.com/office/drawing/2014/main" val="2970074797"/>
                  </a:ext>
                </a:extLst>
              </a:tr>
              <a:tr h="1134348">
                <a:tc>
                  <a:txBody>
                    <a:bodyPr/>
                    <a:lstStyle/>
                    <a:p>
                      <a:r>
                        <a:rPr lang="en-IN" sz="2800" b="1" dirty="0">
                          <a:solidFill>
                            <a:srgbClr val="C00000"/>
                          </a:solidFill>
                        </a:rPr>
                        <a:t>Simple Past</a:t>
                      </a:r>
                    </a:p>
                  </a:txBody>
                  <a:tcPr anchor="ctr"/>
                </a:tc>
                <a:tc>
                  <a:txBody>
                    <a:bodyPr/>
                    <a:lstStyle/>
                    <a:p>
                      <a:r>
                        <a:rPr lang="en-IN" sz="2800" b="1" dirty="0"/>
                        <a:t>Sam</a:t>
                      </a:r>
                      <a:r>
                        <a:rPr lang="en-IN" sz="2800" b="1" dirty="0">
                          <a:solidFill>
                            <a:srgbClr val="C00000"/>
                          </a:solidFill>
                        </a:rPr>
                        <a:t> repaired </a:t>
                      </a:r>
                      <a:r>
                        <a:rPr lang="en-IN" sz="2800" b="1" dirty="0"/>
                        <a:t>the car. </a:t>
                      </a:r>
                    </a:p>
                  </a:txBody>
                  <a:tcPr anchor="ctr"/>
                </a:tc>
                <a:tc>
                  <a:txBody>
                    <a:bodyPr/>
                    <a:lstStyle/>
                    <a:p>
                      <a:r>
                        <a:rPr lang="en-IN" sz="2800" b="1" dirty="0"/>
                        <a:t>The car </a:t>
                      </a:r>
                      <a:r>
                        <a:rPr lang="en-IN" sz="2800" b="1" dirty="0">
                          <a:solidFill>
                            <a:srgbClr val="C00000"/>
                          </a:solidFill>
                        </a:rPr>
                        <a:t>was repaired </a:t>
                      </a:r>
                      <a:r>
                        <a:rPr lang="en-IN" sz="2800" b="1" dirty="0"/>
                        <a:t>by Sam.</a:t>
                      </a:r>
                    </a:p>
                  </a:txBody>
                  <a:tcPr anchor="ctr"/>
                </a:tc>
                <a:extLst>
                  <a:ext uri="{0D108BD9-81ED-4DB2-BD59-A6C34878D82A}">
                    <a16:rowId xmlns:a16="http://schemas.microsoft.com/office/drawing/2014/main" val="781409557"/>
                  </a:ext>
                </a:extLst>
              </a:tr>
              <a:tr h="2158920">
                <a:tc>
                  <a:txBody>
                    <a:bodyPr/>
                    <a:lstStyle/>
                    <a:p>
                      <a:r>
                        <a:rPr lang="en-IN" sz="2800" b="1" dirty="0">
                          <a:solidFill>
                            <a:srgbClr val="C00000"/>
                          </a:solidFill>
                        </a:rPr>
                        <a:t>Present Continuous</a:t>
                      </a:r>
                    </a:p>
                  </a:txBody>
                  <a:tcPr anchor="ctr"/>
                </a:tc>
                <a:tc>
                  <a:txBody>
                    <a:bodyPr/>
                    <a:lstStyle/>
                    <a:p>
                      <a:r>
                        <a:rPr lang="en-IN" sz="2800" b="1" dirty="0"/>
                        <a:t>Right now, Sarah </a:t>
                      </a:r>
                      <a:r>
                        <a:rPr lang="en-IN" sz="2800" b="1" dirty="0">
                          <a:solidFill>
                            <a:srgbClr val="C00000"/>
                          </a:solidFill>
                        </a:rPr>
                        <a:t>is writing</a:t>
                      </a:r>
                      <a:r>
                        <a:rPr lang="en-IN" sz="2800" b="1" dirty="0"/>
                        <a:t> the letter.</a:t>
                      </a:r>
                    </a:p>
                  </a:txBody>
                  <a:tcPr anchor="ctr"/>
                </a:tc>
                <a:tc>
                  <a:txBody>
                    <a:bodyPr/>
                    <a:lstStyle/>
                    <a:p>
                      <a:r>
                        <a:rPr lang="en-IN" sz="2800" b="1" dirty="0"/>
                        <a:t>Right now, the letter </a:t>
                      </a:r>
                      <a:r>
                        <a:rPr lang="en-IN" sz="2800" b="1" dirty="0">
                          <a:solidFill>
                            <a:srgbClr val="C00000"/>
                          </a:solidFill>
                        </a:rPr>
                        <a:t>is being written </a:t>
                      </a:r>
                      <a:r>
                        <a:rPr lang="en-IN" sz="2800" b="1" dirty="0"/>
                        <a:t>by Sarah.</a:t>
                      </a:r>
                    </a:p>
                    <a:p>
                      <a:endParaRPr lang="en-IN" sz="2800" b="1" dirty="0"/>
                    </a:p>
                  </a:txBody>
                  <a:tcPr anchor="ctr"/>
                </a:tc>
                <a:extLst>
                  <a:ext uri="{0D108BD9-81ED-4DB2-BD59-A6C34878D82A}">
                    <a16:rowId xmlns:a16="http://schemas.microsoft.com/office/drawing/2014/main" val="2094455980"/>
                  </a:ext>
                </a:extLst>
              </a:tr>
              <a:tr h="1866186">
                <a:tc>
                  <a:txBody>
                    <a:bodyPr/>
                    <a:lstStyle/>
                    <a:p>
                      <a:r>
                        <a:rPr lang="en-IN" sz="2400" b="1" dirty="0">
                          <a:solidFill>
                            <a:srgbClr val="C00000"/>
                          </a:solidFill>
                        </a:rPr>
                        <a:t>Past Continuous</a:t>
                      </a:r>
                    </a:p>
                  </a:txBody>
                  <a:tcPr anchor="ctr"/>
                </a:tc>
                <a:tc>
                  <a:txBody>
                    <a:bodyPr/>
                    <a:lstStyle/>
                    <a:p>
                      <a:r>
                        <a:rPr lang="en-IN" sz="2400" b="1" dirty="0"/>
                        <a:t>The salesman </a:t>
                      </a:r>
                      <a:r>
                        <a:rPr lang="en-IN" sz="2400" b="1" dirty="0">
                          <a:solidFill>
                            <a:srgbClr val="C00000"/>
                          </a:solidFill>
                        </a:rPr>
                        <a:t>was helping </a:t>
                      </a:r>
                      <a:r>
                        <a:rPr lang="en-IN" sz="2400" b="1" dirty="0"/>
                        <a:t>the customer when the thief came into the store.</a:t>
                      </a:r>
                    </a:p>
                  </a:txBody>
                  <a:tcPr anchor="ctr"/>
                </a:tc>
                <a:tc>
                  <a:txBody>
                    <a:bodyPr/>
                    <a:lstStyle/>
                    <a:p>
                      <a:r>
                        <a:rPr lang="en-IN" sz="2400" b="1" dirty="0"/>
                        <a:t>The customer </a:t>
                      </a:r>
                      <a:r>
                        <a:rPr lang="en-IN" sz="2400" b="1" dirty="0">
                          <a:solidFill>
                            <a:srgbClr val="C00000"/>
                          </a:solidFill>
                        </a:rPr>
                        <a:t>was being helped</a:t>
                      </a:r>
                      <a:r>
                        <a:rPr lang="en-IN" sz="2400" b="1" dirty="0"/>
                        <a:t> by the salesman when the thief came into the store.</a:t>
                      </a:r>
                    </a:p>
                  </a:txBody>
                  <a:tcPr anchor="ctr"/>
                </a:tc>
                <a:extLst>
                  <a:ext uri="{0D108BD9-81ED-4DB2-BD59-A6C34878D82A}">
                    <a16:rowId xmlns:a16="http://schemas.microsoft.com/office/drawing/2014/main" val="52286830"/>
                  </a:ext>
                </a:extLst>
              </a:tr>
            </a:tbl>
          </a:graphicData>
        </a:graphic>
      </p:graphicFrame>
    </p:spTree>
    <p:extLst>
      <p:ext uri="{BB962C8B-B14F-4D97-AF65-F5344CB8AC3E}">
        <p14:creationId xmlns:p14="http://schemas.microsoft.com/office/powerpoint/2010/main" val="388744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BC516-3558-F25F-182C-83F0318B70AC}"/>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1EB80067-80C6-BEDC-8EA6-EA0200CC7636}"/>
              </a:ext>
            </a:extLst>
          </p:cNvPr>
          <p:cNvGraphicFramePr>
            <a:graphicFrameLocks noGrp="1"/>
          </p:cNvGraphicFramePr>
          <p:nvPr>
            <p:ph idx="1"/>
          </p:nvPr>
        </p:nvGraphicFramePr>
        <p:xfrm>
          <a:off x="297288" y="180305"/>
          <a:ext cx="10515600" cy="2318197"/>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2318197">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FD9FD15D-5072-B3A0-60F3-EA599058B0C8}"/>
              </a:ext>
            </a:extLst>
          </p:cNvPr>
          <p:cNvGraphicFramePr>
            <a:graphicFrameLocks noGrp="1"/>
          </p:cNvGraphicFramePr>
          <p:nvPr/>
        </p:nvGraphicFramePr>
        <p:xfrm>
          <a:off x="297287" y="3541691"/>
          <a:ext cx="10515600" cy="1485406"/>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1485406">
                <a:tc>
                  <a:txBody>
                    <a:bodyPr/>
                    <a:lstStyle/>
                    <a:p>
                      <a:endParaRPr lang="en-IN" sz="2800" dirty="0">
                        <a:solidFill>
                          <a:srgbClr val="C00000"/>
                        </a:solidFill>
                      </a:endParaRPr>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E23AE7D5-71ED-6A82-A554-06618A8BDED6}"/>
              </a:ext>
            </a:extLst>
          </p:cNvPr>
          <p:cNvGraphicFramePr>
            <a:graphicFrameLocks noGrp="1"/>
          </p:cNvGraphicFramePr>
          <p:nvPr/>
        </p:nvGraphicFramePr>
        <p:xfrm>
          <a:off x="245772" y="1963856"/>
          <a:ext cx="10515600" cy="518160"/>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0">
                <a:tc>
                  <a:txBody>
                    <a:bodyPr/>
                    <a:lstStyle/>
                    <a:p>
                      <a:endParaRPr lang="en-IN" sz="2800" dirty="0">
                        <a:solidFill>
                          <a:srgbClr val="C00000"/>
                        </a:solidFill>
                      </a:endParaRPr>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10" name="Table 9">
            <a:extLst>
              <a:ext uri="{FF2B5EF4-FFF2-40B4-BE49-F238E27FC236}">
                <a16:creationId xmlns:a16="http://schemas.microsoft.com/office/drawing/2014/main" id="{0C7A2693-4EE1-11FA-6DAA-6E88E2967C36}"/>
              </a:ext>
            </a:extLst>
          </p:cNvPr>
          <p:cNvGraphicFramePr>
            <a:graphicFrameLocks noGrp="1"/>
          </p:cNvGraphicFramePr>
          <p:nvPr/>
        </p:nvGraphicFramePr>
        <p:xfrm>
          <a:off x="580623" y="4922133"/>
          <a:ext cx="10855815" cy="1594576"/>
        </p:xfrm>
        <a:graphic>
          <a:graphicData uri="http://schemas.openxmlformats.org/drawingml/2006/table">
            <a:tbl>
              <a:tblPr/>
              <a:tblGrid>
                <a:gridCol w="3618605">
                  <a:extLst>
                    <a:ext uri="{9D8B030D-6E8A-4147-A177-3AD203B41FA5}">
                      <a16:colId xmlns:a16="http://schemas.microsoft.com/office/drawing/2014/main" val="20000"/>
                    </a:ext>
                  </a:extLst>
                </a:gridCol>
                <a:gridCol w="3618605">
                  <a:extLst>
                    <a:ext uri="{9D8B030D-6E8A-4147-A177-3AD203B41FA5}">
                      <a16:colId xmlns:a16="http://schemas.microsoft.com/office/drawing/2014/main" val="20001"/>
                    </a:ext>
                  </a:extLst>
                </a:gridCol>
                <a:gridCol w="3618605">
                  <a:extLst>
                    <a:ext uri="{9D8B030D-6E8A-4147-A177-3AD203B41FA5}">
                      <a16:colId xmlns:a16="http://schemas.microsoft.com/office/drawing/2014/main" val="20002"/>
                    </a:ext>
                  </a:extLst>
                </a:gridCol>
              </a:tblGrid>
              <a:tr h="1594576">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5BCB79B8-2D0C-DB41-03E0-07883BC2DA4C}"/>
              </a:ext>
            </a:extLst>
          </p:cNvPr>
          <p:cNvGraphicFramePr>
            <a:graphicFrameLocks noGrp="1"/>
          </p:cNvGraphicFramePr>
          <p:nvPr>
            <p:extLst>
              <p:ext uri="{D42A27DB-BD31-4B8C-83A1-F6EECF244321}">
                <p14:modId xmlns:p14="http://schemas.microsoft.com/office/powerpoint/2010/main" val="4290111013"/>
              </p:ext>
            </p:extLst>
          </p:nvPr>
        </p:nvGraphicFramePr>
        <p:xfrm>
          <a:off x="0" y="85059"/>
          <a:ext cx="12192000" cy="664669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229202638"/>
                    </a:ext>
                  </a:extLst>
                </a:gridCol>
                <a:gridCol w="4064000">
                  <a:extLst>
                    <a:ext uri="{9D8B030D-6E8A-4147-A177-3AD203B41FA5}">
                      <a16:colId xmlns:a16="http://schemas.microsoft.com/office/drawing/2014/main" val="477753273"/>
                    </a:ext>
                  </a:extLst>
                </a:gridCol>
                <a:gridCol w="4064000">
                  <a:extLst>
                    <a:ext uri="{9D8B030D-6E8A-4147-A177-3AD203B41FA5}">
                      <a16:colId xmlns:a16="http://schemas.microsoft.com/office/drawing/2014/main" val="1523589088"/>
                    </a:ext>
                  </a:extLst>
                </a:gridCol>
              </a:tblGrid>
              <a:tr h="445201">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712065266"/>
                  </a:ext>
                </a:extLst>
              </a:tr>
              <a:tr h="987981">
                <a:tc>
                  <a:txBody>
                    <a:bodyPr/>
                    <a:lstStyle/>
                    <a:p>
                      <a:r>
                        <a:rPr lang="en-IN" sz="2400" b="1" dirty="0">
                          <a:solidFill>
                            <a:srgbClr val="C00000"/>
                          </a:solidFill>
                        </a:rPr>
                        <a:t>Present Perfect</a:t>
                      </a:r>
                    </a:p>
                  </a:txBody>
                  <a:tcPr anchor="ctr"/>
                </a:tc>
                <a:tc>
                  <a:txBody>
                    <a:bodyPr/>
                    <a:lstStyle/>
                    <a:p>
                      <a:r>
                        <a:rPr lang="en-IN" sz="2400" b="1" dirty="0"/>
                        <a:t>Many tourists </a:t>
                      </a:r>
                      <a:r>
                        <a:rPr lang="en-IN" sz="2400" b="1" dirty="0">
                          <a:solidFill>
                            <a:srgbClr val="C00000"/>
                          </a:solidFill>
                        </a:rPr>
                        <a:t>have visited </a:t>
                      </a:r>
                      <a:r>
                        <a:rPr lang="en-IN" sz="2400" b="1" dirty="0"/>
                        <a:t>that castle.</a:t>
                      </a:r>
                    </a:p>
                  </a:txBody>
                  <a:tcPr anchor="ctr"/>
                </a:tc>
                <a:tc>
                  <a:txBody>
                    <a:bodyPr/>
                    <a:lstStyle/>
                    <a:p>
                      <a:r>
                        <a:rPr lang="en-IN" sz="2400" b="1" dirty="0"/>
                        <a:t>That castle </a:t>
                      </a:r>
                      <a:r>
                        <a:rPr lang="en-IN" sz="2400" b="1" dirty="0">
                          <a:solidFill>
                            <a:srgbClr val="C00000"/>
                          </a:solidFill>
                        </a:rPr>
                        <a:t>has been visited </a:t>
                      </a:r>
                      <a:r>
                        <a:rPr lang="en-IN" sz="2400" b="1" dirty="0"/>
                        <a:t>by many tourists.</a:t>
                      </a:r>
                    </a:p>
                  </a:txBody>
                  <a:tcPr anchor="ctr"/>
                </a:tc>
                <a:extLst>
                  <a:ext uri="{0D108BD9-81ED-4DB2-BD59-A6C34878D82A}">
                    <a16:rowId xmlns:a16="http://schemas.microsoft.com/office/drawing/2014/main" val="2970074797"/>
                  </a:ext>
                </a:extLst>
              </a:tr>
              <a:tr h="1134348">
                <a:tc>
                  <a:txBody>
                    <a:bodyPr/>
                    <a:lstStyle/>
                    <a:p>
                      <a:r>
                        <a:rPr lang="en-IN" sz="2800" b="1" dirty="0">
                          <a:solidFill>
                            <a:srgbClr val="C00000"/>
                          </a:solidFill>
                        </a:rPr>
                        <a:t>Present Perfect Continuous</a:t>
                      </a:r>
                    </a:p>
                  </a:txBody>
                  <a:tcPr anchor="ctr"/>
                </a:tc>
                <a:tc>
                  <a:txBody>
                    <a:bodyPr/>
                    <a:lstStyle/>
                    <a:p>
                      <a:r>
                        <a:rPr lang="en-IN" sz="2800" b="1" dirty="0"/>
                        <a:t>Recently, John </a:t>
                      </a:r>
                      <a:r>
                        <a:rPr lang="en-IN" sz="2800" b="1" dirty="0">
                          <a:solidFill>
                            <a:srgbClr val="C00000"/>
                          </a:solidFill>
                        </a:rPr>
                        <a:t>has been doing</a:t>
                      </a:r>
                      <a:r>
                        <a:rPr lang="en-IN" sz="2800" b="1" dirty="0"/>
                        <a:t> the work.</a:t>
                      </a:r>
                    </a:p>
                  </a:txBody>
                  <a:tcPr anchor="ctr"/>
                </a:tc>
                <a:tc>
                  <a:txBody>
                    <a:bodyPr/>
                    <a:lstStyle/>
                    <a:p>
                      <a:r>
                        <a:rPr lang="en-IN" sz="2800" b="1" dirty="0"/>
                        <a:t>Recently, the work </a:t>
                      </a:r>
                      <a:r>
                        <a:rPr lang="en-IN" sz="2800" b="1" dirty="0">
                          <a:solidFill>
                            <a:srgbClr val="C00000"/>
                          </a:solidFill>
                        </a:rPr>
                        <a:t>has been being done </a:t>
                      </a:r>
                      <a:r>
                        <a:rPr lang="en-IN" sz="2800" b="1" dirty="0"/>
                        <a:t>by John.</a:t>
                      </a:r>
                    </a:p>
                  </a:txBody>
                  <a:tcPr anchor="ctr"/>
                </a:tc>
                <a:extLst>
                  <a:ext uri="{0D108BD9-81ED-4DB2-BD59-A6C34878D82A}">
                    <a16:rowId xmlns:a16="http://schemas.microsoft.com/office/drawing/2014/main" val="781409557"/>
                  </a:ext>
                </a:extLst>
              </a:tr>
              <a:tr h="2158920">
                <a:tc>
                  <a:txBody>
                    <a:bodyPr/>
                    <a:lstStyle/>
                    <a:p>
                      <a:r>
                        <a:rPr lang="en-IN" sz="2400" b="1" dirty="0">
                          <a:solidFill>
                            <a:srgbClr val="C00000"/>
                          </a:solidFill>
                        </a:rPr>
                        <a:t>Past Perfect</a:t>
                      </a:r>
                    </a:p>
                  </a:txBody>
                  <a:tcPr anchor="ctr"/>
                </a:tc>
                <a:tc>
                  <a:txBody>
                    <a:bodyPr/>
                    <a:lstStyle/>
                    <a:p>
                      <a:r>
                        <a:rPr lang="en-IN" sz="2400" b="1" dirty="0"/>
                        <a:t>George </a:t>
                      </a:r>
                      <a:r>
                        <a:rPr lang="en-IN" sz="2400" b="1" dirty="0">
                          <a:solidFill>
                            <a:srgbClr val="C00000"/>
                          </a:solidFill>
                        </a:rPr>
                        <a:t>had repaired </a:t>
                      </a:r>
                      <a:r>
                        <a:rPr lang="en-IN" sz="2400" b="1" dirty="0"/>
                        <a:t>many cars before he received his mechanic's license.</a:t>
                      </a:r>
                    </a:p>
                  </a:txBody>
                  <a:tcPr anchor="ctr"/>
                </a:tc>
                <a:tc>
                  <a:txBody>
                    <a:bodyPr/>
                    <a:lstStyle/>
                    <a:p>
                      <a:r>
                        <a:rPr lang="en-IN" sz="2400" b="1" dirty="0"/>
                        <a:t>Many cars </a:t>
                      </a:r>
                      <a:r>
                        <a:rPr lang="en-IN" sz="2400" b="1" dirty="0">
                          <a:solidFill>
                            <a:srgbClr val="C00000"/>
                          </a:solidFill>
                        </a:rPr>
                        <a:t>had been repaired </a:t>
                      </a:r>
                      <a:r>
                        <a:rPr lang="en-IN" sz="2400" b="1" dirty="0"/>
                        <a:t>by George before he received his mechanic's license</a:t>
                      </a:r>
                    </a:p>
                  </a:txBody>
                  <a:tcPr anchor="ctr"/>
                </a:tc>
                <a:extLst>
                  <a:ext uri="{0D108BD9-81ED-4DB2-BD59-A6C34878D82A}">
                    <a16:rowId xmlns:a16="http://schemas.microsoft.com/office/drawing/2014/main" val="2094455980"/>
                  </a:ext>
                </a:extLst>
              </a:tr>
              <a:tr h="1866186">
                <a:tc>
                  <a:txBody>
                    <a:bodyPr/>
                    <a:lstStyle/>
                    <a:p>
                      <a:r>
                        <a:rPr lang="en-IN" sz="2400" b="1" dirty="0">
                          <a:solidFill>
                            <a:srgbClr val="C00000"/>
                          </a:solidFill>
                        </a:rPr>
                        <a:t>Past Perfect Continuous</a:t>
                      </a:r>
                    </a:p>
                  </a:txBody>
                  <a:tcPr anchor="ctr"/>
                </a:tc>
                <a:tc>
                  <a:txBody>
                    <a:bodyPr/>
                    <a:lstStyle/>
                    <a:p>
                      <a:r>
                        <a:rPr lang="en-IN" sz="2400" b="1" dirty="0"/>
                        <a:t>Chef Jones </a:t>
                      </a:r>
                      <a:r>
                        <a:rPr lang="en-IN" sz="2400" b="1" dirty="0">
                          <a:solidFill>
                            <a:srgbClr val="C00000"/>
                          </a:solidFill>
                        </a:rPr>
                        <a:t>had been preparing</a:t>
                      </a:r>
                      <a:r>
                        <a:rPr lang="en-IN" sz="2400" b="1" dirty="0"/>
                        <a:t> the restaurant's fantastic dinners for two years before he moved to Paris.</a:t>
                      </a:r>
                    </a:p>
                  </a:txBody>
                  <a:tcPr anchor="ctr"/>
                </a:tc>
                <a:tc>
                  <a:txBody>
                    <a:bodyPr/>
                    <a:lstStyle/>
                    <a:p>
                      <a:r>
                        <a:rPr lang="en-IN" sz="2400" b="1" dirty="0"/>
                        <a:t>The restaurant's fantastic dinners </a:t>
                      </a:r>
                      <a:r>
                        <a:rPr lang="en-IN" sz="2400" b="1" dirty="0">
                          <a:solidFill>
                            <a:srgbClr val="C00000"/>
                          </a:solidFill>
                        </a:rPr>
                        <a:t>had been being prepared </a:t>
                      </a:r>
                      <a:r>
                        <a:rPr lang="en-IN" sz="2400" b="1" dirty="0"/>
                        <a:t>by Chef Jones for two years before he moved to Paris. </a:t>
                      </a:r>
                    </a:p>
                  </a:txBody>
                  <a:tcPr anchor="ctr"/>
                </a:tc>
                <a:extLst>
                  <a:ext uri="{0D108BD9-81ED-4DB2-BD59-A6C34878D82A}">
                    <a16:rowId xmlns:a16="http://schemas.microsoft.com/office/drawing/2014/main" val="52286830"/>
                  </a:ext>
                </a:extLst>
              </a:tr>
            </a:tbl>
          </a:graphicData>
        </a:graphic>
      </p:graphicFrame>
    </p:spTree>
    <p:extLst>
      <p:ext uri="{BB962C8B-B14F-4D97-AF65-F5344CB8AC3E}">
        <p14:creationId xmlns:p14="http://schemas.microsoft.com/office/powerpoint/2010/main" val="1440225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434FA-0814-9776-0F41-4036DAD5CA05}"/>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7BA5628F-74CC-3003-112E-18363D96152E}"/>
              </a:ext>
            </a:extLst>
          </p:cNvPr>
          <p:cNvGraphicFramePr>
            <a:graphicFrameLocks noGrp="1"/>
          </p:cNvGraphicFramePr>
          <p:nvPr>
            <p:ph idx="1"/>
          </p:nvPr>
        </p:nvGraphicFramePr>
        <p:xfrm>
          <a:off x="297288" y="180305"/>
          <a:ext cx="10515600" cy="2318197"/>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2318197">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751C4FD5-75F5-0B39-25CA-A8161856B0EF}"/>
              </a:ext>
            </a:extLst>
          </p:cNvPr>
          <p:cNvGraphicFramePr>
            <a:graphicFrameLocks noGrp="1"/>
          </p:cNvGraphicFramePr>
          <p:nvPr/>
        </p:nvGraphicFramePr>
        <p:xfrm>
          <a:off x="297287" y="3541691"/>
          <a:ext cx="10515600" cy="1485406"/>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1485406">
                <a:tc>
                  <a:txBody>
                    <a:bodyPr/>
                    <a:lstStyle/>
                    <a:p>
                      <a:endParaRPr lang="en-IN" sz="2800" dirty="0">
                        <a:solidFill>
                          <a:srgbClr val="C00000"/>
                        </a:solidFill>
                      </a:endParaRPr>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C0AFECC9-D82E-0887-9F28-AF883AE6BFC6}"/>
              </a:ext>
            </a:extLst>
          </p:cNvPr>
          <p:cNvGraphicFramePr>
            <a:graphicFrameLocks noGrp="1"/>
          </p:cNvGraphicFramePr>
          <p:nvPr/>
        </p:nvGraphicFramePr>
        <p:xfrm>
          <a:off x="245772" y="1963856"/>
          <a:ext cx="10515600" cy="518160"/>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0">
                <a:tc>
                  <a:txBody>
                    <a:bodyPr/>
                    <a:lstStyle/>
                    <a:p>
                      <a:endParaRPr lang="en-IN" sz="2800" dirty="0">
                        <a:solidFill>
                          <a:srgbClr val="C00000"/>
                        </a:solidFill>
                      </a:endParaRPr>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10" name="Table 9">
            <a:extLst>
              <a:ext uri="{FF2B5EF4-FFF2-40B4-BE49-F238E27FC236}">
                <a16:creationId xmlns:a16="http://schemas.microsoft.com/office/drawing/2014/main" id="{7E2E62F8-1B29-04A6-88FB-B0C5BAC1DDD4}"/>
              </a:ext>
            </a:extLst>
          </p:cNvPr>
          <p:cNvGraphicFramePr>
            <a:graphicFrameLocks noGrp="1"/>
          </p:cNvGraphicFramePr>
          <p:nvPr/>
        </p:nvGraphicFramePr>
        <p:xfrm>
          <a:off x="580623" y="4922133"/>
          <a:ext cx="10855815" cy="1594576"/>
        </p:xfrm>
        <a:graphic>
          <a:graphicData uri="http://schemas.openxmlformats.org/drawingml/2006/table">
            <a:tbl>
              <a:tblPr/>
              <a:tblGrid>
                <a:gridCol w="3618605">
                  <a:extLst>
                    <a:ext uri="{9D8B030D-6E8A-4147-A177-3AD203B41FA5}">
                      <a16:colId xmlns:a16="http://schemas.microsoft.com/office/drawing/2014/main" val="20000"/>
                    </a:ext>
                  </a:extLst>
                </a:gridCol>
                <a:gridCol w="3618605">
                  <a:extLst>
                    <a:ext uri="{9D8B030D-6E8A-4147-A177-3AD203B41FA5}">
                      <a16:colId xmlns:a16="http://schemas.microsoft.com/office/drawing/2014/main" val="20001"/>
                    </a:ext>
                  </a:extLst>
                </a:gridCol>
                <a:gridCol w="3618605">
                  <a:extLst>
                    <a:ext uri="{9D8B030D-6E8A-4147-A177-3AD203B41FA5}">
                      <a16:colId xmlns:a16="http://schemas.microsoft.com/office/drawing/2014/main" val="20002"/>
                    </a:ext>
                  </a:extLst>
                </a:gridCol>
              </a:tblGrid>
              <a:tr h="1594576">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F80D49FD-2411-DF20-6757-90741AA939DC}"/>
              </a:ext>
            </a:extLst>
          </p:cNvPr>
          <p:cNvGraphicFramePr>
            <a:graphicFrameLocks noGrp="1"/>
          </p:cNvGraphicFramePr>
          <p:nvPr>
            <p:extLst>
              <p:ext uri="{D42A27DB-BD31-4B8C-83A1-F6EECF244321}">
                <p14:modId xmlns:p14="http://schemas.microsoft.com/office/powerpoint/2010/main" val="190820921"/>
              </p:ext>
            </p:extLst>
          </p:nvPr>
        </p:nvGraphicFramePr>
        <p:xfrm>
          <a:off x="0" y="85059"/>
          <a:ext cx="12192000" cy="6847747"/>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229202638"/>
                    </a:ext>
                  </a:extLst>
                </a:gridCol>
                <a:gridCol w="4064000">
                  <a:extLst>
                    <a:ext uri="{9D8B030D-6E8A-4147-A177-3AD203B41FA5}">
                      <a16:colId xmlns:a16="http://schemas.microsoft.com/office/drawing/2014/main" val="477753273"/>
                    </a:ext>
                  </a:extLst>
                </a:gridCol>
                <a:gridCol w="4064000">
                  <a:extLst>
                    <a:ext uri="{9D8B030D-6E8A-4147-A177-3AD203B41FA5}">
                      <a16:colId xmlns:a16="http://schemas.microsoft.com/office/drawing/2014/main" val="1523589088"/>
                    </a:ext>
                  </a:extLst>
                </a:gridCol>
              </a:tblGrid>
              <a:tr h="445201">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712065266"/>
                  </a:ext>
                </a:extLst>
              </a:tr>
              <a:tr h="987981">
                <a:tc>
                  <a:txBody>
                    <a:bodyPr/>
                    <a:lstStyle/>
                    <a:p>
                      <a:r>
                        <a:rPr lang="en-IN" sz="2400" b="1" dirty="0">
                          <a:solidFill>
                            <a:srgbClr val="C00000"/>
                          </a:solidFill>
                        </a:rPr>
                        <a:t>Simple Future</a:t>
                      </a:r>
                      <a:br>
                        <a:rPr lang="en-IN" sz="2400" b="1" dirty="0">
                          <a:solidFill>
                            <a:srgbClr val="C00000"/>
                          </a:solidFill>
                        </a:rPr>
                      </a:br>
                      <a:r>
                        <a:rPr lang="en-IN" sz="2400" b="1" i="1" dirty="0">
                          <a:solidFill>
                            <a:srgbClr val="C00000"/>
                          </a:solidFill>
                        </a:rPr>
                        <a:t>will</a:t>
                      </a:r>
                      <a:br>
                        <a:rPr lang="en-IN" sz="2400" b="1" dirty="0"/>
                      </a:br>
                      <a:endParaRPr lang="en-IN" sz="2400" b="1" dirty="0"/>
                    </a:p>
                  </a:txBody>
                  <a:tcPr anchor="ctr"/>
                </a:tc>
                <a:tc>
                  <a:txBody>
                    <a:bodyPr/>
                    <a:lstStyle/>
                    <a:p>
                      <a:r>
                        <a:rPr lang="en-IN" sz="2400" dirty="0"/>
                        <a:t>Someone </a:t>
                      </a:r>
                      <a:r>
                        <a:rPr lang="en-IN" sz="2400" b="1" dirty="0">
                          <a:solidFill>
                            <a:srgbClr val="C00000"/>
                          </a:solidFill>
                        </a:rPr>
                        <a:t>will finish</a:t>
                      </a:r>
                      <a:r>
                        <a:rPr lang="en-IN" sz="2400" dirty="0">
                          <a:solidFill>
                            <a:srgbClr val="C00000"/>
                          </a:solidFill>
                        </a:rPr>
                        <a:t> </a:t>
                      </a:r>
                      <a:r>
                        <a:rPr lang="en-IN" sz="2400" dirty="0"/>
                        <a:t>the work by 5:00 PM.</a:t>
                      </a:r>
                    </a:p>
                  </a:txBody>
                  <a:tcPr anchor="ctr"/>
                </a:tc>
                <a:tc>
                  <a:txBody>
                    <a:bodyPr/>
                    <a:lstStyle/>
                    <a:p>
                      <a:r>
                        <a:rPr lang="en-IN" sz="2400" dirty="0"/>
                        <a:t>The work </a:t>
                      </a:r>
                      <a:r>
                        <a:rPr lang="en-IN" sz="2400" b="1" dirty="0">
                          <a:solidFill>
                            <a:srgbClr val="C00000"/>
                          </a:solidFill>
                        </a:rPr>
                        <a:t>will be finished</a:t>
                      </a:r>
                      <a:r>
                        <a:rPr lang="en-IN" sz="2400" dirty="0">
                          <a:solidFill>
                            <a:srgbClr val="C00000"/>
                          </a:solidFill>
                        </a:rPr>
                        <a:t> </a:t>
                      </a:r>
                      <a:r>
                        <a:rPr lang="en-IN" sz="2400" dirty="0"/>
                        <a:t>by 5:00 PM.</a:t>
                      </a:r>
                    </a:p>
                  </a:txBody>
                  <a:tcPr anchor="ctr"/>
                </a:tc>
                <a:extLst>
                  <a:ext uri="{0D108BD9-81ED-4DB2-BD59-A6C34878D82A}">
                    <a16:rowId xmlns:a16="http://schemas.microsoft.com/office/drawing/2014/main" val="2970074797"/>
                  </a:ext>
                </a:extLst>
              </a:tr>
              <a:tr h="1134348">
                <a:tc>
                  <a:txBody>
                    <a:bodyPr/>
                    <a:lstStyle/>
                    <a:p>
                      <a:r>
                        <a:rPr lang="en-IN" sz="2400" b="1" dirty="0">
                          <a:solidFill>
                            <a:srgbClr val="C00000"/>
                          </a:solidFill>
                        </a:rPr>
                        <a:t>Simple Future</a:t>
                      </a:r>
                      <a:br>
                        <a:rPr lang="en-IN" sz="2400" b="1" dirty="0">
                          <a:solidFill>
                            <a:srgbClr val="C00000"/>
                          </a:solidFill>
                        </a:rPr>
                      </a:br>
                      <a:r>
                        <a:rPr lang="en-IN" sz="2400" b="1" i="1" dirty="0">
                          <a:solidFill>
                            <a:srgbClr val="C00000"/>
                          </a:solidFill>
                        </a:rPr>
                        <a:t>be going to </a:t>
                      </a:r>
                      <a:br>
                        <a:rPr lang="en-IN" sz="2400" b="1" dirty="0"/>
                      </a:br>
                      <a:endParaRPr lang="en-IN" sz="2400" b="1" dirty="0"/>
                    </a:p>
                  </a:txBody>
                  <a:tcPr anchor="ctr"/>
                </a:tc>
                <a:tc>
                  <a:txBody>
                    <a:bodyPr/>
                    <a:lstStyle/>
                    <a:p>
                      <a:r>
                        <a:rPr lang="en-IN" sz="2400" dirty="0"/>
                        <a:t>Sally </a:t>
                      </a:r>
                      <a:r>
                        <a:rPr lang="en-IN" sz="2400" b="1" dirty="0">
                          <a:solidFill>
                            <a:srgbClr val="C00000"/>
                          </a:solidFill>
                        </a:rPr>
                        <a:t>is going to make</a:t>
                      </a:r>
                      <a:r>
                        <a:rPr lang="en-IN" sz="2400" dirty="0">
                          <a:solidFill>
                            <a:srgbClr val="C00000"/>
                          </a:solidFill>
                        </a:rPr>
                        <a:t> </a:t>
                      </a:r>
                      <a:r>
                        <a:rPr lang="en-IN" sz="2400" dirty="0"/>
                        <a:t>a beautiful dinner tonight.</a:t>
                      </a:r>
                    </a:p>
                  </a:txBody>
                  <a:tcPr anchor="ctr"/>
                </a:tc>
                <a:tc>
                  <a:txBody>
                    <a:bodyPr/>
                    <a:lstStyle/>
                    <a:p>
                      <a:r>
                        <a:rPr lang="en-IN" sz="2400" dirty="0"/>
                        <a:t>A beautiful dinner </a:t>
                      </a:r>
                      <a:r>
                        <a:rPr lang="en-IN" sz="2400" b="1" dirty="0">
                          <a:solidFill>
                            <a:srgbClr val="C00000"/>
                          </a:solidFill>
                        </a:rPr>
                        <a:t>is going to be made</a:t>
                      </a:r>
                      <a:r>
                        <a:rPr lang="en-IN" sz="2400" dirty="0"/>
                        <a:t> by Sally tonight.</a:t>
                      </a:r>
                    </a:p>
                  </a:txBody>
                  <a:tcPr anchor="ctr"/>
                </a:tc>
                <a:extLst>
                  <a:ext uri="{0D108BD9-81ED-4DB2-BD59-A6C34878D82A}">
                    <a16:rowId xmlns:a16="http://schemas.microsoft.com/office/drawing/2014/main" val="781409557"/>
                  </a:ext>
                </a:extLst>
              </a:tr>
              <a:tr h="2158920">
                <a:tc>
                  <a:txBody>
                    <a:bodyPr/>
                    <a:lstStyle/>
                    <a:p>
                      <a:r>
                        <a:rPr lang="en-IN" sz="2800" b="1" dirty="0">
                          <a:solidFill>
                            <a:srgbClr val="C00000"/>
                          </a:solidFill>
                        </a:rPr>
                        <a:t>Future Continuous</a:t>
                      </a:r>
                      <a:br>
                        <a:rPr lang="en-IN" sz="2800" b="1" dirty="0">
                          <a:solidFill>
                            <a:srgbClr val="C00000"/>
                          </a:solidFill>
                        </a:rPr>
                      </a:br>
                      <a:r>
                        <a:rPr lang="en-IN" sz="2800" b="1" i="1" dirty="0">
                          <a:solidFill>
                            <a:srgbClr val="C00000"/>
                          </a:solidFill>
                        </a:rPr>
                        <a:t>will</a:t>
                      </a:r>
                      <a:endParaRPr lang="en-IN" sz="2800" b="1" dirty="0">
                        <a:solidFill>
                          <a:srgbClr val="C00000"/>
                        </a:solidFill>
                      </a:endParaRPr>
                    </a:p>
                  </a:txBody>
                  <a:tcPr anchor="ctr"/>
                </a:tc>
                <a:tc>
                  <a:txBody>
                    <a:bodyPr/>
                    <a:lstStyle/>
                    <a:p>
                      <a:r>
                        <a:rPr lang="en-IN" sz="2800" dirty="0"/>
                        <a:t>At 8:00 PM tonight, John </a:t>
                      </a:r>
                      <a:r>
                        <a:rPr lang="en-IN" sz="2800" b="1" dirty="0">
                          <a:solidFill>
                            <a:srgbClr val="C00000"/>
                          </a:solidFill>
                        </a:rPr>
                        <a:t>will be washing</a:t>
                      </a:r>
                      <a:r>
                        <a:rPr lang="en-IN" sz="2800" dirty="0">
                          <a:solidFill>
                            <a:srgbClr val="C00000"/>
                          </a:solidFill>
                        </a:rPr>
                        <a:t> </a:t>
                      </a:r>
                      <a:r>
                        <a:rPr lang="en-IN" sz="2800" dirty="0"/>
                        <a:t>the dishes.</a:t>
                      </a:r>
                    </a:p>
                  </a:txBody>
                  <a:tcPr anchor="ctr"/>
                </a:tc>
                <a:tc>
                  <a:txBody>
                    <a:bodyPr/>
                    <a:lstStyle/>
                    <a:p>
                      <a:r>
                        <a:rPr lang="en-IN" sz="2800" dirty="0"/>
                        <a:t>At 8:00 PM tonight, the dishes </a:t>
                      </a:r>
                      <a:r>
                        <a:rPr lang="en-IN" sz="2800" b="1" dirty="0">
                          <a:solidFill>
                            <a:srgbClr val="C00000"/>
                          </a:solidFill>
                        </a:rPr>
                        <a:t>will be being washed</a:t>
                      </a:r>
                      <a:r>
                        <a:rPr lang="en-IN" sz="2800" dirty="0">
                          <a:solidFill>
                            <a:srgbClr val="C00000"/>
                          </a:solidFill>
                        </a:rPr>
                        <a:t> </a:t>
                      </a:r>
                      <a:r>
                        <a:rPr lang="en-IN" sz="2800" dirty="0"/>
                        <a:t>by John. </a:t>
                      </a:r>
                    </a:p>
                  </a:txBody>
                  <a:tcPr anchor="ctr"/>
                </a:tc>
                <a:extLst>
                  <a:ext uri="{0D108BD9-81ED-4DB2-BD59-A6C34878D82A}">
                    <a16:rowId xmlns:a16="http://schemas.microsoft.com/office/drawing/2014/main" val="2094455980"/>
                  </a:ext>
                </a:extLst>
              </a:tr>
              <a:tr h="1866186">
                <a:tc>
                  <a:txBody>
                    <a:bodyPr/>
                    <a:lstStyle/>
                    <a:p>
                      <a:r>
                        <a:rPr lang="en-IN" sz="2800" b="1" dirty="0">
                          <a:solidFill>
                            <a:srgbClr val="C00000"/>
                          </a:solidFill>
                        </a:rPr>
                        <a:t>Future Continuous</a:t>
                      </a:r>
                      <a:br>
                        <a:rPr lang="en-IN" sz="2800" b="1" dirty="0">
                          <a:solidFill>
                            <a:srgbClr val="C00000"/>
                          </a:solidFill>
                        </a:rPr>
                      </a:br>
                      <a:r>
                        <a:rPr lang="en-IN" sz="2800" b="1" i="1" dirty="0">
                          <a:solidFill>
                            <a:srgbClr val="C00000"/>
                          </a:solidFill>
                        </a:rPr>
                        <a:t>be going to </a:t>
                      </a:r>
                      <a:endParaRPr lang="en-IN" sz="2800" b="1" dirty="0">
                        <a:solidFill>
                          <a:srgbClr val="C00000"/>
                        </a:solidFill>
                      </a:endParaRPr>
                    </a:p>
                  </a:txBody>
                  <a:tcPr anchor="ctr"/>
                </a:tc>
                <a:tc>
                  <a:txBody>
                    <a:bodyPr/>
                    <a:lstStyle/>
                    <a:p>
                      <a:r>
                        <a:rPr lang="en-IN" sz="2800" dirty="0"/>
                        <a:t>At 8:00 PM tonight, John </a:t>
                      </a:r>
                      <a:r>
                        <a:rPr lang="en-IN" sz="2800" b="1" dirty="0">
                          <a:solidFill>
                            <a:srgbClr val="C00000"/>
                          </a:solidFill>
                        </a:rPr>
                        <a:t>is going to be washing</a:t>
                      </a:r>
                      <a:r>
                        <a:rPr lang="en-IN" sz="2800" dirty="0">
                          <a:solidFill>
                            <a:srgbClr val="C00000"/>
                          </a:solidFill>
                        </a:rPr>
                        <a:t> </a:t>
                      </a:r>
                      <a:r>
                        <a:rPr lang="en-IN" sz="2800" dirty="0"/>
                        <a:t>the dishes.</a:t>
                      </a:r>
                    </a:p>
                  </a:txBody>
                  <a:tcPr anchor="ctr"/>
                </a:tc>
                <a:tc>
                  <a:txBody>
                    <a:bodyPr/>
                    <a:lstStyle/>
                    <a:p>
                      <a:r>
                        <a:rPr lang="en-IN" sz="2800" dirty="0"/>
                        <a:t>At 8:00 PM tonight, the dishes </a:t>
                      </a:r>
                      <a:r>
                        <a:rPr lang="en-IN" sz="2800" b="1" dirty="0">
                          <a:solidFill>
                            <a:srgbClr val="C00000"/>
                          </a:solidFill>
                        </a:rPr>
                        <a:t>are going to be being washed</a:t>
                      </a:r>
                      <a:r>
                        <a:rPr lang="en-IN" sz="2800" dirty="0">
                          <a:solidFill>
                            <a:srgbClr val="C00000"/>
                          </a:solidFill>
                        </a:rPr>
                        <a:t> </a:t>
                      </a:r>
                      <a:r>
                        <a:rPr lang="en-IN" sz="2800" dirty="0"/>
                        <a:t>by John.</a:t>
                      </a:r>
                    </a:p>
                  </a:txBody>
                  <a:tcPr anchor="ctr"/>
                </a:tc>
                <a:extLst>
                  <a:ext uri="{0D108BD9-81ED-4DB2-BD59-A6C34878D82A}">
                    <a16:rowId xmlns:a16="http://schemas.microsoft.com/office/drawing/2014/main" val="52286830"/>
                  </a:ext>
                </a:extLst>
              </a:tr>
            </a:tbl>
          </a:graphicData>
        </a:graphic>
      </p:graphicFrame>
    </p:spTree>
    <p:extLst>
      <p:ext uri="{BB962C8B-B14F-4D97-AF65-F5344CB8AC3E}">
        <p14:creationId xmlns:p14="http://schemas.microsoft.com/office/powerpoint/2010/main" val="2598284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11211-5558-3225-B36E-C8AFF2F21505}"/>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61907777-66CA-360A-666C-56AC17E1CB65}"/>
              </a:ext>
            </a:extLst>
          </p:cNvPr>
          <p:cNvGraphicFramePr>
            <a:graphicFrameLocks noGrp="1"/>
          </p:cNvGraphicFramePr>
          <p:nvPr>
            <p:ph idx="1"/>
          </p:nvPr>
        </p:nvGraphicFramePr>
        <p:xfrm>
          <a:off x="297288" y="180305"/>
          <a:ext cx="10515600" cy="2318197"/>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2318197">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B1BD9520-F532-B15B-9F9D-E938B9287CDD}"/>
              </a:ext>
            </a:extLst>
          </p:cNvPr>
          <p:cNvGraphicFramePr>
            <a:graphicFrameLocks noGrp="1"/>
          </p:cNvGraphicFramePr>
          <p:nvPr/>
        </p:nvGraphicFramePr>
        <p:xfrm>
          <a:off x="297287" y="3541691"/>
          <a:ext cx="10515600" cy="1485406"/>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1485406">
                <a:tc>
                  <a:txBody>
                    <a:bodyPr/>
                    <a:lstStyle/>
                    <a:p>
                      <a:endParaRPr lang="en-IN" sz="2800" dirty="0">
                        <a:solidFill>
                          <a:srgbClr val="C00000"/>
                        </a:solidFill>
                      </a:endParaRPr>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F2997D44-78BB-A42C-8991-D52E15E98B2F}"/>
              </a:ext>
            </a:extLst>
          </p:cNvPr>
          <p:cNvGraphicFramePr>
            <a:graphicFrameLocks noGrp="1"/>
          </p:cNvGraphicFramePr>
          <p:nvPr/>
        </p:nvGraphicFramePr>
        <p:xfrm>
          <a:off x="245772" y="1963856"/>
          <a:ext cx="10515600" cy="518160"/>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0">
                <a:tc>
                  <a:txBody>
                    <a:bodyPr/>
                    <a:lstStyle/>
                    <a:p>
                      <a:endParaRPr lang="en-IN" sz="2800" dirty="0">
                        <a:solidFill>
                          <a:srgbClr val="C00000"/>
                        </a:solidFill>
                      </a:endParaRPr>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10" name="Table 9">
            <a:extLst>
              <a:ext uri="{FF2B5EF4-FFF2-40B4-BE49-F238E27FC236}">
                <a16:creationId xmlns:a16="http://schemas.microsoft.com/office/drawing/2014/main" id="{143DE306-D8B0-53D8-821A-65491D39B5BE}"/>
              </a:ext>
            </a:extLst>
          </p:cNvPr>
          <p:cNvGraphicFramePr>
            <a:graphicFrameLocks noGrp="1"/>
          </p:cNvGraphicFramePr>
          <p:nvPr/>
        </p:nvGraphicFramePr>
        <p:xfrm>
          <a:off x="580623" y="4922133"/>
          <a:ext cx="10855815" cy="1594576"/>
        </p:xfrm>
        <a:graphic>
          <a:graphicData uri="http://schemas.openxmlformats.org/drawingml/2006/table">
            <a:tbl>
              <a:tblPr/>
              <a:tblGrid>
                <a:gridCol w="3618605">
                  <a:extLst>
                    <a:ext uri="{9D8B030D-6E8A-4147-A177-3AD203B41FA5}">
                      <a16:colId xmlns:a16="http://schemas.microsoft.com/office/drawing/2014/main" val="20000"/>
                    </a:ext>
                  </a:extLst>
                </a:gridCol>
                <a:gridCol w="3618605">
                  <a:extLst>
                    <a:ext uri="{9D8B030D-6E8A-4147-A177-3AD203B41FA5}">
                      <a16:colId xmlns:a16="http://schemas.microsoft.com/office/drawing/2014/main" val="20001"/>
                    </a:ext>
                  </a:extLst>
                </a:gridCol>
                <a:gridCol w="3618605">
                  <a:extLst>
                    <a:ext uri="{9D8B030D-6E8A-4147-A177-3AD203B41FA5}">
                      <a16:colId xmlns:a16="http://schemas.microsoft.com/office/drawing/2014/main" val="20002"/>
                    </a:ext>
                  </a:extLst>
                </a:gridCol>
              </a:tblGrid>
              <a:tr h="1594576">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F2205411-79A9-9A8B-22BD-6303AE217E16}"/>
              </a:ext>
            </a:extLst>
          </p:cNvPr>
          <p:cNvGraphicFramePr>
            <a:graphicFrameLocks noGrp="1"/>
          </p:cNvGraphicFramePr>
          <p:nvPr>
            <p:extLst>
              <p:ext uri="{D42A27DB-BD31-4B8C-83A1-F6EECF244321}">
                <p14:modId xmlns:p14="http://schemas.microsoft.com/office/powerpoint/2010/main" val="4266413880"/>
              </p:ext>
            </p:extLst>
          </p:nvPr>
        </p:nvGraphicFramePr>
        <p:xfrm>
          <a:off x="0" y="85059"/>
          <a:ext cx="12192000" cy="690180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229202638"/>
                    </a:ext>
                  </a:extLst>
                </a:gridCol>
                <a:gridCol w="4064000">
                  <a:extLst>
                    <a:ext uri="{9D8B030D-6E8A-4147-A177-3AD203B41FA5}">
                      <a16:colId xmlns:a16="http://schemas.microsoft.com/office/drawing/2014/main" val="477753273"/>
                    </a:ext>
                  </a:extLst>
                </a:gridCol>
                <a:gridCol w="4064000">
                  <a:extLst>
                    <a:ext uri="{9D8B030D-6E8A-4147-A177-3AD203B41FA5}">
                      <a16:colId xmlns:a16="http://schemas.microsoft.com/office/drawing/2014/main" val="1523589088"/>
                    </a:ext>
                  </a:extLst>
                </a:gridCol>
              </a:tblGrid>
              <a:tr h="445201">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712065266"/>
                  </a:ext>
                </a:extLst>
              </a:tr>
              <a:tr h="987981">
                <a:tc>
                  <a:txBody>
                    <a:bodyPr/>
                    <a:lstStyle/>
                    <a:p>
                      <a:r>
                        <a:rPr lang="en-IN" sz="2400" b="1" dirty="0">
                          <a:solidFill>
                            <a:srgbClr val="C00000"/>
                          </a:solidFill>
                        </a:rPr>
                        <a:t>Future Perfect</a:t>
                      </a:r>
                      <a:br>
                        <a:rPr lang="en-IN" sz="2400" b="1" dirty="0">
                          <a:solidFill>
                            <a:srgbClr val="C00000"/>
                          </a:solidFill>
                        </a:rPr>
                      </a:br>
                      <a:r>
                        <a:rPr lang="en-IN" sz="2400" b="1" i="1" dirty="0">
                          <a:solidFill>
                            <a:srgbClr val="C00000"/>
                          </a:solidFill>
                        </a:rPr>
                        <a:t>will</a:t>
                      </a:r>
                      <a:endParaRPr lang="en-IN" sz="2400" b="1" dirty="0">
                        <a:solidFill>
                          <a:srgbClr val="C00000"/>
                        </a:solidFill>
                      </a:endParaRPr>
                    </a:p>
                  </a:txBody>
                  <a:tcPr anchor="ctr"/>
                </a:tc>
                <a:tc>
                  <a:txBody>
                    <a:bodyPr/>
                    <a:lstStyle/>
                    <a:p>
                      <a:r>
                        <a:rPr lang="en-IN" sz="2400" dirty="0"/>
                        <a:t>They </a:t>
                      </a:r>
                      <a:r>
                        <a:rPr lang="en-IN" sz="2400" b="1" dirty="0">
                          <a:solidFill>
                            <a:srgbClr val="C00000"/>
                          </a:solidFill>
                        </a:rPr>
                        <a:t>will have completed</a:t>
                      </a:r>
                      <a:r>
                        <a:rPr lang="en-IN" sz="2400" dirty="0">
                          <a:solidFill>
                            <a:srgbClr val="C00000"/>
                          </a:solidFill>
                        </a:rPr>
                        <a:t> </a:t>
                      </a:r>
                      <a:r>
                        <a:rPr lang="en-IN" sz="2400" dirty="0"/>
                        <a:t>the project before the deadline.</a:t>
                      </a:r>
                    </a:p>
                  </a:txBody>
                  <a:tcPr anchor="ctr"/>
                </a:tc>
                <a:tc>
                  <a:txBody>
                    <a:bodyPr/>
                    <a:lstStyle/>
                    <a:p>
                      <a:r>
                        <a:rPr lang="en-IN" sz="2400" dirty="0"/>
                        <a:t>The project </a:t>
                      </a:r>
                      <a:r>
                        <a:rPr lang="en-IN" sz="2400" b="1" dirty="0">
                          <a:solidFill>
                            <a:srgbClr val="C00000"/>
                          </a:solidFill>
                        </a:rPr>
                        <a:t>will have been completed</a:t>
                      </a:r>
                      <a:r>
                        <a:rPr lang="en-IN" sz="2400" dirty="0">
                          <a:solidFill>
                            <a:srgbClr val="C00000"/>
                          </a:solidFill>
                        </a:rPr>
                        <a:t> </a:t>
                      </a:r>
                      <a:r>
                        <a:rPr lang="en-IN" sz="2400" dirty="0"/>
                        <a:t>before the deadline.</a:t>
                      </a:r>
                    </a:p>
                  </a:txBody>
                  <a:tcPr anchor="ctr"/>
                </a:tc>
                <a:extLst>
                  <a:ext uri="{0D108BD9-81ED-4DB2-BD59-A6C34878D82A}">
                    <a16:rowId xmlns:a16="http://schemas.microsoft.com/office/drawing/2014/main" val="2970074797"/>
                  </a:ext>
                </a:extLst>
              </a:tr>
              <a:tr h="1134348">
                <a:tc>
                  <a:txBody>
                    <a:bodyPr/>
                    <a:lstStyle/>
                    <a:p>
                      <a:r>
                        <a:rPr lang="en-IN" sz="2400" b="1" dirty="0">
                          <a:solidFill>
                            <a:srgbClr val="C00000"/>
                          </a:solidFill>
                        </a:rPr>
                        <a:t>Future Perfect</a:t>
                      </a:r>
                      <a:br>
                        <a:rPr lang="en-IN" sz="2400" b="1" dirty="0">
                          <a:solidFill>
                            <a:srgbClr val="C00000"/>
                          </a:solidFill>
                        </a:rPr>
                      </a:br>
                      <a:r>
                        <a:rPr lang="en-IN" sz="2400" b="1" i="1" dirty="0">
                          <a:solidFill>
                            <a:srgbClr val="C00000"/>
                          </a:solidFill>
                        </a:rPr>
                        <a:t>be going to </a:t>
                      </a:r>
                      <a:endParaRPr lang="en-IN" sz="2400" b="1" dirty="0">
                        <a:solidFill>
                          <a:srgbClr val="C00000"/>
                        </a:solidFill>
                      </a:endParaRPr>
                    </a:p>
                  </a:txBody>
                  <a:tcPr anchor="ctr"/>
                </a:tc>
                <a:tc>
                  <a:txBody>
                    <a:bodyPr/>
                    <a:lstStyle/>
                    <a:p>
                      <a:r>
                        <a:rPr lang="en-IN" sz="2400" dirty="0"/>
                        <a:t>They </a:t>
                      </a:r>
                      <a:r>
                        <a:rPr lang="en-IN" sz="2400" b="1" dirty="0">
                          <a:solidFill>
                            <a:srgbClr val="C00000"/>
                          </a:solidFill>
                        </a:rPr>
                        <a:t>are going to have completed</a:t>
                      </a:r>
                      <a:r>
                        <a:rPr lang="en-IN" sz="2400" dirty="0">
                          <a:solidFill>
                            <a:srgbClr val="C00000"/>
                          </a:solidFill>
                        </a:rPr>
                        <a:t> </a:t>
                      </a:r>
                      <a:r>
                        <a:rPr lang="en-IN" sz="2400" dirty="0"/>
                        <a:t>the project before the deadline. </a:t>
                      </a:r>
                    </a:p>
                  </a:txBody>
                  <a:tcPr anchor="ctr"/>
                </a:tc>
                <a:tc>
                  <a:txBody>
                    <a:bodyPr/>
                    <a:lstStyle/>
                    <a:p>
                      <a:r>
                        <a:rPr lang="en-IN" sz="2400" dirty="0"/>
                        <a:t>The project </a:t>
                      </a:r>
                      <a:r>
                        <a:rPr lang="en-IN" sz="2400" b="1" dirty="0">
                          <a:solidFill>
                            <a:srgbClr val="C00000"/>
                          </a:solidFill>
                        </a:rPr>
                        <a:t>is going to have been completed</a:t>
                      </a:r>
                      <a:r>
                        <a:rPr lang="en-IN" sz="2400" dirty="0">
                          <a:solidFill>
                            <a:srgbClr val="C00000"/>
                          </a:solidFill>
                        </a:rPr>
                        <a:t> </a:t>
                      </a:r>
                      <a:r>
                        <a:rPr lang="en-IN" sz="2400" dirty="0"/>
                        <a:t>before the deadline.</a:t>
                      </a:r>
                    </a:p>
                  </a:txBody>
                  <a:tcPr anchor="ctr"/>
                </a:tc>
                <a:extLst>
                  <a:ext uri="{0D108BD9-81ED-4DB2-BD59-A6C34878D82A}">
                    <a16:rowId xmlns:a16="http://schemas.microsoft.com/office/drawing/2014/main" val="781409557"/>
                  </a:ext>
                </a:extLst>
              </a:tr>
              <a:tr h="2158920">
                <a:tc>
                  <a:txBody>
                    <a:bodyPr/>
                    <a:lstStyle/>
                    <a:p>
                      <a:r>
                        <a:rPr lang="en-IN" sz="3600" b="1" dirty="0">
                          <a:solidFill>
                            <a:srgbClr val="C00000"/>
                          </a:solidFill>
                        </a:rPr>
                        <a:t>Future Perfect Continuous</a:t>
                      </a:r>
                      <a:br>
                        <a:rPr lang="en-IN" sz="3600" b="1" dirty="0">
                          <a:solidFill>
                            <a:srgbClr val="C00000"/>
                          </a:solidFill>
                        </a:rPr>
                      </a:br>
                      <a:r>
                        <a:rPr lang="en-IN" sz="3600" b="1" i="1" dirty="0">
                          <a:solidFill>
                            <a:srgbClr val="C00000"/>
                          </a:solidFill>
                        </a:rPr>
                        <a:t>will</a:t>
                      </a:r>
                      <a:endParaRPr lang="en-IN" sz="3600" b="1" dirty="0">
                        <a:solidFill>
                          <a:srgbClr val="C00000"/>
                        </a:solidFill>
                      </a:endParaRPr>
                    </a:p>
                  </a:txBody>
                  <a:tcPr anchor="ctr"/>
                </a:tc>
                <a:tc>
                  <a:txBody>
                    <a:bodyPr/>
                    <a:lstStyle/>
                    <a:p>
                      <a:r>
                        <a:rPr lang="en-IN" sz="2400" dirty="0"/>
                        <a:t>The famous artist </a:t>
                      </a:r>
                      <a:r>
                        <a:rPr lang="en-IN" sz="2400" b="1" dirty="0">
                          <a:solidFill>
                            <a:srgbClr val="C00000"/>
                          </a:solidFill>
                        </a:rPr>
                        <a:t>will have been painting</a:t>
                      </a:r>
                      <a:r>
                        <a:rPr lang="en-IN" sz="2400" dirty="0">
                          <a:solidFill>
                            <a:srgbClr val="C00000"/>
                          </a:solidFill>
                        </a:rPr>
                        <a:t> </a:t>
                      </a:r>
                      <a:r>
                        <a:rPr lang="en-IN" sz="2400" dirty="0"/>
                        <a:t>the mural for over six months by the time it is finished.</a:t>
                      </a:r>
                    </a:p>
                  </a:txBody>
                  <a:tcPr anchor="ctr"/>
                </a:tc>
                <a:tc>
                  <a:txBody>
                    <a:bodyPr/>
                    <a:lstStyle/>
                    <a:p>
                      <a:r>
                        <a:rPr lang="en-IN" sz="2400" dirty="0"/>
                        <a:t>The mural </a:t>
                      </a:r>
                      <a:r>
                        <a:rPr lang="en-IN" sz="2400" b="1" dirty="0">
                          <a:solidFill>
                            <a:srgbClr val="C00000"/>
                          </a:solidFill>
                        </a:rPr>
                        <a:t>will have been being painted</a:t>
                      </a:r>
                      <a:r>
                        <a:rPr lang="en-IN" sz="2400" dirty="0">
                          <a:solidFill>
                            <a:srgbClr val="C00000"/>
                          </a:solidFill>
                        </a:rPr>
                        <a:t> </a:t>
                      </a:r>
                      <a:r>
                        <a:rPr lang="en-IN" sz="2400" dirty="0"/>
                        <a:t>by the famous artist for over six months by the time it is finished.</a:t>
                      </a:r>
                    </a:p>
                  </a:txBody>
                  <a:tcPr anchor="ctr"/>
                </a:tc>
                <a:extLst>
                  <a:ext uri="{0D108BD9-81ED-4DB2-BD59-A6C34878D82A}">
                    <a16:rowId xmlns:a16="http://schemas.microsoft.com/office/drawing/2014/main" val="2094455980"/>
                  </a:ext>
                </a:extLst>
              </a:tr>
              <a:tr h="1866186">
                <a:tc>
                  <a:txBody>
                    <a:bodyPr/>
                    <a:lstStyle/>
                    <a:p>
                      <a:r>
                        <a:rPr lang="en-IN" sz="2400" b="1" dirty="0">
                          <a:solidFill>
                            <a:srgbClr val="C00000"/>
                          </a:solidFill>
                        </a:rPr>
                        <a:t>Future Perfect Continuous</a:t>
                      </a:r>
                      <a:br>
                        <a:rPr lang="en-IN" sz="2400" b="1" dirty="0">
                          <a:solidFill>
                            <a:srgbClr val="C00000"/>
                          </a:solidFill>
                        </a:rPr>
                      </a:br>
                      <a:r>
                        <a:rPr lang="en-IN" sz="2400" b="1" i="1" dirty="0">
                          <a:solidFill>
                            <a:srgbClr val="C00000"/>
                          </a:solidFill>
                        </a:rPr>
                        <a:t>be going to </a:t>
                      </a:r>
                      <a:endParaRPr lang="en-IN" sz="2400" b="1" dirty="0">
                        <a:solidFill>
                          <a:srgbClr val="C00000"/>
                        </a:solidFill>
                      </a:endParaRPr>
                    </a:p>
                  </a:txBody>
                  <a:tcPr anchor="ctr"/>
                </a:tc>
                <a:tc>
                  <a:txBody>
                    <a:bodyPr/>
                    <a:lstStyle/>
                    <a:p>
                      <a:r>
                        <a:rPr lang="en-IN" sz="2400" dirty="0"/>
                        <a:t>The famous artist </a:t>
                      </a:r>
                      <a:r>
                        <a:rPr lang="en-IN" sz="2400" b="1" dirty="0">
                          <a:solidFill>
                            <a:srgbClr val="C00000"/>
                          </a:solidFill>
                        </a:rPr>
                        <a:t>is going to have been painting</a:t>
                      </a:r>
                      <a:r>
                        <a:rPr lang="en-IN" sz="2400" dirty="0">
                          <a:solidFill>
                            <a:srgbClr val="C00000"/>
                          </a:solidFill>
                        </a:rPr>
                        <a:t> </a:t>
                      </a:r>
                      <a:r>
                        <a:rPr lang="en-IN" sz="2400" dirty="0"/>
                        <a:t>the mural for over six months by the time it is finished.</a:t>
                      </a:r>
                    </a:p>
                  </a:txBody>
                  <a:tcPr anchor="ctr"/>
                </a:tc>
                <a:tc>
                  <a:txBody>
                    <a:bodyPr/>
                    <a:lstStyle/>
                    <a:p>
                      <a:r>
                        <a:rPr lang="en-IN" sz="2400" dirty="0"/>
                        <a:t>The mural </a:t>
                      </a:r>
                      <a:r>
                        <a:rPr lang="en-IN" sz="2400" b="1" dirty="0">
                          <a:solidFill>
                            <a:srgbClr val="C00000"/>
                          </a:solidFill>
                        </a:rPr>
                        <a:t>is going to have been being painted</a:t>
                      </a:r>
                      <a:r>
                        <a:rPr lang="en-IN" sz="2400" dirty="0">
                          <a:solidFill>
                            <a:srgbClr val="C00000"/>
                          </a:solidFill>
                        </a:rPr>
                        <a:t> </a:t>
                      </a:r>
                      <a:r>
                        <a:rPr lang="en-IN" sz="2400" dirty="0"/>
                        <a:t>by the famous artist for over six months by the time it is finished.</a:t>
                      </a:r>
                    </a:p>
                  </a:txBody>
                  <a:tcPr anchor="ctr"/>
                </a:tc>
                <a:extLst>
                  <a:ext uri="{0D108BD9-81ED-4DB2-BD59-A6C34878D82A}">
                    <a16:rowId xmlns:a16="http://schemas.microsoft.com/office/drawing/2014/main" val="52286830"/>
                  </a:ext>
                </a:extLst>
              </a:tr>
            </a:tbl>
          </a:graphicData>
        </a:graphic>
      </p:graphicFrame>
    </p:spTree>
    <p:extLst>
      <p:ext uri="{BB962C8B-B14F-4D97-AF65-F5344CB8AC3E}">
        <p14:creationId xmlns:p14="http://schemas.microsoft.com/office/powerpoint/2010/main" val="2600509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6CC7A-FF79-DB82-FA93-D038EB77E50B}"/>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498EB58E-6BBC-3264-3324-6B53CD0C13B8}"/>
              </a:ext>
            </a:extLst>
          </p:cNvPr>
          <p:cNvGraphicFramePr>
            <a:graphicFrameLocks noGrp="1"/>
          </p:cNvGraphicFramePr>
          <p:nvPr>
            <p:ph idx="1"/>
          </p:nvPr>
        </p:nvGraphicFramePr>
        <p:xfrm>
          <a:off x="297288" y="180305"/>
          <a:ext cx="10515600" cy="2318197"/>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2318197">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86C16C09-170B-EE58-7816-CAB9B7A05A4E}"/>
              </a:ext>
            </a:extLst>
          </p:cNvPr>
          <p:cNvGraphicFramePr>
            <a:graphicFrameLocks noGrp="1"/>
          </p:cNvGraphicFramePr>
          <p:nvPr/>
        </p:nvGraphicFramePr>
        <p:xfrm>
          <a:off x="297287" y="3541691"/>
          <a:ext cx="10515600" cy="1485406"/>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1485406">
                <a:tc>
                  <a:txBody>
                    <a:bodyPr/>
                    <a:lstStyle/>
                    <a:p>
                      <a:endParaRPr lang="en-IN" sz="2800" dirty="0">
                        <a:solidFill>
                          <a:srgbClr val="C00000"/>
                        </a:solidFill>
                      </a:endParaRPr>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C44342BE-34D9-1A09-07B0-538F550BC629}"/>
              </a:ext>
            </a:extLst>
          </p:cNvPr>
          <p:cNvGraphicFramePr>
            <a:graphicFrameLocks noGrp="1"/>
          </p:cNvGraphicFramePr>
          <p:nvPr/>
        </p:nvGraphicFramePr>
        <p:xfrm>
          <a:off x="245772" y="1963856"/>
          <a:ext cx="10515600" cy="518160"/>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0">
                <a:tc>
                  <a:txBody>
                    <a:bodyPr/>
                    <a:lstStyle/>
                    <a:p>
                      <a:endParaRPr lang="en-IN" sz="2800" dirty="0">
                        <a:solidFill>
                          <a:srgbClr val="C00000"/>
                        </a:solidFill>
                      </a:endParaRPr>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tc>
                  <a:txBody>
                    <a:bodyPr/>
                    <a:lstStyle/>
                    <a:p>
                      <a:endParaRPr lang="en-IN" sz="28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10" name="Table 9">
            <a:extLst>
              <a:ext uri="{FF2B5EF4-FFF2-40B4-BE49-F238E27FC236}">
                <a16:creationId xmlns:a16="http://schemas.microsoft.com/office/drawing/2014/main" id="{DAE7A239-4B83-52A2-05D8-D91886FF6FCC}"/>
              </a:ext>
            </a:extLst>
          </p:cNvPr>
          <p:cNvGraphicFramePr>
            <a:graphicFrameLocks noGrp="1"/>
          </p:cNvGraphicFramePr>
          <p:nvPr/>
        </p:nvGraphicFramePr>
        <p:xfrm>
          <a:off x="580623" y="4922133"/>
          <a:ext cx="10855815" cy="1594576"/>
        </p:xfrm>
        <a:graphic>
          <a:graphicData uri="http://schemas.openxmlformats.org/drawingml/2006/table">
            <a:tbl>
              <a:tblPr/>
              <a:tblGrid>
                <a:gridCol w="3618605">
                  <a:extLst>
                    <a:ext uri="{9D8B030D-6E8A-4147-A177-3AD203B41FA5}">
                      <a16:colId xmlns:a16="http://schemas.microsoft.com/office/drawing/2014/main" val="20000"/>
                    </a:ext>
                  </a:extLst>
                </a:gridCol>
                <a:gridCol w="3618605">
                  <a:extLst>
                    <a:ext uri="{9D8B030D-6E8A-4147-A177-3AD203B41FA5}">
                      <a16:colId xmlns:a16="http://schemas.microsoft.com/office/drawing/2014/main" val="20001"/>
                    </a:ext>
                  </a:extLst>
                </a:gridCol>
                <a:gridCol w="3618605">
                  <a:extLst>
                    <a:ext uri="{9D8B030D-6E8A-4147-A177-3AD203B41FA5}">
                      <a16:colId xmlns:a16="http://schemas.microsoft.com/office/drawing/2014/main" val="20002"/>
                    </a:ext>
                  </a:extLst>
                </a:gridCol>
              </a:tblGrid>
              <a:tr h="1594576">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5BFFB481-AA8A-6A5A-3077-87FA292FD68E}"/>
              </a:ext>
            </a:extLst>
          </p:cNvPr>
          <p:cNvGraphicFramePr>
            <a:graphicFrameLocks noGrp="1"/>
          </p:cNvGraphicFramePr>
          <p:nvPr>
            <p:extLst>
              <p:ext uri="{D42A27DB-BD31-4B8C-83A1-F6EECF244321}">
                <p14:modId xmlns:p14="http://schemas.microsoft.com/office/powerpoint/2010/main" val="3598945796"/>
              </p:ext>
            </p:extLst>
          </p:nvPr>
        </p:nvGraphicFramePr>
        <p:xfrm>
          <a:off x="0" y="85059"/>
          <a:ext cx="12192000" cy="659263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229202638"/>
                    </a:ext>
                  </a:extLst>
                </a:gridCol>
                <a:gridCol w="4064000">
                  <a:extLst>
                    <a:ext uri="{9D8B030D-6E8A-4147-A177-3AD203B41FA5}">
                      <a16:colId xmlns:a16="http://schemas.microsoft.com/office/drawing/2014/main" val="477753273"/>
                    </a:ext>
                  </a:extLst>
                </a:gridCol>
                <a:gridCol w="4064000">
                  <a:extLst>
                    <a:ext uri="{9D8B030D-6E8A-4147-A177-3AD203B41FA5}">
                      <a16:colId xmlns:a16="http://schemas.microsoft.com/office/drawing/2014/main" val="1523589088"/>
                    </a:ext>
                  </a:extLst>
                </a:gridCol>
              </a:tblGrid>
              <a:tr h="445201">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712065266"/>
                  </a:ext>
                </a:extLst>
              </a:tr>
              <a:tr h="987981">
                <a:tc>
                  <a:txBody>
                    <a:bodyPr/>
                    <a:lstStyle/>
                    <a:p>
                      <a:r>
                        <a:rPr lang="en-IN" sz="2400" dirty="0">
                          <a:solidFill>
                            <a:srgbClr val="C00000"/>
                          </a:solidFill>
                        </a:rPr>
                        <a:t>Used to </a:t>
                      </a:r>
                    </a:p>
                  </a:txBody>
                  <a:tcPr anchor="ctr"/>
                </a:tc>
                <a:tc>
                  <a:txBody>
                    <a:bodyPr/>
                    <a:lstStyle/>
                    <a:p>
                      <a:r>
                        <a:rPr lang="en-IN" sz="2400" dirty="0"/>
                        <a:t>Jerry </a:t>
                      </a:r>
                      <a:r>
                        <a:rPr lang="en-IN" sz="2400" b="1" dirty="0"/>
                        <a:t>used to pay</a:t>
                      </a:r>
                      <a:r>
                        <a:rPr lang="en-IN" sz="2400" dirty="0"/>
                        <a:t> the bills.</a:t>
                      </a:r>
                    </a:p>
                  </a:txBody>
                  <a:tcPr anchor="ctr"/>
                </a:tc>
                <a:tc>
                  <a:txBody>
                    <a:bodyPr/>
                    <a:lstStyle/>
                    <a:p>
                      <a:r>
                        <a:rPr lang="en-IN" sz="2400" dirty="0"/>
                        <a:t>The bills </a:t>
                      </a:r>
                      <a:r>
                        <a:rPr lang="en-IN" sz="2400" b="1" dirty="0"/>
                        <a:t>used to be paid</a:t>
                      </a:r>
                      <a:r>
                        <a:rPr lang="en-IN" sz="2400" dirty="0"/>
                        <a:t> by Jerry.</a:t>
                      </a:r>
                    </a:p>
                  </a:txBody>
                  <a:tcPr anchor="ctr"/>
                </a:tc>
                <a:extLst>
                  <a:ext uri="{0D108BD9-81ED-4DB2-BD59-A6C34878D82A}">
                    <a16:rowId xmlns:a16="http://schemas.microsoft.com/office/drawing/2014/main" val="2970074797"/>
                  </a:ext>
                </a:extLst>
              </a:tr>
              <a:tr h="1134348">
                <a:tc>
                  <a:txBody>
                    <a:bodyPr/>
                    <a:lstStyle/>
                    <a:p>
                      <a:r>
                        <a:rPr lang="en-IN" sz="2400" dirty="0">
                          <a:solidFill>
                            <a:srgbClr val="C00000"/>
                          </a:solidFill>
                        </a:rPr>
                        <a:t>Would Always</a:t>
                      </a:r>
                    </a:p>
                  </a:txBody>
                  <a:tcPr anchor="ctr"/>
                </a:tc>
                <a:tc>
                  <a:txBody>
                    <a:bodyPr/>
                    <a:lstStyle/>
                    <a:p>
                      <a:r>
                        <a:rPr lang="en-IN" sz="2400" dirty="0"/>
                        <a:t>My mother </a:t>
                      </a:r>
                      <a:r>
                        <a:rPr lang="en-IN" sz="2400" b="1" dirty="0"/>
                        <a:t>would always make </a:t>
                      </a:r>
                      <a:r>
                        <a:rPr lang="en-IN" sz="2400" dirty="0"/>
                        <a:t>the pies.</a:t>
                      </a:r>
                    </a:p>
                  </a:txBody>
                  <a:tcPr anchor="ctr"/>
                </a:tc>
                <a:tc>
                  <a:txBody>
                    <a:bodyPr/>
                    <a:lstStyle/>
                    <a:p>
                      <a:r>
                        <a:rPr lang="en-IN" sz="2400" dirty="0"/>
                        <a:t>The pies </a:t>
                      </a:r>
                      <a:r>
                        <a:rPr lang="en-IN" sz="2400" b="1" dirty="0"/>
                        <a:t>would always be made </a:t>
                      </a:r>
                      <a:r>
                        <a:rPr lang="en-IN" sz="2400" dirty="0"/>
                        <a:t>by my mother.</a:t>
                      </a:r>
                    </a:p>
                  </a:txBody>
                  <a:tcPr anchor="ctr"/>
                </a:tc>
                <a:extLst>
                  <a:ext uri="{0D108BD9-81ED-4DB2-BD59-A6C34878D82A}">
                    <a16:rowId xmlns:a16="http://schemas.microsoft.com/office/drawing/2014/main" val="781409557"/>
                  </a:ext>
                </a:extLst>
              </a:tr>
              <a:tr h="2158920">
                <a:tc>
                  <a:txBody>
                    <a:bodyPr/>
                    <a:lstStyle/>
                    <a:p>
                      <a:r>
                        <a:rPr lang="en-IN" sz="2400" dirty="0">
                          <a:solidFill>
                            <a:srgbClr val="C00000"/>
                          </a:solidFill>
                        </a:rPr>
                        <a:t>Future in the Past</a:t>
                      </a:r>
                      <a:br>
                        <a:rPr lang="en-IN" sz="2400" dirty="0">
                          <a:solidFill>
                            <a:srgbClr val="C00000"/>
                          </a:solidFill>
                        </a:rPr>
                      </a:br>
                      <a:r>
                        <a:rPr lang="en-IN" sz="2400" i="1" dirty="0">
                          <a:solidFill>
                            <a:srgbClr val="C00000"/>
                          </a:solidFill>
                        </a:rPr>
                        <a:t>Would</a:t>
                      </a:r>
                      <a:r>
                        <a:rPr lang="en-IN" sz="2400" dirty="0">
                          <a:solidFill>
                            <a:srgbClr val="C00000"/>
                          </a:solidFill>
                        </a:rPr>
                        <a:t> </a:t>
                      </a:r>
                    </a:p>
                  </a:txBody>
                  <a:tcPr anchor="ctr"/>
                </a:tc>
                <a:tc>
                  <a:txBody>
                    <a:bodyPr/>
                    <a:lstStyle/>
                    <a:p>
                      <a:r>
                        <a:rPr lang="en-IN" sz="2400" dirty="0"/>
                        <a:t>I knew John </a:t>
                      </a:r>
                      <a:r>
                        <a:rPr lang="en-IN" sz="2400" b="1" dirty="0"/>
                        <a:t>would finish</a:t>
                      </a:r>
                      <a:r>
                        <a:rPr lang="en-IN" sz="2400" dirty="0"/>
                        <a:t> the work by 5:00 PM. </a:t>
                      </a:r>
                    </a:p>
                  </a:txBody>
                  <a:tcPr anchor="ctr"/>
                </a:tc>
                <a:tc>
                  <a:txBody>
                    <a:bodyPr/>
                    <a:lstStyle/>
                    <a:p>
                      <a:r>
                        <a:rPr lang="en-IN" sz="2400" dirty="0"/>
                        <a:t>I knew the work </a:t>
                      </a:r>
                      <a:r>
                        <a:rPr lang="en-IN" sz="2400" b="1" dirty="0"/>
                        <a:t>would be finished</a:t>
                      </a:r>
                      <a:r>
                        <a:rPr lang="en-IN" sz="2400" dirty="0"/>
                        <a:t> by 5:00 PM. </a:t>
                      </a:r>
                    </a:p>
                  </a:txBody>
                  <a:tcPr anchor="ctr"/>
                </a:tc>
                <a:extLst>
                  <a:ext uri="{0D108BD9-81ED-4DB2-BD59-A6C34878D82A}">
                    <a16:rowId xmlns:a16="http://schemas.microsoft.com/office/drawing/2014/main" val="2094455980"/>
                  </a:ext>
                </a:extLst>
              </a:tr>
              <a:tr h="1866186">
                <a:tc>
                  <a:txBody>
                    <a:bodyPr/>
                    <a:lstStyle/>
                    <a:p>
                      <a:endParaRPr lang="en-IN" sz="2400" dirty="0">
                        <a:solidFill>
                          <a:srgbClr val="C00000"/>
                        </a:solidFill>
                      </a:endParaRPr>
                    </a:p>
                  </a:txBody>
                  <a:tcPr anchor="ctr"/>
                </a:tc>
                <a:tc>
                  <a:txBody>
                    <a:bodyPr/>
                    <a:lstStyle/>
                    <a:p>
                      <a:endParaRPr lang="en-IN" sz="2400" dirty="0"/>
                    </a:p>
                  </a:txBody>
                  <a:tcPr anchor="ctr"/>
                </a:tc>
                <a:tc>
                  <a:txBody>
                    <a:bodyPr/>
                    <a:lstStyle/>
                    <a:p>
                      <a:endParaRPr lang="en-IN" sz="2400" dirty="0"/>
                    </a:p>
                  </a:txBody>
                  <a:tcPr anchor="ctr"/>
                </a:tc>
                <a:extLst>
                  <a:ext uri="{0D108BD9-81ED-4DB2-BD59-A6C34878D82A}">
                    <a16:rowId xmlns:a16="http://schemas.microsoft.com/office/drawing/2014/main" val="52286830"/>
                  </a:ext>
                </a:extLst>
              </a:tr>
            </a:tbl>
          </a:graphicData>
        </a:graphic>
      </p:graphicFrame>
      <p:graphicFrame>
        <p:nvGraphicFramePr>
          <p:cNvPr id="16" name="Table 15">
            <a:extLst>
              <a:ext uri="{FF2B5EF4-FFF2-40B4-BE49-F238E27FC236}">
                <a16:creationId xmlns:a16="http://schemas.microsoft.com/office/drawing/2014/main" id="{13DB12E5-3CB6-B94D-27B7-D5071557D23C}"/>
              </a:ext>
            </a:extLst>
          </p:cNvPr>
          <p:cNvGraphicFramePr>
            <a:graphicFrameLocks noGrp="1"/>
          </p:cNvGraphicFramePr>
          <p:nvPr>
            <p:extLst>
              <p:ext uri="{D42A27DB-BD31-4B8C-83A1-F6EECF244321}">
                <p14:modId xmlns:p14="http://schemas.microsoft.com/office/powerpoint/2010/main" val="1396985163"/>
              </p:ext>
            </p:extLst>
          </p:nvPr>
        </p:nvGraphicFramePr>
        <p:xfrm>
          <a:off x="-406758" y="738431"/>
          <a:ext cx="11786316" cy="457200"/>
        </p:xfrm>
        <a:graphic>
          <a:graphicData uri="http://schemas.openxmlformats.org/drawingml/2006/table">
            <a:tbl>
              <a:tblPr/>
              <a:tblGrid>
                <a:gridCol w="3928772">
                  <a:extLst>
                    <a:ext uri="{9D8B030D-6E8A-4147-A177-3AD203B41FA5}">
                      <a16:colId xmlns:a16="http://schemas.microsoft.com/office/drawing/2014/main" val="20000"/>
                    </a:ext>
                  </a:extLst>
                </a:gridCol>
                <a:gridCol w="3928772">
                  <a:extLst>
                    <a:ext uri="{9D8B030D-6E8A-4147-A177-3AD203B41FA5}">
                      <a16:colId xmlns:a16="http://schemas.microsoft.com/office/drawing/2014/main" val="20001"/>
                    </a:ext>
                  </a:extLst>
                </a:gridCol>
                <a:gridCol w="3928772">
                  <a:extLst>
                    <a:ext uri="{9D8B030D-6E8A-4147-A177-3AD203B41FA5}">
                      <a16:colId xmlns:a16="http://schemas.microsoft.com/office/drawing/2014/main" val="20002"/>
                    </a:ext>
                  </a:extLst>
                </a:gridCol>
              </a:tblGrid>
              <a:tr h="0">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18" name="Table 17">
            <a:extLst>
              <a:ext uri="{FF2B5EF4-FFF2-40B4-BE49-F238E27FC236}">
                <a16:creationId xmlns:a16="http://schemas.microsoft.com/office/drawing/2014/main" id="{BE2B5CCE-7E92-D8B1-96B8-25791D416476}"/>
              </a:ext>
            </a:extLst>
          </p:cNvPr>
          <p:cNvGraphicFramePr>
            <a:graphicFrameLocks noGrp="1"/>
          </p:cNvGraphicFramePr>
          <p:nvPr>
            <p:extLst>
              <p:ext uri="{D42A27DB-BD31-4B8C-83A1-F6EECF244321}">
                <p14:modId xmlns:p14="http://schemas.microsoft.com/office/powerpoint/2010/main" val="3304912793"/>
              </p:ext>
            </p:extLst>
          </p:nvPr>
        </p:nvGraphicFramePr>
        <p:xfrm>
          <a:off x="-213575" y="1632155"/>
          <a:ext cx="11786316" cy="933144"/>
        </p:xfrm>
        <a:graphic>
          <a:graphicData uri="http://schemas.openxmlformats.org/drawingml/2006/table">
            <a:tbl>
              <a:tblPr/>
              <a:tblGrid>
                <a:gridCol w="3928772">
                  <a:extLst>
                    <a:ext uri="{9D8B030D-6E8A-4147-A177-3AD203B41FA5}">
                      <a16:colId xmlns:a16="http://schemas.microsoft.com/office/drawing/2014/main" val="20000"/>
                    </a:ext>
                  </a:extLst>
                </a:gridCol>
                <a:gridCol w="3928772">
                  <a:extLst>
                    <a:ext uri="{9D8B030D-6E8A-4147-A177-3AD203B41FA5}">
                      <a16:colId xmlns:a16="http://schemas.microsoft.com/office/drawing/2014/main" val="20001"/>
                    </a:ext>
                  </a:extLst>
                </a:gridCol>
                <a:gridCol w="3928772">
                  <a:extLst>
                    <a:ext uri="{9D8B030D-6E8A-4147-A177-3AD203B41FA5}">
                      <a16:colId xmlns:a16="http://schemas.microsoft.com/office/drawing/2014/main" val="20002"/>
                    </a:ext>
                  </a:extLst>
                </a:gridCol>
              </a:tblGrid>
              <a:tr h="933144">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20" name="Table 19">
            <a:extLst>
              <a:ext uri="{FF2B5EF4-FFF2-40B4-BE49-F238E27FC236}">
                <a16:creationId xmlns:a16="http://schemas.microsoft.com/office/drawing/2014/main" id="{E9F4935A-4A99-856F-34C1-AF4CEB370926}"/>
              </a:ext>
            </a:extLst>
          </p:cNvPr>
          <p:cNvGraphicFramePr>
            <a:graphicFrameLocks noGrp="1"/>
          </p:cNvGraphicFramePr>
          <p:nvPr>
            <p:extLst>
              <p:ext uri="{D42A27DB-BD31-4B8C-83A1-F6EECF244321}">
                <p14:modId xmlns:p14="http://schemas.microsoft.com/office/powerpoint/2010/main" val="3971447622"/>
              </p:ext>
            </p:extLst>
          </p:nvPr>
        </p:nvGraphicFramePr>
        <p:xfrm>
          <a:off x="-187817" y="3318713"/>
          <a:ext cx="11786316" cy="1058472"/>
        </p:xfrm>
        <a:graphic>
          <a:graphicData uri="http://schemas.openxmlformats.org/drawingml/2006/table">
            <a:tbl>
              <a:tblPr/>
              <a:tblGrid>
                <a:gridCol w="3928772">
                  <a:extLst>
                    <a:ext uri="{9D8B030D-6E8A-4147-A177-3AD203B41FA5}">
                      <a16:colId xmlns:a16="http://schemas.microsoft.com/office/drawing/2014/main" val="20000"/>
                    </a:ext>
                  </a:extLst>
                </a:gridCol>
                <a:gridCol w="3928772">
                  <a:extLst>
                    <a:ext uri="{9D8B030D-6E8A-4147-A177-3AD203B41FA5}">
                      <a16:colId xmlns:a16="http://schemas.microsoft.com/office/drawing/2014/main" val="20001"/>
                    </a:ext>
                  </a:extLst>
                </a:gridCol>
                <a:gridCol w="3928772">
                  <a:extLst>
                    <a:ext uri="{9D8B030D-6E8A-4147-A177-3AD203B41FA5}">
                      <a16:colId xmlns:a16="http://schemas.microsoft.com/office/drawing/2014/main" val="20002"/>
                    </a:ext>
                  </a:extLst>
                </a:gridCol>
              </a:tblGrid>
              <a:tr h="1058472">
                <a:tc>
                  <a:txBody>
                    <a:bodyPr/>
                    <a:lstStyle/>
                    <a:p>
                      <a:endParaRPr lang="en-IN" sz="2400" dirty="0">
                        <a:solidFill>
                          <a:srgbClr val="C00000"/>
                        </a:solidFill>
                      </a:endParaRPr>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tc>
                  <a:txBody>
                    <a:bodyPr/>
                    <a:lstStyle/>
                    <a:p>
                      <a:endParaRPr lang="en-IN" sz="2400"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22" name="Table 21">
            <a:extLst>
              <a:ext uri="{FF2B5EF4-FFF2-40B4-BE49-F238E27FC236}">
                <a16:creationId xmlns:a16="http://schemas.microsoft.com/office/drawing/2014/main" id="{176939A3-B71E-BB57-2AE6-0C05A36AD971}"/>
              </a:ext>
            </a:extLst>
          </p:cNvPr>
          <p:cNvGraphicFramePr>
            <a:graphicFrameLocks noGrp="1"/>
          </p:cNvGraphicFramePr>
          <p:nvPr>
            <p:extLst>
              <p:ext uri="{D42A27DB-BD31-4B8C-83A1-F6EECF244321}">
                <p14:modId xmlns:p14="http://schemas.microsoft.com/office/powerpoint/2010/main" val="1425425329"/>
              </p:ext>
            </p:extLst>
          </p:nvPr>
        </p:nvGraphicFramePr>
        <p:xfrm>
          <a:off x="0" y="4785727"/>
          <a:ext cx="11786316" cy="1371600"/>
        </p:xfrm>
        <a:graphic>
          <a:graphicData uri="http://schemas.openxmlformats.org/drawingml/2006/table">
            <a:tbl>
              <a:tblPr/>
              <a:tblGrid>
                <a:gridCol w="3928772">
                  <a:extLst>
                    <a:ext uri="{9D8B030D-6E8A-4147-A177-3AD203B41FA5}">
                      <a16:colId xmlns:a16="http://schemas.microsoft.com/office/drawing/2014/main" val="20000"/>
                    </a:ext>
                  </a:extLst>
                </a:gridCol>
                <a:gridCol w="3928772">
                  <a:extLst>
                    <a:ext uri="{9D8B030D-6E8A-4147-A177-3AD203B41FA5}">
                      <a16:colId xmlns:a16="http://schemas.microsoft.com/office/drawing/2014/main" val="20001"/>
                    </a:ext>
                  </a:extLst>
                </a:gridCol>
                <a:gridCol w="3928772">
                  <a:extLst>
                    <a:ext uri="{9D8B030D-6E8A-4147-A177-3AD203B41FA5}">
                      <a16:colId xmlns:a16="http://schemas.microsoft.com/office/drawing/2014/main" val="20002"/>
                    </a:ext>
                  </a:extLst>
                </a:gridCol>
              </a:tblGrid>
              <a:tr h="0">
                <a:tc>
                  <a:txBody>
                    <a:bodyPr/>
                    <a:lstStyle/>
                    <a:p>
                      <a:r>
                        <a:rPr lang="en-IN" sz="2800" dirty="0">
                          <a:solidFill>
                            <a:srgbClr val="C00000"/>
                          </a:solidFill>
                        </a:rPr>
                        <a:t>Future in the Past</a:t>
                      </a:r>
                      <a:br>
                        <a:rPr lang="en-IN" sz="2800" dirty="0">
                          <a:solidFill>
                            <a:srgbClr val="C00000"/>
                          </a:solidFill>
                        </a:rPr>
                      </a:br>
                      <a:r>
                        <a:rPr lang="en-IN" sz="2800" i="1" dirty="0">
                          <a:solidFill>
                            <a:srgbClr val="C00000"/>
                          </a:solidFill>
                        </a:rPr>
                        <a:t>Was Going to </a:t>
                      </a:r>
                      <a:endParaRPr lang="en-IN" sz="2800" dirty="0">
                        <a:solidFill>
                          <a:srgbClr val="C00000"/>
                        </a:solidFill>
                      </a:endParaRPr>
                    </a:p>
                  </a:txBody>
                  <a:tcPr anchor="ctr">
                    <a:lnL>
                      <a:noFill/>
                    </a:lnL>
                    <a:lnR>
                      <a:noFill/>
                    </a:lnR>
                    <a:lnT>
                      <a:noFill/>
                    </a:lnT>
                    <a:lnB>
                      <a:noFill/>
                    </a:lnB>
                  </a:tcPr>
                </a:tc>
                <a:tc>
                  <a:txBody>
                    <a:bodyPr/>
                    <a:lstStyle/>
                    <a:p>
                      <a:r>
                        <a:rPr lang="en-IN" sz="2800" dirty="0"/>
                        <a:t>I thought Sally </a:t>
                      </a:r>
                      <a:r>
                        <a:rPr lang="en-IN" sz="2800" b="1" dirty="0"/>
                        <a:t>was going to make</a:t>
                      </a:r>
                      <a:r>
                        <a:rPr lang="en-IN" sz="2800" dirty="0"/>
                        <a:t> a beautiful dinner tonight. </a:t>
                      </a:r>
                    </a:p>
                  </a:txBody>
                  <a:tcPr anchor="ctr">
                    <a:lnL>
                      <a:noFill/>
                    </a:lnL>
                    <a:lnR>
                      <a:noFill/>
                    </a:lnR>
                    <a:lnT>
                      <a:noFill/>
                    </a:lnT>
                    <a:lnB>
                      <a:noFill/>
                    </a:lnB>
                  </a:tcPr>
                </a:tc>
                <a:tc>
                  <a:txBody>
                    <a:bodyPr/>
                    <a:lstStyle/>
                    <a:p>
                      <a:r>
                        <a:rPr lang="en-IN" sz="2800" dirty="0"/>
                        <a:t>I thought a beautiful dinner </a:t>
                      </a:r>
                      <a:r>
                        <a:rPr lang="en-IN" sz="2800" b="1" dirty="0"/>
                        <a:t>was going to be made</a:t>
                      </a:r>
                      <a:r>
                        <a:rPr lang="en-IN" sz="2800" dirty="0"/>
                        <a:t> by Sally tonight.</a:t>
                      </a:r>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35668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0EAF1-A67A-0842-F92D-274FF25764AC}"/>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088EF318-FBC7-8C37-2AD7-A4A43027A2E8}"/>
              </a:ext>
            </a:extLst>
          </p:cNvPr>
          <p:cNvGraphicFramePr>
            <a:graphicFrameLocks noGrp="1"/>
          </p:cNvGraphicFramePr>
          <p:nvPr>
            <p:ph idx="1"/>
            <p:extLst>
              <p:ext uri="{D42A27DB-BD31-4B8C-83A1-F6EECF244321}">
                <p14:modId xmlns:p14="http://schemas.microsoft.com/office/powerpoint/2010/main" val="3761222529"/>
              </p:ext>
            </p:extLst>
          </p:nvPr>
        </p:nvGraphicFramePr>
        <p:xfrm>
          <a:off x="-78658" y="0"/>
          <a:ext cx="12192000" cy="6858004"/>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757523918"/>
                    </a:ext>
                  </a:extLst>
                </a:gridCol>
                <a:gridCol w="2438400">
                  <a:extLst>
                    <a:ext uri="{9D8B030D-6E8A-4147-A177-3AD203B41FA5}">
                      <a16:colId xmlns:a16="http://schemas.microsoft.com/office/drawing/2014/main" val="2439090293"/>
                    </a:ext>
                  </a:extLst>
                </a:gridCol>
                <a:gridCol w="2438400">
                  <a:extLst>
                    <a:ext uri="{9D8B030D-6E8A-4147-A177-3AD203B41FA5}">
                      <a16:colId xmlns:a16="http://schemas.microsoft.com/office/drawing/2014/main" val="160560102"/>
                    </a:ext>
                  </a:extLst>
                </a:gridCol>
                <a:gridCol w="2438400">
                  <a:extLst>
                    <a:ext uri="{9D8B030D-6E8A-4147-A177-3AD203B41FA5}">
                      <a16:colId xmlns:a16="http://schemas.microsoft.com/office/drawing/2014/main" val="1078336800"/>
                    </a:ext>
                  </a:extLst>
                </a:gridCol>
                <a:gridCol w="2438400">
                  <a:extLst>
                    <a:ext uri="{9D8B030D-6E8A-4147-A177-3AD203B41FA5}">
                      <a16:colId xmlns:a16="http://schemas.microsoft.com/office/drawing/2014/main" val="2426981953"/>
                    </a:ext>
                  </a:extLst>
                </a:gridCol>
              </a:tblGrid>
              <a:tr h="580240">
                <a:tc gridSpan="2">
                  <a:txBody>
                    <a:bodyPr/>
                    <a:lstStyle/>
                    <a:p>
                      <a:r>
                        <a:rPr lang="en-IN" sz="3200" dirty="0">
                          <a:effectLst/>
                        </a:rPr>
                        <a:t>Tense</a:t>
                      </a:r>
                    </a:p>
                  </a:txBody>
                  <a:tcPr marL="20525" marR="20525" marT="10263" marB="10263" anchor="ctr"/>
                </a:tc>
                <a:tc hMerge="1">
                  <a:txBody>
                    <a:bodyPr/>
                    <a:lstStyle/>
                    <a:p>
                      <a:endParaRPr lang="en-IN"/>
                    </a:p>
                  </a:txBody>
                  <a:tcPr/>
                </a:tc>
                <a:tc>
                  <a:txBody>
                    <a:bodyPr/>
                    <a:lstStyle/>
                    <a:p>
                      <a:r>
                        <a:rPr lang="en-IN" sz="3200" dirty="0">
                          <a:effectLst/>
                        </a:rPr>
                        <a:t>Subject</a:t>
                      </a:r>
                    </a:p>
                  </a:txBody>
                  <a:tcPr marL="20525" marR="20525" marT="10263" marB="10263" anchor="ctr"/>
                </a:tc>
                <a:tc>
                  <a:txBody>
                    <a:bodyPr/>
                    <a:lstStyle/>
                    <a:p>
                      <a:r>
                        <a:rPr lang="en-IN" sz="3200">
                          <a:effectLst/>
                        </a:rPr>
                        <a:t>Verb</a:t>
                      </a:r>
                    </a:p>
                  </a:txBody>
                  <a:tcPr marL="20525" marR="20525" marT="10263" marB="10263" anchor="ctr"/>
                </a:tc>
                <a:tc>
                  <a:txBody>
                    <a:bodyPr/>
                    <a:lstStyle/>
                    <a:p>
                      <a:r>
                        <a:rPr lang="en-IN" sz="3200">
                          <a:effectLst/>
                        </a:rPr>
                        <a:t>Object</a:t>
                      </a:r>
                    </a:p>
                  </a:txBody>
                  <a:tcPr marL="20525" marR="20525" marT="10263" marB="10263" anchor="ctr"/>
                </a:tc>
                <a:extLst>
                  <a:ext uri="{0D108BD9-81ED-4DB2-BD59-A6C34878D82A}">
                    <a16:rowId xmlns:a16="http://schemas.microsoft.com/office/drawing/2014/main" val="2893462124"/>
                  </a:ext>
                </a:extLst>
              </a:tr>
              <a:tr h="580240">
                <a:tc rowSpan="2">
                  <a:txBody>
                    <a:bodyPr/>
                    <a:lstStyle/>
                    <a:p>
                      <a:r>
                        <a:rPr lang="en-IN" sz="3200" b="1" dirty="0">
                          <a:solidFill>
                            <a:srgbClr val="C00000"/>
                          </a:solidFill>
                        </a:rPr>
                        <a:t>Simple Present</a:t>
                      </a:r>
                      <a:endParaRPr lang="en-IN" sz="3200" dirty="0">
                        <a:solidFill>
                          <a:srgbClr val="C00000"/>
                        </a:solidFill>
                      </a:endParaRPr>
                    </a:p>
                  </a:txBody>
                  <a:tcPr marL="20525" marR="20525" marT="10263" marB="10263" anchor="ctr"/>
                </a:tc>
                <a:tc>
                  <a:txBody>
                    <a:bodyPr/>
                    <a:lstStyle/>
                    <a:p>
                      <a:r>
                        <a:rPr lang="en-IN" sz="3200" b="1" i="1" dirty="0"/>
                        <a:t>Active:</a:t>
                      </a:r>
                      <a:endParaRPr lang="en-IN" sz="3200" b="1" dirty="0"/>
                    </a:p>
                  </a:txBody>
                  <a:tcPr marL="20525" marR="20525" marT="10263" marB="10263" anchor="ctr"/>
                </a:tc>
                <a:tc>
                  <a:txBody>
                    <a:bodyPr/>
                    <a:lstStyle/>
                    <a:p>
                      <a:r>
                        <a:rPr lang="en-IN" sz="3200" dirty="0"/>
                        <a:t>Rita</a:t>
                      </a:r>
                    </a:p>
                  </a:txBody>
                  <a:tcPr marL="20525" marR="20525" marT="10263" marB="10263" anchor="ctr"/>
                </a:tc>
                <a:tc>
                  <a:txBody>
                    <a:bodyPr/>
                    <a:lstStyle/>
                    <a:p>
                      <a:r>
                        <a:rPr lang="en-IN" sz="3200"/>
                        <a:t>writes</a:t>
                      </a:r>
                    </a:p>
                  </a:txBody>
                  <a:tcPr marL="20525" marR="20525" marT="10263" marB="10263" anchor="ctr"/>
                </a:tc>
                <a:tc>
                  <a:txBody>
                    <a:bodyPr/>
                    <a:lstStyle/>
                    <a:p>
                      <a:r>
                        <a:rPr lang="en-IN" sz="3200"/>
                        <a:t>a letter.</a:t>
                      </a:r>
                    </a:p>
                  </a:txBody>
                  <a:tcPr marL="20525" marR="20525" marT="10263" marB="10263" anchor="ctr"/>
                </a:tc>
                <a:extLst>
                  <a:ext uri="{0D108BD9-81ED-4DB2-BD59-A6C34878D82A}">
                    <a16:rowId xmlns:a16="http://schemas.microsoft.com/office/drawing/2014/main" val="1625179921"/>
                  </a:ext>
                </a:extLst>
              </a:tr>
              <a:tr h="580240">
                <a:tc vMerge="1">
                  <a:txBody>
                    <a:bodyPr/>
                    <a:lstStyle/>
                    <a:p>
                      <a:endParaRPr lang="en-IN"/>
                    </a:p>
                  </a:txBody>
                  <a:tcPr/>
                </a:tc>
                <a:tc>
                  <a:txBody>
                    <a:bodyPr/>
                    <a:lstStyle/>
                    <a:p>
                      <a:r>
                        <a:rPr lang="en-IN" sz="3200" i="1"/>
                        <a:t>Passive:</a:t>
                      </a:r>
                      <a:endParaRPr lang="en-IN" sz="3200"/>
                    </a:p>
                  </a:txBody>
                  <a:tcPr marL="20525" marR="20525" marT="10263" marB="10263" anchor="ctr"/>
                </a:tc>
                <a:tc>
                  <a:txBody>
                    <a:bodyPr/>
                    <a:lstStyle/>
                    <a:p>
                      <a:r>
                        <a:rPr lang="en-IN" sz="3200" dirty="0"/>
                        <a:t>A letter</a:t>
                      </a:r>
                    </a:p>
                  </a:txBody>
                  <a:tcPr marL="20525" marR="20525" marT="10263" marB="10263" anchor="ctr"/>
                </a:tc>
                <a:tc>
                  <a:txBody>
                    <a:bodyPr/>
                    <a:lstStyle/>
                    <a:p>
                      <a:r>
                        <a:rPr lang="en-IN" sz="3200"/>
                        <a:t>is written</a:t>
                      </a:r>
                    </a:p>
                  </a:txBody>
                  <a:tcPr marL="20525" marR="20525" marT="10263" marB="10263" anchor="ctr"/>
                </a:tc>
                <a:tc>
                  <a:txBody>
                    <a:bodyPr/>
                    <a:lstStyle/>
                    <a:p>
                      <a:r>
                        <a:rPr lang="en-IN" sz="3200"/>
                        <a:t>by Rita.</a:t>
                      </a:r>
                    </a:p>
                  </a:txBody>
                  <a:tcPr marL="20525" marR="20525" marT="10263" marB="10263" anchor="ctr"/>
                </a:tc>
                <a:extLst>
                  <a:ext uri="{0D108BD9-81ED-4DB2-BD59-A6C34878D82A}">
                    <a16:rowId xmlns:a16="http://schemas.microsoft.com/office/drawing/2014/main" val="855942856"/>
                  </a:ext>
                </a:extLst>
              </a:tr>
              <a:tr h="580240">
                <a:tc rowSpan="2">
                  <a:txBody>
                    <a:bodyPr/>
                    <a:lstStyle/>
                    <a:p>
                      <a:r>
                        <a:rPr lang="en-IN" sz="3200" b="1" dirty="0">
                          <a:solidFill>
                            <a:srgbClr val="C00000"/>
                          </a:solidFill>
                        </a:rPr>
                        <a:t>Simple Past</a:t>
                      </a:r>
                      <a:endParaRPr lang="en-IN" sz="3200" dirty="0">
                        <a:solidFill>
                          <a:srgbClr val="C00000"/>
                        </a:solidFill>
                      </a:endParaRPr>
                    </a:p>
                  </a:txBody>
                  <a:tcPr marL="20525" marR="20525" marT="10263" marB="10263" anchor="ctr"/>
                </a:tc>
                <a:tc>
                  <a:txBody>
                    <a:bodyPr/>
                    <a:lstStyle/>
                    <a:p>
                      <a:r>
                        <a:rPr lang="en-IN" sz="3200" b="1" i="1" dirty="0"/>
                        <a:t>Active:</a:t>
                      </a:r>
                      <a:endParaRPr lang="en-IN" sz="3200" b="1" dirty="0"/>
                    </a:p>
                  </a:txBody>
                  <a:tcPr marL="20525" marR="20525" marT="10263" marB="10263" anchor="ctr"/>
                </a:tc>
                <a:tc>
                  <a:txBody>
                    <a:bodyPr/>
                    <a:lstStyle/>
                    <a:p>
                      <a:r>
                        <a:rPr lang="en-IN" sz="3200"/>
                        <a:t>Rita</a:t>
                      </a:r>
                    </a:p>
                  </a:txBody>
                  <a:tcPr marL="20525" marR="20525" marT="10263" marB="10263" anchor="ctr"/>
                </a:tc>
                <a:tc>
                  <a:txBody>
                    <a:bodyPr/>
                    <a:lstStyle/>
                    <a:p>
                      <a:r>
                        <a:rPr lang="en-IN" sz="3200"/>
                        <a:t>wrote</a:t>
                      </a:r>
                    </a:p>
                  </a:txBody>
                  <a:tcPr marL="20525" marR="20525" marT="10263" marB="10263" anchor="ctr"/>
                </a:tc>
                <a:tc>
                  <a:txBody>
                    <a:bodyPr/>
                    <a:lstStyle/>
                    <a:p>
                      <a:r>
                        <a:rPr lang="en-IN" sz="3200"/>
                        <a:t>a letter.</a:t>
                      </a:r>
                    </a:p>
                  </a:txBody>
                  <a:tcPr marL="20525" marR="20525" marT="10263" marB="10263" anchor="ctr"/>
                </a:tc>
                <a:extLst>
                  <a:ext uri="{0D108BD9-81ED-4DB2-BD59-A6C34878D82A}">
                    <a16:rowId xmlns:a16="http://schemas.microsoft.com/office/drawing/2014/main" val="2253733460"/>
                  </a:ext>
                </a:extLst>
              </a:tr>
              <a:tr h="580240">
                <a:tc vMerge="1">
                  <a:txBody>
                    <a:bodyPr/>
                    <a:lstStyle/>
                    <a:p>
                      <a:endParaRPr lang="en-IN"/>
                    </a:p>
                  </a:txBody>
                  <a:tcPr/>
                </a:tc>
                <a:tc>
                  <a:txBody>
                    <a:bodyPr/>
                    <a:lstStyle/>
                    <a:p>
                      <a:r>
                        <a:rPr lang="en-IN" sz="3200" i="1" dirty="0"/>
                        <a:t>Passive:</a:t>
                      </a:r>
                      <a:endParaRPr lang="en-IN" sz="3200" dirty="0"/>
                    </a:p>
                  </a:txBody>
                  <a:tcPr marL="20525" marR="20525" marT="10263" marB="10263" anchor="ctr"/>
                </a:tc>
                <a:tc>
                  <a:txBody>
                    <a:bodyPr/>
                    <a:lstStyle/>
                    <a:p>
                      <a:r>
                        <a:rPr lang="en-IN" sz="3200" dirty="0"/>
                        <a:t>A letter</a:t>
                      </a:r>
                    </a:p>
                  </a:txBody>
                  <a:tcPr marL="20525" marR="20525" marT="10263" marB="10263" anchor="ctr"/>
                </a:tc>
                <a:tc>
                  <a:txBody>
                    <a:bodyPr/>
                    <a:lstStyle/>
                    <a:p>
                      <a:r>
                        <a:rPr lang="en-IN" sz="3200"/>
                        <a:t>was written</a:t>
                      </a:r>
                    </a:p>
                  </a:txBody>
                  <a:tcPr marL="20525" marR="20525" marT="10263" marB="10263" anchor="ctr"/>
                </a:tc>
                <a:tc>
                  <a:txBody>
                    <a:bodyPr/>
                    <a:lstStyle/>
                    <a:p>
                      <a:r>
                        <a:rPr lang="en-IN" sz="3200"/>
                        <a:t>by Rita.</a:t>
                      </a:r>
                    </a:p>
                  </a:txBody>
                  <a:tcPr marL="20525" marR="20525" marT="10263" marB="10263" anchor="ctr"/>
                </a:tc>
                <a:extLst>
                  <a:ext uri="{0D108BD9-81ED-4DB2-BD59-A6C34878D82A}">
                    <a16:rowId xmlns:a16="http://schemas.microsoft.com/office/drawing/2014/main" val="852006203"/>
                  </a:ext>
                </a:extLst>
              </a:tr>
              <a:tr h="580240">
                <a:tc rowSpan="2">
                  <a:txBody>
                    <a:bodyPr/>
                    <a:lstStyle/>
                    <a:p>
                      <a:r>
                        <a:rPr lang="en-IN" sz="3200" b="1" dirty="0">
                          <a:solidFill>
                            <a:srgbClr val="C00000"/>
                          </a:solidFill>
                        </a:rPr>
                        <a:t>Present Perfect</a:t>
                      </a:r>
                      <a:endParaRPr lang="en-IN" sz="3200" dirty="0">
                        <a:solidFill>
                          <a:srgbClr val="C00000"/>
                        </a:solidFill>
                      </a:endParaRPr>
                    </a:p>
                  </a:txBody>
                  <a:tcPr marL="20525" marR="20525" marT="10263" marB="10263" anchor="ctr"/>
                </a:tc>
                <a:tc>
                  <a:txBody>
                    <a:bodyPr/>
                    <a:lstStyle/>
                    <a:p>
                      <a:r>
                        <a:rPr lang="en-IN" sz="3200" b="1" i="1" dirty="0"/>
                        <a:t>Active:</a:t>
                      </a:r>
                      <a:endParaRPr lang="en-IN" sz="3200" b="1" dirty="0"/>
                    </a:p>
                  </a:txBody>
                  <a:tcPr marL="20525" marR="20525" marT="10263" marB="10263" anchor="ctr"/>
                </a:tc>
                <a:tc>
                  <a:txBody>
                    <a:bodyPr/>
                    <a:lstStyle/>
                    <a:p>
                      <a:r>
                        <a:rPr lang="en-IN" sz="3200"/>
                        <a:t>Rita</a:t>
                      </a:r>
                    </a:p>
                  </a:txBody>
                  <a:tcPr marL="20525" marR="20525" marT="10263" marB="10263" anchor="ctr"/>
                </a:tc>
                <a:tc>
                  <a:txBody>
                    <a:bodyPr/>
                    <a:lstStyle/>
                    <a:p>
                      <a:r>
                        <a:rPr lang="en-IN" sz="3200"/>
                        <a:t>has written</a:t>
                      </a:r>
                    </a:p>
                  </a:txBody>
                  <a:tcPr marL="20525" marR="20525" marT="10263" marB="10263" anchor="ctr"/>
                </a:tc>
                <a:tc>
                  <a:txBody>
                    <a:bodyPr/>
                    <a:lstStyle/>
                    <a:p>
                      <a:r>
                        <a:rPr lang="en-IN" sz="3200" dirty="0"/>
                        <a:t>a letter.</a:t>
                      </a:r>
                    </a:p>
                  </a:txBody>
                  <a:tcPr marL="20525" marR="20525" marT="10263" marB="10263" anchor="ctr"/>
                </a:tc>
                <a:extLst>
                  <a:ext uri="{0D108BD9-81ED-4DB2-BD59-A6C34878D82A}">
                    <a16:rowId xmlns:a16="http://schemas.microsoft.com/office/drawing/2014/main" val="1940512033"/>
                  </a:ext>
                </a:extLst>
              </a:tr>
              <a:tr h="1055604">
                <a:tc vMerge="1">
                  <a:txBody>
                    <a:bodyPr/>
                    <a:lstStyle/>
                    <a:p>
                      <a:endParaRPr lang="en-IN"/>
                    </a:p>
                  </a:txBody>
                  <a:tcPr/>
                </a:tc>
                <a:tc>
                  <a:txBody>
                    <a:bodyPr/>
                    <a:lstStyle/>
                    <a:p>
                      <a:r>
                        <a:rPr lang="en-IN" sz="3200" i="1"/>
                        <a:t>Passive:</a:t>
                      </a:r>
                      <a:endParaRPr lang="en-IN" sz="3200"/>
                    </a:p>
                  </a:txBody>
                  <a:tcPr marL="20525" marR="20525" marT="10263" marB="10263" anchor="ctr"/>
                </a:tc>
                <a:tc>
                  <a:txBody>
                    <a:bodyPr/>
                    <a:lstStyle/>
                    <a:p>
                      <a:r>
                        <a:rPr lang="en-IN" sz="3200" dirty="0"/>
                        <a:t>A letter</a:t>
                      </a:r>
                    </a:p>
                  </a:txBody>
                  <a:tcPr marL="20525" marR="20525" marT="10263" marB="10263" anchor="ctr"/>
                </a:tc>
                <a:tc>
                  <a:txBody>
                    <a:bodyPr/>
                    <a:lstStyle/>
                    <a:p>
                      <a:r>
                        <a:rPr lang="en-IN" sz="3200"/>
                        <a:t>has been written</a:t>
                      </a:r>
                    </a:p>
                  </a:txBody>
                  <a:tcPr marL="20525" marR="20525" marT="10263" marB="10263" anchor="ctr"/>
                </a:tc>
                <a:tc>
                  <a:txBody>
                    <a:bodyPr/>
                    <a:lstStyle/>
                    <a:p>
                      <a:r>
                        <a:rPr lang="en-IN" sz="3200"/>
                        <a:t>by Rita.</a:t>
                      </a:r>
                    </a:p>
                  </a:txBody>
                  <a:tcPr marL="20525" marR="20525" marT="10263" marB="10263" anchor="ctr"/>
                </a:tc>
                <a:extLst>
                  <a:ext uri="{0D108BD9-81ED-4DB2-BD59-A6C34878D82A}">
                    <a16:rowId xmlns:a16="http://schemas.microsoft.com/office/drawing/2014/main" val="219972003"/>
                  </a:ext>
                </a:extLst>
              </a:tr>
              <a:tr h="580240">
                <a:tc rowSpan="2">
                  <a:txBody>
                    <a:bodyPr/>
                    <a:lstStyle/>
                    <a:p>
                      <a:r>
                        <a:rPr lang="en-IN" sz="3200" b="1" dirty="0">
                          <a:solidFill>
                            <a:srgbClr val="C00000"/>
                          </a:solidFill>
                        </a:rPr>
                        <a:t>Future I</a:t>
                      </a:r>
                      <a:endParaRPr lang="en-IN" sz="3200" dirty="0">
                        <a:solidFill>
                          <a:srgbClr val="C00000"/>
                        </a:solidFill>
                      </a:endParaRPr>
                    </a:p>
                  </a:txBody>
                  <a:tcPr marL="20525" marR="20525" marT="10263" marB="10263" anchor="ctr"/>
                </a:tc>
                <a:tc>
                  <a:txBody>
                    <a:bodyPr/>
                    <a:lstStyle/>
                    <a:p>
                      <a:r>
                        <a:rPr lang="en-IN" sz="3200" b="1" i="1" dirty="0"/>
                        <a:t>Active:</a:t>
                      </a:r>
                      <a:endParaRPr lang="en-IN" sz="3200" b="1" dirty="0"/>
                    </a:p>
                  </a:txBody>
                  <a:tcPr marL="20525" marR="20525" marT="10263" marB="10263" anchor="ctr"/>
                </a:tc>
                <a:tc>
                  <a:txBody>
                    <a:bodyPr/>
                    <a:lstStyle/>
                    <a:p>
                      <a:r>
                        <a:rPr lang="en-IN" sz="3200"/>
                        <a:t>Rita</a:t>
                      </a:r>
                    </a:p>
                  </a:txBody>
                  <a:tcPr marL="20525" marR="20525" marT="10263" marB="10263" anchor="ctr"/>
                </a:tc>
                <a:tc>
                  <a:txBody>
                    <a:bodyPr/>
                    <a:lstStyle/>
                    <a:p>
                      <a:r>
                        <a:rPr lang="en-IN" sz="3200"/>
                        <a:t>will write</a:t>
                      </a:r>
                    </a:p>
                  </a:txBody>
                  <a:tcPr marL="20525" marR="20525" marT="10263" marB="10263" anchor="ctr"/>
                </a:tc>
                <a:tc>
                  <a:txBody>
                    <a:bodyPr/>
                    <a:lstStyle/>
                    <a:p>
                      <a:r>
                        <a:rPr lang="en-IN" sz="3200"/>
                        <a:t>a letter.</a:t>
                      </a:r>
                    </a:p>
                  </a:txBody>
                  <a:tcPr marL="20525" marR="20525" marT="10263" marB="10263" anchor="ctr"/>
                </a:tc>
                <a:extLst>
                  <a:ext uri="{0D108BD9-81ED-4DB2-BD59-A6C34878D82A}">
                    <a16:rowId xmlns:a16="http://schemas.microsoft.com/office/drawing/2014/main" val="400130670"/>
                  </a:ext>
                </a:extLst>
              </a:tr>
              <a:tr h="580240">
                <a:tc vMerge="1">
                  <a:txBody>
                    <a:bodyPr/>
                    <a:lstStyle/>
                    <a:p>
                      <a:endParaRPr lang="en-IN"/>
                    </a:p>
                  </a:txBody>
                  <a:tcPr/>
                </a:tc>
                <a:tc>
                  <a:txBody>
                    <a:bodyPr/>
                    <a:lstStyle/>
                    <a:p>
                      <a:r>
                        <a:rPr lang="en-IN" sz="3200" i="1"/>
                        <a:t>Passive:</a:t>
                      </a:r>
                      <a:endParaRPr lang="en-IN" sz="3200"/>
                    </a:p>
                  </a:txBody>
                  <a:tcPr marL="20525" marR="20525" marT="10263" marB="10263" anchor="ctr"/>
                </a:tc>
                <a:tc>
                  <a:txBody>
                    <a:bodyPr/>
                    <a:lstStyle/>
                    <a:p>
                      <a:r>
                        <a:rPr lang="en-IN" sz="3200"/>
                        <a:t>A letter</a:t>
                      </a:r>
                    </a:p>
                  </a:txBody>
                  <a:tcPr marL="20525" marR="20525" marT="10263" marB="10263" anchor="ctr"/>
                </a:tc>
                <a:tc>
                  <a:txBody>
                    <a:bodyPr/>
                    <a:lstStyle/>
                    <a:p>
                      <a:r>
                        <a:rPr lang="en-IN" sz="3200"/>
                        <a:t>will be written</a:t>
                      </a:r>
                    </a:p>
                  </a:txBody>
                  <a:tcPr marL="20525" marR="20525" marT="10263" marB="10263" anchor="ctr"/>
                </a:tc>
                <a:tc>
                  <a:txBody>
                    <a:bodyPr/>
                    <a:lstStyle/>
                    <a:p>
                      <a:r>
                        <a:rPr lang="en-IN" sz="3200"/>
                        <a:t>by Rita.</a:t>
                      </a:r>
                    </a:p>
                  </a:txBody>
                  <a:tcPr marL="20525" marR="20525" marT="10263" marB="10263" anchor="ctr"/>
                </a:tc>
                <a:extLst>
                  <a:ext uri="{0D108BD9-81ED-4DB2-BD59-A6C34878D82A}">
                    <a16:rowId xmlns:a16="http://schemas.microsoft.com/office/drawing/2014/main" val="3093984929"/>
                  </a:ext>
                </a:extLst>
              </a:tr>
              <a:tr h="580240">
                <a:tc rowSpan="2">
                  <a:txBody>
                    <a:bodyPr/>
                    <a:lstStyle/>
                    <a:p>
                      <a:r>
                        <a:rPr lang="en-IN" sz="3200" b="1" dirty="0">
                          <a:solidFill>
                            <a:srgbClr val="C00000"/>
                          </a:solidFill>
                        </a:rPr>
                        <a:t> can</a:t>
                      </a:r>
                      <a:endParaRPr lang="en-IN" sz="3200" dirty="0">
                        <a:solidFill>
                          <a:srgbClr val="C00000"/>
                        </a:solidFill>
                      </a:endParaRPr>
                    </a:p>
                  </a:txBody>
                  <a:tcPr marL="20525" marR="20525" marT="10263" marB="10263" anchor="ctr"/>
                </a:tc>
                <a:tc>
                  <a:txBody>
                    <a:bodyPr/>
                    <a:lstStyle/>
                    <a:p>
                      <a:r>
                        <a:rPr lang="en-IN" sz="3200" b="1" i="1" dirty="0"/>
                        <a:t>Active:</a:t>
                      </a:r>
                      <a:endParaRPr lang="en-IN" sz="3200" b="1" dirty="0"/>
                    </a:p>
                  </a:txBody>
                  <a:tcPr marL="20525" marR="20525" marT="10263" marB="10263" anchor="ctr"/>
                </a:tc>
                <a:tc>
                  <a:txBody>
                    <a:bodyPr/>
                    <a:lstStyle/>
                    <a:p>
                      <a:r>
                        <a:rPr lang="en-IN" sz="3200"/>
                        <a:t>Rita</a:t>
                      </a:r>
                    </a:p>
                  </a:txBody>
                  <a:tcPr marL="20525" marR="20525" marT="10263" marB="10263" anchor="ctr"/>
                </a:tc>
                <a:tc>
                  <a:txBody>
                    <a:bodyPr/>
                    <a:lstStyle/>
                    <a:p>
                      <a:r>
                        <a:rPr lang="en-IN" sz="3200"/>
                        <a:t>can write</a:t>
                      </a:r>
                    </a:p>
                  </a:txBody>
                  <a:tcPr marL="20525" marR="20525" marT="10263" marB="10263" anchor="ctr"/>
                </a:tc>
                <a:tc>
                  <a:txBody>
                    <a:bodyPr/>
                    <a:lstStyle/>
                    <a:p>
                      <a:r>
                        <a:rPr lang="en-IN" sz="3200"/>
                        <a:t>a letter.</a:t>
                      </a:r>
                    </a:p>
                  </a:txBody>
                  <a:tcPr marL="20525" marR="20525" marT="10263" marB="10263" anchor="ctr"/>
                </a:tc>
                <a:extLst>
                  <a:ext uri="{0D108BD9-81ED-4DB2-BD59-A6C34878D82A}">
                    <a16:rowId xmlns:a16="http://schemas.microsoft.com/office/drawing/2014/main" val="2182635023"/>
                  </a:ext>
                </a:extLst>
              </a:tr>
              <a:tr h="580240">
                <a:tc vMerge="1">
                  <a:txBody>
                    <a:bodyPr/>
                    <a:lstStyle/>
                    <a:p>
                      <a:endParaRPr lang="en-IN"/>
                    </a:p>
                  </a:txBody>
                  <a:tcPr/>
                </a:tc>
                <a:tc>
                  <a:txBody>
                    <a:bodyPr/>
                    <a:lstStyle/>
                    <a:p>
                      <a:r>
                        <a:rPr lang="en-IN" sz="3200" i="1"/>
                        <a:t>Passive:</a:t>
                      </a:r>
                      <a:endParaRPr lang="en-IN" sz="3200"/>
                    </a:p>
                  </a:txBody>
                  <a:tcPr marL="20525" marR="20525" marT="10263" marB="10263" anchor="ctr"/>
                </a:tc>
                <a:tc>
                  <a:txBody>
                    <a:bodyPr/>
                    <a:lstStyle/>
                    <a:p>
                      <a:r>
                        <a:rPr lang="en-IN" sz="3200"/>
                        <a:t>A letter</a:t>
                      </a:r>
                    </a:p>
                  </a:txBody>
                  <a:tcPr marL="20525" marR="20525" marT="10263" marB="10263" anchor="ctr"/>
                </a:tc>
                <a:tc>
                  <a:txBody>
                    <a:bodyPr/>
                    <a:lstStyle/>
                    <a:p>
                      <a:r>
                        <a:rPr lang="en-IN" sz="3200"/>
                        <a:t>can be written</a:t>
                      </a:r>
                    </a:p>
                  </a:txBody>
                  <a:tcPr marL="20525" marR="20525" marT="10263" marB="10263" anchor="ctr"/>
                </a:tc>
                <a:tc>
                  <a:txBody>
                    <a:bodyPr/>
                    <a:lstStyle/>
                    <a:p>
                      <a:r>
                        <a:rPr lang="en-IN" sz="3200" dirty="0"/>
                        <a:t>by Rita.</a:t>
                      </a:r>
                    </a:p>
                  </a:txBody>
                  <a:tcPr marL="20525" marR="20525" marT="10263" marB="10263" anchor="ctr"/>
                </a:tc>
                <a:extLst>
                  <a:ext uri="{0D108BD9-81ED-4DB2-BD59-A6C34878D82A}">
                    <a16:rowId xmlns:a16="http://schemas.microsoft.com/office/drawing/2014/main" val="3219461137"/>
                  </a:ext>
                </a:extLst>
              </a:tr>
            </a:tbl>
          </a:graphicData>
        </a:graphic>
      </p:graphicFrame>
    </p:spTree>
    <p:extLst>
      <p:ext uri="{BB962C8B-B14F-4D97-AF65-F5344CB8AC3E}">
        <p14:creationId xmlns:p14="http://schemas.microsoft.com/office/powerpoint/2010/main" val="697932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9BFDF-D91B-9135-7DC8-D47A255C3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90DF9-5C38-1430-B633-473D52F8AF59}"/>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11BFE807-241E-FAB3-C8F9-082577D1C632}"/>
              </a:ext>
            </a:extLst>
          </p:cNvPr>
          <p:cNvGraphicFramePr>
            <a:graphicFrameLocks noGrp="1"/>
          </p:cNvGraphicFramePr>
          <p:nvPr>
            <p:ph idx="1"/>
            <p:extLst>
              <p:ext uri="{D42A27DB-BD31-4B8C-83A1-F6EECF244321}">
                <p14:modId xmlns:p14="http://schemas.microsoft.com/office/powerpoint/2010/main" val="2840899112"/>
              </p:ext>
            </p:extLst>
          </p:nvPr>
        </p:nvGraphicFramePr>
        <p:xfrm>
          <a:off x="0" y="0"/>
          <a:ext cx="12192000" cy="8544456"/>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757523918"/>
                    </a:ext>
                  </a:extLst>
                </a:gridCol>
                <a:gridCol w="2438400">
                  <a:extLst>
                    <a:ext uri="{9D8B030D-6E8A-4147-A177-3AD203B41FA5}">
                      <a16:colId xmlns:a16="http://schemas.microsoft.com/office/drawing/2014/main" val="2439090293"/>
                    </a:ext>
                  </a:extLst>
                </a:gridCol>
                <a:gridCol w="2438400">
                  <a:extLst>
                    <a:ext uri="{9D8B030D-6E8A-4147-A177-3AD203B41FA5}">
                      <a16:colId xmlns:a16="http://schemas.microsoft.com/office/drawing/2014/main" val="160560102"/>
                    </a:ext>
                  </a:extLst>
                </a:gridCol>
                <a:gridCol w="2438400">
                  <a:extLst>
                    <a:ext uri="{9D8B030D-6E8A-4147-A177-3AD203B41FA5}">
                      <a16:colId xmlns:a16="http://schemas.microsoft.com/office/drawing/2014/main" val="1078336800"/>
                    </a:ext>
                  </a:extLst>
                </a:gridCol>
                <a:gridCol w="2438400">
                  <a:extLst>
                    <a:ext uri="{9D8B030D-6E8A-4147-A177-3AD203B41FA5}">
                      <a16:colId xmlns:a16="http://schemas.microsoft.com/office/drawing/2014/main" val="2426981953"/>
                    </a:ext>
                  </a:extLst>
                </a:gridCol>
              </a:tblGrid>
              <a:tr h="728076">
                <a:tc gridSpan="2">
                  <a:txBody>
                    <a:bodyPr/>
                    <a:lstStyle/>
                    <a:p>
                      <a:r>
                        <a:rPr lang="en-IN" sz="2400" dirty="0">
                          <a:effectLst/>
                        </a:rPr>
                        <a:t>Tense</a:t>
                      </a:r>
                    </a:p>
                  </a:txBody>
                  <a:tcPr marL="20525" marR="20525" marT="10263" marB="10263" anchor="ctr"/>
                </a:tc>
                <a:tc hMerge="1">
                  <a:txBody>
                    <a:bodyPr/>
                    <a:lstStyle/>
                    <a:p>
                      <a:endParaRPr lang="en-IN"/>
                    </a:p>
                  </a:txBody>
                  <a:tcPr/>
                </a:tc>
                <a:tc>
                  <a:txBody>
                    <a:bodyPr/>
                    <a:lstStyle/>
                    <a:p>
                      <a:r>
                        <a:rPr lang="en-IN" sz="2400" dirty="0">
                          <a:effectLst/>
                        </a:rPr>
                        <a:t>Subject</a:t>
                      </a:r>
                    </a:p>
                  </a:txBody>
                  <a:tcPr marL="20525" marR="20525" marT="10263" marB="10263" anchor="ctr"/>
                </a:tc>
                <a:tc>
                  <a:txBody>
                    <a:bodyPr/>
                    <a:lstStyle/>
                    <a:p>
                      <a:r>
                        <a:rPr lang="en-IN" sz="2400">
                          <a:effectLst/>
                        </a:rPr>
                        <a:t>Verb</a:t>
                      </a:r>
                    </a:p>
                  </a:txBody>
                  <a:tcPr marL="20525" marR="20525" marT="10263" marB="10263" anchor="ctr"/>
                </a:tc>
                <a:tc>
                  <a:txBody>
                    <a:bodyPr/>
                    <a:lstStyle/>
                    <a:p>
                      <a:r>
                        <a:rPr lang="en-IN" sz="2400">
                          <a:effectLst/>
                        </a:rPr>
                        <a:t>Object</a:t>
                      </a:r>
                    </a:p>
                  </a:txBody>
                  <a:tcPr marL="20525" marR="20525" marT="10263" marB="10263" anchor="ctr"/>
                </a:tc>
                <a:extLst>
                  <a:ext uri="{0D108BD9-81ED-4DB2-BD59-A6C34878D82A}">
                    <a16:rowId xmlns:a16="http://schemas.microsoft.com/office/drawing/2014/main" val="2893462124"/>
                  </a:ext>
                </a:extLst>
              </a:tr>
              <a:tr h="728076">
                <a:tc rowSpan="2">
                  <a:txBody>
                    <a:bodyPr/>
                    <a:lstStyle/>
                    <a:p>
                      <a:r>
                        <a:rPr lang="en-IN" sz="3200" b="1" dirty="0">
                          <a:solidFill>
                            <a:srgbClr val="C00000"/>
                          </a:solidFill>
                        </a:rPr>
                        <a:t>Simple Present</a:t>
                      </a:r>
                    </a:p>
                  </a:txBody>
                  <a:tcPr marL="20525" marR="20525" marT="10263" marB="10263" anchor="ctr"/>
                </a:tc>
                <a:tc>
                  <a:txBody>
                    <a:bodyPr/>
                    <a:lstStyle/>
                    <a:p>
                      <a:r>
                        <a:rPr lang="en-IN" sz="3200" b="1" i="1" dirty="0">
                          <a:solidFill>
                            <a:srgbClr val="C00000"/>
                          </a:solidFill>
                        </a:rPr>
                        <a:t>Active:</a:t>
                      </a:r>
                      <a:endParaRPr lang="en-IN" sz="3200" b="1" dirty="0">
                        <a:solidFill>
                          <a:srgbClr val="C00000"/>
                        </a:solidFill>
                      </a:endParaRPr>
                    </a:p>
                  </a:txBody>
                  <a:tcPr marL="20525" marR="20525" marT="10263" marB="10263" anchor="ctr"/>
                </a:tc>
                <a:tc>
                  <a:txBody>
                    <a:bodyPr/>
                    <a:lstStyle/>
                    <a:p>
                      <a:r>
                        <a:rPr lang="en-IN" sz="3200" b="1" dirty="0"/>
                        <a:t>Rita</a:t>
                      </a:r>
                    </a:p>
                  </a:txBody>
                  <a:tcPr marL="20525" marR="20525" marT="10263" marB="10263" anchor="ctr"/>
                </a:tc>
                <a:tc>
                  <a:txBody>
                    <a:bodyPr/>
                    <a:lstStyle/>
                    <a:p>
                      <a:r>
                        <a:rPr lang="en-IN" sz="3200" b="1"/>
                        <a:t>writes</a:t>
                      </a:r>
                    </a:p>
                  </a:txBody>
                  <a:tcPr marL="20525" marR="20525" marT="10263" marB="10263" anchor="ctr"/>
                </a:tc>
                <a:tc>
                  <a:txBody>
                    <a:bodyPr/>
                    <a:lstStyle/>
                    <a:p>
                      <a:r>
                        <a:rPr lang="en-IN" sz="3200" b="1"/>
                        <a:t>a letter.</a:t>
                      </a:r>
                    </a:p>
                  </a:txBody>
                  <a:tcPr marL="20525" marR="20525" marT="10263" marB="10263" anchor="ctr"/>
                </a:tc>
                <a:extLst>
                  <a:ext uri="{0D108BD9-81ED-4DB2-BD59-A6C34878D82A}">
                    <a16:rowId xmlns:a16="http://schemas.microsoft.com/office/drawing/2014/main" val="1625179921"/>
                  </a:ext>
                </a:extLst>
              </a:tr>
              <a:tr h="728076">
                <a:tc vMerge="1">
                  <a:txBody>
                    <a:bodyPr/>
                    <a:lstStyle/>
                    <a:p>
                      <a:endParaRPr lang="en-IN"/>
                    </a:p>
                  </a:txBody>
                  <a:tcPr/>
                </a:tc>
                <a:tc>
                  <a:txBody>
                    <a:bodyPr/>
                    <a:lstStyle/>
                    <a:p>
                      <a:r>
                        <a:rPr lang="en-IN" sz="3200" b="1" i="1" dirty="0"/>
                        <a:t>Passive:</a:t>
                      </a:r>
                      <a:endParaRPr lang="en-IN" sz="3200" b="1" dirty="0"/>
                    </a:p>
                  </a:txBody>
                  <a:tcPr marL="20525" marR="20525" marT="10263" marB="10263" anchor="ctr"/>
                </a:tc>
                <a:tc>
                  <a:txBody>
                    <a:bodyPr/>
                    <a:lstStyle/>
                    <a:p>
                      <a:r>
                        <a:rPr lang="en-IN" sz="3200" b="1" dirty="0"/>
                        <a:t>A letter</a:t>
                      </a:r>
                    </a:p>
                  </a:txBody>
                  <a:tcPr marL="20525" marR="20525" marT="10263" marB="10263" anchor="ctr"/>
                </a:tc>
                <a:tc>
                  <a:txBody>
                    <a:bodyPr/>
                    <a:lstStyle/>
                    <a:p>
                      <a:r>
                        <a:rPr lang="en-IN" sz="3200" b="1" dirty="0">
                          <a:solidFill>
                            <a:srgbClr val="C00000"/>
                          </a:solidFill>
                        </a:rPr>
                        <a:t>is written</a:t>
                      </a:r>
                    </a:p>
                  </a:txBody>
                  <a:tcPr marL="20525" marR="20525" marT="10263" marB="10263" anchor="ctr"/>
                </a:tc>
                <a:tc>
                  <a:txBody>
                    <a:bodyPr/>
                    <a:lstStyle/>
                    <a:p>
                      <a:r>
                        <a:rPr lang="en-IN" sz="3200" b="1"/>
                        <a:t>by Rita.</a:t>
                      </a:r>
                    </a:p>
                  </a:txBody>
                  <a:tcPr marL="20525" marR="20525" marT="10263" marB="10263" anchor="ctr"/>
                </a:tc>
                <a:extLst>
                  <a:ext uri="{0D108BD9-81ED-4DB2-BD59-A6C34878D82A}">
                    <a16:rowId xmlns:a16="http://schemas.microsoft.com/office/drawing/2014/main" val="855942856"/>
                  </a:ext>
                </a:extLst>
              </a:tr>
              <a:tr h="728076">
                <a:tc rowSpan="2">
                  <a:txBody>
                    <a:bodyPr/>
                    <a:lstStyle/>
                    <a:p>
                      <a:r>
                        <a:rPr lang="en-IN" sz="3200" b="1" dirty="0">
                          <a:solidFill>
                            <a:srgbClr val="C00000"/>
                          </a:solidFill>
                        </a:rPr>
                        <a:t>Simple Past</a:t>
                      </a:r>
                    </a:p>
                  </a:txBody>
                  <a:tcPr marL="20525" marR="20525" marT="10263" marB="10263" anchor="ctr"/>
                </a:tc>
                <a:tc>
                  <a:txBody>
                    <a:bodyPr/>
                    <a:lstStyle/>
                    <a:p>
                      <a:r>
                        <a:rPr lang="en-IN" sz="3200" b="1" i="1" dirty="0">
                          <a:solidFill>
                            <a:srgbClr val="C00000"/>
                          </a:solidFill>
                        </a:rPr>
                        <a:t>Active:</a:t>
                      </a:r>
                      <a:endParaRPr lang="en-IN" sz="3200" b="1" dirty="0">
                        <a:solidFill>
                          <a:srgbClr val="C00000"/>
                        </a:solidFill>
                      </a:endParaRPr>
                    </a:p>
                  </a:txBody>
                  <a:tcPr marL="20525" marR="20525" marT="10263" marB="10263" anchor="ctr"/>
                </a:tc>
                <a:tc>
                  <a:txBody>
                    <a:bodyPr/>
                    <a:lstStyle/>
                    <a:p>
                      <a:r>
                        <a:rPr lang="en-IN" sz="3200" b="1" dirty="0"/>
                        <a:t>Rita</a:t>
                      </a:r>
                    </a:p>
                  </a:txBody>
                  <a:tcPr marL="20525" marR="20525" marT="10263" marB="10263" anchor="ctr"/>
                </a:tc>
                <a:tc>
                  <a:txBody>
                    <a:bodyPr/>
                    <a:lstStyle/>
                    <a:p>
                      <a:r>
                        <a:rPr lang="en-IN" sz="3200" b="1" dirty="0">
                          <a:solidFill>
                            <a:schemeClr val="tx1"/>
                          </a:solidFill>
                        </a:rPr>
                        <a:t>wrote</a:t>
                      </a:r>
                    </a:p>
                  </a:txBody>
                  <a:tcPr marL="20525" marR="20525" marT="10263" marB="10263" anchor="ctr"/>
                </a:tc>
                <a:tc>
                  <a:txBody>
                    <a:bodyPr/>
                    <a:lstStyle/>
                    <a:p>
                      <a:r>
                        <a:rPr lang="en-IN" sz="3200" b="1"/>
                        <a:t>a letter.</a:t>
                      </a:r>
                    </a:p>
                  </a:txBody>
                  <a:tcPr marL="20525" marR="20525" marT="10263" marB="10263" anchor="ctr"/>
                </a:tc>
                <a:extLst>
                  <a:ext uri="{0D108BD9-81ED-4DB2-BD59-A6C34878D82A}">
                    <a16:rowId xmlns:a16="http://schemas.microsoft.com/office/drawing/2014/main" val="2253733460"/>
                  </a:ext>
                </a:extLst>
              </a:tr>
              <a:tr h="728076">
                <a:tc vMerge="1">
                  <a:txBody>
                    <a:bodyPr/>
                    <a:lstStyle/>
                    <a:p>
                      <a:endParaRPr lang="en-IN"/>
                    </a:p>
                  </a:txBody>
                  <a:tcPr/>
                </a:tc>
                <a:tc>
                  <a:txBody>
                    <a:bodyPr/>
                    <a:lstStyle/>
                    <a:p>
                      <a:r>
                        <a:rPr lang="en-IN" sz="3200" b="1" i="1"/>
                        <a:t>Passive:</a:t>
                      </a:r>
                      <a:endParaRPr lang="en-IN" sz="3200" b="1"/>
                    </a:p>
                  </a:txBody>
                  <a:tcPr marL="20525" marR="20525" marT="10263" marB="10263" anchor="ctr"/>
                </a:tc>
                <a:tc>
                  <a:txBody>
                    <a:bodyPr/>
                    <a:lstStyle/>
                    <a:p>
                      <a:r>
                        <a:rPr lang="en-IN" sz="3200" b="1" dirty="0"/>
                        <a:t>A letter</a:t>
                      </a:r>
                    </a:p>
                  </a:txBody>
                  <a:tcPr marL="20525" marR="20525" marT="10263" marB="10263" anchor="ctr"/>
                </a:tc>
                <a:tc>
                  <a:txBody>
                    <a:bodyPr/>
                    <a:lstStyle/>
                    <a:p>
                      <a:r>
                        <a:rPr lang="en-IN" sz="3200" b="1" dirty="0">
                          <a:solidFill>
                            <a:srgbClr val="C00000"/>
                          </a:solidFill>
                        </a:rPr>
                        <a:t>was written</a:t>
                      </a:r>
                    </a:p>
                  </a:txBody>
                  <a:tcPr marL="20525" marR="20525" marT="10263" marB="10263" anchor="ctr"/>
                </a:tc>
                <a:tc>
                  <a:txBody>
                    <a:bodyPr/>
                    <a:lstStyle/>
                    <a:p>
                      <a:r>
                        <a:rPr lang="en-IN" sz="3200" b="1"/>
                        <a:t>by Rita.</a:t>
                      </a:r>
                    </a:p>
                  </a:txBody>
                  <a:tcPr marL="20525" marR="20525" marT="10263" marB="10263" anchor="ctr"/>
                </a:tc>
                <a:extLst>
                  <a:ext uri="{0D108BD9-81ED-4DB2-BD59-A6C34878D82A}">
                    <a16:rowId xmlns:a16="http://schemas.microsoft.com/office/drawing/2014/main" val="852006203"/>
                  </a:ext>
                </a:extLst>
              </a:tr>
              <a:tr h="728076">
                <a:tc rowSpan="2">
                  <a:txBody>
                    <a:bodyPr/>
                    <a:lstStyle/>
                    <a:p>
                      <a:r>
                        <a:rPr lang="en-IN" sz="3200" b="1" dirty="0">
                          <a:solidFill>
                            <a:srgbClr val="C00000"/>
                          </a:solidFill>
                        </a:rPr>
                        <a:t>Present Perfect</a:t>
                      </a:r>
                    </a:p>
                  </a:txBody>
                  <a:tcPr marL="20525" marR="20525" marT="10263" marB="10263" anchor="ctr"/>
                </a:tc>
                <a:tc>
                  <a:txBody>
                    <a:bodyPr/>
                    <a:lstStyle/>
                    <a:p>
                      <a:r>
                        <a:rPr lang="en-IN" sz="3200" b="1" i="1" dirty="0">
                          <a:solidFill>
                            <a:srgbClr val="C00000"/>
                          </a:solidFill>
                        </a:rPr>
                        <a:t>Active:</a:t>
                      </a:r>
                      <a:endParaRPr lang="en-IN" sz="3200" b="1" dirty="0">
                        <a:solidFill>
                          <a:srgbClr val="C00000"/>
                        </a:solidFill>
                      </a:endParaRPr>
                    </a:p>
                  </a:txBody>
                  <a:tcPr marL="20525" marR="20525" marT="10263" marB="10263" anchor="ctr"/>
                </a:tc>
                <a:tc>
                  <a:txBody>
                    <a:bodyPr/>
                    <a:lstStyle/>
                    <a:p>
                      <a:r>
                        <a:rPr lang="en-IN" sz="3200" b="1"/>
                        <a:t>Rita</a:t>
                      </a:r>
                    </a:p>
                  </a:txBody>
                  <a:tcPr marL="20525" marR="20525" marT="10263" marB="10263" anchor="ctr"/>
                </a:tc>
                <a:tc>
                  <a:txBody>
                    <a:bodyPr/>
                    <a:lstStyle/>
                    <a:p>
                      <a:r>
                        <a:rPr lang="en-IN" sz="3200" b="1" dirty="0"/>
                        <a:t>has written</a:t>
                      </a:r>
                    </a:p>
                  </a:txBody>
                  <a:tcPr marL="20525" marR="20525" marT="10263" marB="10263" anchor="ctr"/>
                </a:tc>
                <a:tc>
                  <a:txBody>
                    <a:bodyPr/>
                    <a:lstStyle/>
                    <a:p>
                      <a:r>
                        <a:rPr lang="en-IN" sz="3200" b="1" dirty="0"/>
                        <a:t>a letter.</a:t>
                      </a:r>
                    </a:p>
                  </a:txBody>
                  <a:tcPr marL="20525" marR="20525" marT="10263" marB="10263" anchor="ctr"/>
                </a:tc>
                <a:extLst>
                  <a:ext uri="{0D108BD9-81ED-4DB2-BD59-A6C34878D82A}">
                    <a16:rowId xmlns:a16="http://schemas.microsoft.com/office/drawing/2014/main" val="1940512033"/>
                  </a:ext>
                </a:extLst>
              </a:tr>
              <a:tr h="805811">
                <a:tc vMerge="1">
                  <a:txBody>
                    <a:bodyPr/>
                    <a:lstStyle/>
                    <a:p>
                      <a:endParaRPr lang="en-IN"/>
                    </a:p>
                  </a:txBody>
                  <a:tcPr/>
                </a:tc>
                <a:tc>
                  <a:txBody>
                    <a:bodyPr/>
                    <a:lstStyle/>
                    <a:p>
                      <a:r>
                        <a:rPr lang="en-IN" sz="3200" b="1" i="1"/>
                        <a:t>Passive:</a:t>
                      </a:r>
                      <a:endParaRPr lang="en-IN" sz="3200" b="1"/>
                    </a:p>
                  </a:txBody>
                  <a:tcPr marL="20525" marR="20525" marT="10263" marB="10263" anchor="ctr"/>
                </a:tc>
                <a:tc>
                  <a:txBody>
                    <a:bodyPr/>
                    <a:lstStyle/>
                    <a:p>
                      <a:r>
                        <a:rPr lang="en-IN" sz="3200" b="1" dirty="0"/>
                        <a:t>A letter</a:t>
                      </a:r>
                    </a:p>
                  </a:txBody>
                  <a:tcPr marL="20525" marR="20525" marT="10263" marB="10263" anchor="ctr"/>
                </a:tc>
                <a:tc>
                  <a:txBody>
                    <a:bodyPr/>
                    <a:lstStyle/>
                    <a:p>
                      <a:r>
                        <a:rPr lang="en-IN" sz="3200" b="1" dirty="0">
                          <a:solidFill>
                            <a:srgbClr val="C00000"/>
                          </a:solidFill>
                        </a:rPr>
                        <a:t>has been written</a:t>
                      </a:r>
                    </a:p>
                  </a:txBody>
                  <a:tcPr marL="20525" marR="20525" marT="10263" marB="10263" anchor="ctr"/>
                </a:tc>
                <a:tc>
                  <a:txBody>
                    <a:bodyPr/>
                    <a:lstStyle/>
                    <a:p>
                      <a:r>
                        <a:rPr lang="en-IN" sz="3200" b="1" dirty="0"/>
                        <a:t>by Rita.</a:t>
                      </a:r>
                    </a:p>
                  </a:txBody>
                  <a:tcPr marL="20525" marR="20525" marT="10263" marB="10263" anchor="ctr"/>
                </a:tc>
                <a:extLst>
                  <a:ext uri="{0D108BD9-81ED-4DB2-BD59-A6C34878D82A}">
                    <a16:rowId xmlns:a16="http://schemas.microsoft.com/office/drawing/2014/main" val="219972003"/>
                  </a:ext>
                </a:extLst>
              </a:tr>
              <a:tr h="728076">
                <a:tc rowSpan="2">
                  <a:txBody>
                    <a:bodyPr/>
                    <a:lstStyle/>
                    <a:p>
                      <a:r>
                        <a:rPr lang="en-IN" sz="3200" b="1" dirty="0">
                          <a:solidFill>
                            <a:srgbClr val="C00000"/>
                          </a:solidFill>
                        </a:rPr>
                        <a:t>Future I</a:t>
                      </a:r>
                      <a:endParaRPr lang="en-IN" sz="3200" dirty="0">
                        <a:solidFill>
                          <a:srgbClr val="C00000"/>
                        </a:solidFill>
                      </a:endParaRPr>
                    </a:p>
                  </a:txBody>
                  <a:tcPr marL="20525" marR="20525" marT="10263" marB="10263" anchor="ctr"/>
                </a:tc>
                <a:tc>
                  <a:txBody>
                    <a:bodyPr/>
                    <a:lstStyle/>
                    <a:p>
                      <a:r>
                        <a:rPr lang="en-IN" sz="3200" b="1" i="1" dirty="0"/>
                        <a:t>Active:</a:t>
                      </a:r>
                      <a:endParaRPr lang="en-IN" sz="3200" b="1" dirty="0"/>
                    </a:p>
                  </a:txBody>
                  <a:tcPr marL="20525" marR="20525" marT="10263" marB="10263" anchor="ctr"/>
                </a:tc>
                <a:tc>
                  <a:txBody>
                    <a:bodyPr/>
                    <a:lstStyle/>
                    <a:p>
                      <a:r>
                        <a:rPr lang="en-IN" sz="3200"/>
                        <a:t>Rita</a:t>
                      </a:r>
                    </a:p>
                  </a:txBody>
                  <a:tcPr marL="20525" marR="20525" marT="10263" marB="10263" anchor="ctr"/>
                </a:tc>
                <a:tc>
                  <a:txBody>
                    <a:bodyPr/>
                    <a:lstStyle/>
                    <a:p>
                      <a:r>
                        <a:rPr lang="en-IN" sz="3200"/>
                        <a:t>will write</a:t>
                      </a:r>
                    </a:p>
                  </a:txBody>
                  <a:tcPr marL="20525" marR="20525" marT="10263" marB="10263" anchor="ctr"/>
                </a:tc>
                <a:tc>
                  <a:txBody>
                    <a:bodyPr/>
                    <a:lstStyle/>
                    <a:p>
                      <a:r>
                        <a:rPr lang="en-IN" sz="3200"/>
                        <a:t>a letter.</a:t>
                      </a:r>
                    </a:p>
                  </a:txBody>
                  <a:tcPr marL="20525" marR="20525" marT="10263" marB="10263" anchor="ctr"/>
                </a:tc>
                <a:extLst>
                  <a:ext uri="{0D108BD9-81ED-4DB2-BD59-A6C34878D82A}">
                    <a16:rowId xmlns:a16="http://schemas.microsoft.com/office/drawing/2014/main" val="400130670"/>
                  </a:ext>
                </a:extLst>
              </a:tr>
              <a:tr h="728076">
                <a:tc vMerge="1">
                  <a:txBody>
                    <a:bodyPr/>
                    <a:lstStyle/>
                    <a:p>
                      <a:endParaRPr lang="en-IN"/>
                    </a:p>
                  </a:txBody>
                  <a:tcPr/>
                </a:tc>
                <a:tc>
                  <a:txBody>
                    <a:bodyPr/>
                    <a:lstStyle/>
                    <a:p>
                      <a:r>
                        <a:rPr lang="en-IN" sz="3200" i="1" dirty="0"/>
                        <a:t>Passive:</a:t>
                      </a:r>
                      <a:endParaRPr lang="en-IN" sz="3200" dirty="0"/>
                    </a:p>
                  </a:txBody>
                  <a:tcPr marL="20525" marR="20525" marT="10263" marB="10263" anchor="ctr"/>
                </a:tc>
                <a:tc>
                  <a:txBody>
                    <a:bodyPr/>
                    <a:lstStyle/>
                    <a:p>
                      <a:r>
                        <a:rPr lang="en-IN" sz="3200" b="1" dirty="0"/>
                        <a:t>A letter</a:t>
                      </a:r>
                    </a:p>
                  </a:txBody>
                  <a:tcPr marL="20525" marR="20525" marT="10263" marB="10263" anchor="ctr"/>
                </a:tc>
                <a:tc>
                  <a:txBody>
                    <a:bodyPr/>
                    <a:lstStyle/>
                    <a:p>
                      <a:r>
                        <a:rPr lang="en-IN" sz="3200" b="1" dirty="0">
                          <a:solidFill>
                            <a:srgbClr val="C00000"/>
                          </a:solidFill>
                        </a:rPr>
                        <a:t>will be written</a:t>
                      </a:r>
                    </a:p>
                  </a:txBody>
                  <a:tcPr marL="20525" marR="20525" marT="10263" marB="10263" anchor="ctr"/>
                </a:tc>
                <a:tc>
                  <a:txBody>
                    <a:bodyPr/>
                    <a:lstStyle/>
                    <a:p>
                      <a:r>
                        <a:rPr lang="en-IN" sz="3200"/>
                        <a:t>by Rita.</a:t>
                      </a:r>
                    </a:p>
                  </a:txBody>
                  <a:tcPr marL="20525" marR="20525" marT="10263" marB="10263" anchor="ctr"/>
                </a:tc>
                <a:extLst>
                  <a:ext uri="{0D108BD9-81ED-4DB2-BD59-A6C34878D82A}">
                    <a16:rowId xmlns:a16="http://schemas.microsoft.com/office/drawing/2014/main" val="3093984929"/>
                  </a:ext>
                </a:extLst>
              </a:tr>
              <a:tr h="728076">
                <a:tc rowSpan="2">
                  <a:txBody>
                    <a:bodyPr/>
                    <a:lstStyle/>
                    <a:p>
                      <a:r>
                        <a:rPr lang="en-IN" sz="3200" b="1" dirty="0">
                          <a:solidFill>
                            <a:srgbClr val="C00000"/>
                          </a:solidFill>
                        </a:rPr>
                        <a:t> can</a:t>
                      </a:r>
                      <a:endParaRPr lang="en-IN" sz="3200" dirty="0">
                        <a:solidFill>
                          <a:srgbClr val="C00000"/>
                        </a:solidFill>
                      </a:endParaRPr>
                    </a:p>
                  </a:txBody>
                  <a:tcPr marL="20525" marR="20525" marT="10263" marB="10263" anchor="ctr"/>
                </a:tc>
                <a:tc>
                  <a:txBody>
                    <a:bodyPr/>
                    <a:lstStyle/>
                    <a:p>
                      <a:r>
                        <a:rPr lang="en-IN" sz="3200" b="1" i="1" dirty="0"/>
                        <a:t>Active:</a:t>
                      </a:r>
                      <a:endParaRPr lang="en-IN" sz="3200" b="1" dirty="0"/>
                    </a:p>
                  </a:txBody>
                  <a:tcPr marL="20525" marR="20525" marT="10263" marB="10263" anchor="ctr"/>
                </a:tc>
                <a:tc>
                  <a:txBody>
                    <a:bodyPr/>
                    <a:lstStyle/>
                    <a:p>
                      <a:r>
                        <a:rPr lang="en-IN" sz="3200" dirty="0"/>
                        <a:t>Rita</a:t>
                      </a:r>
                    </a:p>
                  </a:txBody>
                  <a:tcPr marL="20525" marR="20525" marT="10263" marB="10263" anchor="ctr"/>
                </a:tc>
                <a:tc>
                  <a:txBody>
                    <a:bodyPr/>
                    <a:lstStyle/>
                    <a:p>
                      <a:r>
                        <a:rPr lang="en-IN" sz="3200" dirty="0"/>
                        <a:t>can write</a:t>
                      </a:r>
                    </a:p>
                  </a:txBody>
                  <a:tcPr marL="20525" marR="20525" marT="10263" marB="10263" anchor="ctr"/>
                </a:tc>
                <a:tc>
                  <a:txBody>
                    <a:bodyPr/>
                    <a:lstStyle/>
                    <a:p>
                      <a:r>
                        <a:rPr lang="en-IN" sz="3200" dirty="0"/>
                        <a:t>a letter.</a:t>
                      </a:r>
                    </a:p>
                  </a:txBody>
                  <a:tcPr marL="20525" marR="20525" marT="10263" marB="10263" anchor="ctr"/>
                </a:tc>
                <a:extLst>
                  <a:ext uri="{0D108BD9-81ED-4DB2-BD59-A6C34878D82A}">
                    <a16:rowId xmlns:a16="http://schemas.microsoft.com/office/drawing/2014/main" val="2182635023"/>
                  </a:ext>
                </a:extLst>
              </a:tr>
              <a:tr h="728076">
                <a:tc vMerge="1">
                  <a:txBody>
                    <a:bodyPr/>
                    <a:lstStyle/>
                    <a:p>
                      <a:endParaRPr lang="en-IN"/>
                    </a:p>
                  </a:txBody>
                  <a:tcPr/>
                </a:tc>
                <a:tc>
                  <a:txBody>
                    <a:bodyPr/>
                    <a:lstStyle/>
                    <a:p>
                      <a:r>
                        <a:rPr lang="en-IN" sz="2400" i="1"/>
                        <a:t>Passive:</a:t>
                      </a:r>
                      <a:endParaRPr lang="en-IN" sz="2400"/>
                    </a:p>
                  </a:txBody>
                  <a:tcPr marL="20525" marR="20525" marT="10263" marB="10263" anchor="ctr"/>
                </a:tc>
                <a:tc>
                  <a:txBody>
                    <a:bodyPr/>
                    <a:lstStyle/>
                    <a:p>
                      <a:r>
                        <a:rPr lang="en-IN" sz="2400"/>
                        <a:t>A letter</a:t>
                      </a:r>
                    </a:p>
                  </a:txBody>
                  <a:tcPr marL="20525" marR="20525" marT="10263" marB="10263" anchor="ctr"/>
                </a:tc>
                <a:tc>
                  <a:txBody>
                    <a:bodyPr/>
                    <a:lstStyle/>
                    <a:p>
                      <a:r>
                        <a:rPr lang="en-IN" sz="2400"/>
                        <a:t>can be written</a:t>
                      </a:r>
                    </a:p>
                  </a:txBody>
                  <a:tcPr marL="20525" marR="20525" marT="10263" marB="10263" anchor="ctr"/>
                </a:tc>
                <a:tc>
                  <a:txBody>
                    <a:bodyPr/>
                    <a:lstStyle/>
                    <a:p>
                      <a:r>
                        <a:rPr lang="en-IN" sz="2400" dirty="0"/>
                        <a:t>by Rita.</a:t>
                      </a:r>
                    </a:p>
                  </a:txBody>
                  <a:tcPr marL="20525" marR="20525" marT="10263" marB="10263" anchor="ctr"/>
                </a:tc>
                <a:extLst>
                  <a:ext uri="{0D108BD9-81ED-4DB2-BD59-A6C34878D82A}">
                    <a16:rowId xmlns:a16="http://schemas.microsoft.com/office/drawing/2014/main" val="3219461137"/>
                  </a:ext>
                </a:extLst>
              </a:tr>
            </a:tbl>
          </a:graphicData>
        </a:graphic>
      </p:graphicFrame>
    </p:spTree>
    <p:extLst>
      <p:ext uri="{BB962C8B-B14F-4D97-AF65-F5344CB8AC3E}">
        <p14:creationId xmlns:p14="http://schemas.microsoft.com/office/powerpoint/2010/main" val="3525855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998F1-DB82-190A-A8AB-F0C77D2E4FA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5B6CDCA6-C348-5D9C-B407-D43F7643D064}"/>
              </a:ext>
            </a:extLst>
          </p:cNvPr>
          <p:cNvGraphicFramePr>
            <a:graphicFrameLocks noGrp="1"/>
          </p:cNvGraphicFramePr>
          <p:nvPr>
            <p:ph idx="1"/>
            <p:extLst>
              <p:ext uri="{D42A27DB-BD31-4B8C-83A1-F6EECF244321}">
                <p14:modId xmlns:p14="http://schemas.microsoft.com/office/powerpoint/2010/main" val="304667385"/>
              </p:ext>
            </p:extLst>
          </p:nvPr>
        </p:nvGraphicFramePr>
        <p:xfrm>
          <a:off x="0" y="0"/>
          <a:ext cx="12223955"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Table 7">
            <a:extLst>
              <a:ext uri="{FF2B5EF4-FFF2-40B4-BE49-F238E27FC236}">
                <a16:creationId xmlns:a16="http://schemas.microsoft.com/office/drawing/2014/main" id="{C55581D6-35ED-C4A4-35CD-797678F73A0D}"/>
              </a:ext>
            </a:extLst>
          </p:cNvPr>
          <p:cNvGraphicFramePr>
            <a:graphicFrameLocks noGrp="1"/>
          </p:cNvGraphicFramePr>
          <p:nvPr>
            <p:extLst>
              <p:ext uri="{D42A27DB-BD31-4B8C-83A1-F6EECF244321}">
                <p14:modId xmlns:p14="http://schemas.microsoft.com/office/powerpoint/2010/main" val="957061350"/>
              </p:ext>
            </p:extLst>
          </p:nvPr>
        </p:nvGraphicFramePr>
        <p:xfrm>
          <a:off x="31955" y="1861191"/>
          <a:ext cx="12192000" cy="2490147"/>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214331247"/>
                    </a:ext>
                  </a:extLst>
                </a:gridCol>
                <a:gridCol w="2438400">
                  <a:extLst>
                    <a:ext uri="{9D8B030D-6E8A-4147-A177-3AD203B41FA5}">
                      <a16:colId xmlns:a16="http://schemas.microsoft.com/office/drawing/2014/main" val="4198627986"/>
                    </a:ext>
                  </a:extLst>
                </a:gridCol>
                <a:gridCol w="2438400">
                  <a:extLst>
                    <a:ext uri="{9D8B030D-6E8A-4147-A177-3AD203B41FA5}">
                      <a16:colId xmlns:a16="http://schemas.microsoft.com/office/drawing/2014/main" val="1662081447"/>
                    </a:ext>
                  </a:extLst>
                </a:gridCol>
                <a:gridCol w="2438400">
                  <a:extLst>
                    <a:ext uri="{9D8B030D-6E8A-4147-A177-3AD203B41FA5}">
                      <a16:colId xmlns:a16="http://schemas.microsoft.com/office/drawing/2014/main" val="1808368943"/>
                    </a:ext>
                  </a:extLst>
                </a:gridCol>
                <a:gridCol w="2438400">
                  <a:extLst>
                    <a:ext uri="{9D8B030D-6E8A-4147-A177-3AD203B41FA5}">
                      <a16:colId xmlns:a16="http://schemas.microsoft.com/office/drawing/2014/main" val="1775564931"/>
                    </a:ext>
                  </a:extLst>
                </a:gridCol>
              </a:tblGrid>
              <a:tr h="830049">
                <a:tc>
                  <a:txBody>
                    <a:bodyPr/>
                    <a:lstStyle/>
                    <a:p>
                      <a:r>
                        <a:rPr lang="en-IN" sz="3200" b="1" dirty="0">
                          <a:effectLst/>
                        </a:rPr>
                        <a:t>Subject</a:t>
                      </a:r>
                    </a:p>
                  </a:txBody>
                  <a:tcPr marL="46291" marR="46291" marT="23145" marB="23145" anchor="ctr">
                    <a:solidFill>
                      <a:srgbClr val="002060"/>
                    </a:solidFill>
                  </a:tcPr>
                </a:tc>
                <a:tc>
                  <a:txBody>
                    <a:bodyPr/>
                    <a:lstStyle/>
                    <a:p>
                      <a:r>
                        <a:rPr lang="en-IN" sz="3200" b="1" dirty="0">
                          <a:effectLst/>
                        </a:rPr>
                        <a:t>Verb</a:t>
                      </a:r>
                    </a:p>
                  </a:txBody>
                  <a:tcPr marL="46291" marR="46291" marT="23145" marB="23145" anchor="ctr">
                    <a:solidFill>
                      <a:srgbClr val="002060"/>
                    </a:solidFill>
                  </a:tcPr>
                </a:tc>
                <a:tc>
                  <a:txBody>
                    <a:bodyPr/>
                    <a:lstStyle/>
                    <a:p>
                      <a:r>
                        <a:rPr lang="en-IN" sz="3200" b="1" dirty="0">
                          <a:effectLst/>
                        </a:rPr>
                        <a:t>Object 1</a:t>
                      </a:r>
                    </a:p>
                  </a:txBody>
                  <a:tcPr marL="46291" marR="46291" marT="23145" marB="23145" anchor="ctr">
                    <a:solidFill>
                      <a:srgbClr val="002060"/>
                    </a:solidFill>
                  </a:tcPr>
                </a:tc>
                <a:tc>
                  <a:txBody>
                    <a:bodyPr/>
                    <a:lstStyle/>
                    <a:p>
                      <a:r>
                        <a:rPr lang="en-IN" sz="3200" b="1" dirty="0">
                          <a:effectLst/>
                        </a:rPr>
                        <a:t>Object 2</a:t>
                      </a:r>
                    </a:p>
                  </a:txBody>
                  <a:tcPr marL="46291" marR="46291" marT="23145" marB="23145" anchor="ctr">
                    <a:solidFill>
                      <a:srgbClr val="002060"/>
                    </a:solidFill>
                  </a:tcPr>
                </a:tc>
                <a:tc>
                  <a:txBody>
                    <a:bodyPr/>
                    <a:lstStyle/>
                    <a:p>
                      <a:endParaRPr lang="en-IN" sz="2400" dirty="0"/>
                    </a:p>
                  </a:txBody>
                  <a:tcPr marL="46291" marR="46291" marT="23145" marB="23145">
                    <a:solidFill>
                      <a:srgbClr val="002060"/>
                    </a:solidFill>
                  </a:tcPr>
                </a:tc>
                <a:extLst>
                  <a:ext uri="{0D108BD9-81ED-4DB2-BD59-A6C34878D82A}">
                    <a16:rowId xmlns:a16="http://schemas.microsoft.com/office/drawing/2014/main" val="3936869831"/>
                  </a:ext>
                </a:extLst>
              </a:tr>
              <a:tr h="830049">
                <a:tc>
                  <a:txBody>
                    <a:bodyPr/>
                    <a:lstStyle/>
                    <a:p>
                      <a:r>
                        <a:rPr lang="en-IN" sz="2400" b="1" i="1" dirty="0"/>
                        <a:t>Active:</a:t>
                      </a:r>
                      <a:endParaRPr lang="en-IN" sz="2400" b="1" dirty="0"/>
                    </a:p>
                  </a:txBody>
                  <a:tcPr marL="46291" marR="46291" marT="23145" marB="23145" anchor="ctr"/>
                </a:tc>
                <a:tc>
                  <a:txBody>
                    <a:bodyPr/>
                    <a:lstStyle/>
                    <a:p>
                      <a:r>
                        <a:rPr lang="en-IN" sz="2400"/>
                        <a:t>Rita</a:t>
                      </a:r>
                      <a:endParaRPr lang="en-IN" sz="2400" dirty="0"/>
                    </a:p>
                  </a:txBody>
                  <a:tcPr marL="46291" marR="46291" marT="23145" marB="23145" anchor="ctr"/>
                </a:tc>
                <a:tc>
                  <a:txBody>
                    <a:bodyPr/>
                    <a:lstStyle/>
                    <a:p>
                      <a:r>
                        <a:rPr lang="en-IN" sz="2400" dirty="0"/>
                        <a:t>wrote</a:t>
                      </a:r>
                    </a:p>
                  </a:txBody>
                  <a:tcPr marL="46291" marR="46291" marT="23145" marB="23145" anchor="ctr"/>
                </a:tc>
                <a:tc>
                  <a:txBody>
                    <a:bodyPr/>
                    <a:lstStyle/>
                    <a:p>
                      <a:r>
                        <a:rPr lang="en-IN" sz="2400" dirty="0"/>
                        <a:t>a letter</a:t>
                      </a:r>
                    </a:p>
                  </a:txBody>
                  <a:tcPr marL="46291" marR="46291" marT="23145" marB="23145" anchor="ctr"/>
                </a:tc>
                <a:tc>
                  <a:txBody>
                    <a:bodyPr/>
                    <a:lstStyle/>
                    <a:p>
                      <a:r>
                        <a:rPr lang="en-IN" sz="2400" dirty="0"/>
                        <a:t>to me.</a:t>
                      </a:r>
                    </a:p>
                  </a:txBody>
                  <a:tcPr marL="46291" marR="46291" marT="23145" marB="23145" anchor="ctr"/>
                </a:tc>
                <a:extLst>
                  <a:ext uri="{0D108BD9-81ED-4DB2-BD59-A6C34878D82A}">
                    <a16:rowId xmlns:a16="http://schemas.microsoft.com/office/drawing/2014/main" val="1611080885"/>
                  </a:ext>
                </a:extLst>
              </a:tr>
              <a:tr h="830049">
                <a:tc>
                  <a:txBody>
                    <a:bodyPr/>
                    <a:lstStyle/>
                    <a:p>
                      <a:r>
                        <a:rPr lang="en-IN" sz="2400" i="1"/>
                        <a:t>Passive:</a:t>
                      </a:r>
                      <a:endParaRPr lang="en-IN" sz="2400"/>
                    </a:p>
                  </a:txBody>
                  <a:tcPr marL="46291" marR="46291" marT="23145" marB="23145" anchor="ctr"/>
                </a:tc>
                <a:tc>
                  <a:txBody>
                    <a:bodyPr/>
                    <a:lstStyle/>
                    <a:p>
                      <a:r>
                        <a:rPr lang="en-IN" sz="2400"/>
                        <a:t>A letter</a:t>
                      </a:r>
                    </a:p>
                  </a:txBody>
                  <a:tcPr marL="46291" marR="46291" marT="23145" marB="23145" anchor="ctr"/>
                </a:tc>
                <a:tc>
                  <a:txBody>
                    <a:bodyPr/>
                    <a:lstStyle/>
                    <a:p>
                      <a:r>
                        <a:rPr lang="en-IN" sz="2400"/>
                        <a:t>was written</a:t>
                      </a:r>
                      <a:endParaRPr lang="en-IN" sz="2400" dirty="0"/>
                    </a:p>
                  </a:txBody>
                  <a:tcPr marL="46291" marR="46291" marT="23145" marB="23145" anchor="ctr"/>
                </a:tc>
                <a:tc>
                  <a:txBody>
                    <a:bodyPr/>
                    <a:lstStyle/>
                    <a:p>
                      <a:r>
                        <a:rPr lang="en-IN" sz="2400"/>
                        <a:t>to me</a:t>
                      </a:r>
                      <a:endParaRPr lang="en-IN" sz="2400" dirty="0"/>
                    </a:p>
                  </a:txBody>
                  <a:tcPr marL="46291" marR="46291" marT="23145" marB="23145" anchor="ctr"/>
                </a:tc>
                <a:tc>
                  <a:txBody>
                    <a:bodyPr/>
                    <a:lstStyle/>
                    <a:p>
                      <a:r>
                        <a:rPr lang="en-IN" sz="2400" dirty="0"/>
                        <a:t>by Rita.</a:t>
                      </a:r>
                    </a:p>
                  </a:txBody>
                  <a:tcPr marL="46291" marR="46291" marT="23145" marB="23145" anchor="ctr"/>
                </a:tc>
                <a:extLst>
                  <a:ext uri="{0D108BD9-81ED-4DB2-BD59-A6C34878D82A}">
                    <a16:rowId xmlns:a16="http://schemas.microsoft.com/office/drawing/2014/main" val="2592609041"/>
                  </a:ext>
                </a:extLst>
              </a:tr>
            </a:tbl>
          </a:graphicData>
        </a:graphic>
      </p:graphicFrame>
      <p:graphicFrame>
        <p:nvGraphicFramePr>
          <p:cNvPr id="9" name="Table 8">
            <a:extLst>
              <a:ext uri="{FF2B5EF4-FFF2-40B4-BE49-F238E27FC236}">
                <a16:creationId xmlns:a16="http://schemas.microsoft.com/office/drawing/2014/main" id="{D9E9E9EC-719D-26A6-519A-2719B387F568}"/>
              </a:ext>
            </a:extLst>
          </p:cNvPr>
          <p:cNvGraphicFramePr>
            <a:graphicFrameLocks noGrp="1"/>
          </p:cNvGraphicFramePr>
          <p:nvPr>
            <p:extLst>
              <p:ext uri="{D42A27DB-BD31-4B8C-83A1-F6EECF244321}">
                <p14:modId xmlns:p14="http://schemas.microsoft.com/office/powerpoint/2010/main" val="3769834496"/>
              </p:ext>
            </p:extLst>
          </p:nvPr>
        </p:nvGraphicFramePr>
        <p:xfrm>
          <a:off x="31955" y="4237704"/>
          <a:ext cx="12192000" cy="1504335"/>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164197757"/>
                    </a:ext>
                  </a:extLst>
                </a:gridCol>
                <a:gridCol w="2438400">
                  <a:extLst>
                    <a:ext uri="{9D8B030D-6E8A-4147-A177-3AD203B41FA5}">
                      <a16:colId xmlns:a16="http://schemas.microsoft.com/office/drawing/2014/main" val="2496429892"/>
                    </a:ext>
                  </a:extLst>
                </a:gridCol>
                <a:gridCol w="2438400">
                  <a:extLst>
                    <a:ext uri="{9D8B030D-6E8A-4147-A177-3AD203B41FA5}">
                      <a16:colId xmlns:a16="http://schemas.microsoft.com/office/drawing/2014/main" val="1171114487"/>
                    </a:ext>
                  </a:extLst>
                </a:gridCol>
                <a:gridCol w="2438400">
                  <a:extLst>
                    <a:ext uri="{9D8B030D-6E8A-4147-A177-3AD203B41FA5}">
                      <a16:colId xmlns:a16="http://schemas.microsoft.com/office/drawing/2014/main" val="894027476"/>
                    </a:ext>
                  </a:extLst>
                </a:gridCol>
                <a:gridCol w="2438400">
                  <a:extLst>
                    <a:ext uri="{9D8B030D-6E8A-4147-A177-3AD203B41FA5}">
                      <a16:colId xmlns:a16="http://schemas.microsoft.com/office/drawing/2014/main" val="3030057534"/>
                    </a:ext>
                  </a:extLst>
                </a:gridCol>
              </a:tblGrid>
              <a:tr h="1504335">
                <a:tc>
                  <a:txBody>
                    <a:bodyPr/>
                    <a:lstStyle/>
                    <a:p>
                      <a:r>
                        <a:rPr lang="en-IN" sz="2400" i="1" dirty="0">
                          <a:solidFill>
                            <a:schemeClr val="bg1"/>
                          </a:solidFill>
                        </a:rPr>
                        <a:t>Passive:</a:t>
                      </a:r>
                      <a:endParaRPr lang="en-IN" sz="2400" dirty="0">
                        <a:solidFill>
                          <a:schemeClr val="bg1"/>
                        </a:solidFill>
                      </a:endParaRPr>
                    </a:p>
                  </a:txBody>
                  <a:tcPr marL="46291" marR="46291" marT="23145" marB="23145" anchor="ctr">
                    <a:solidFill>
                      <a:srgbClr val="002060"/>
                    </a:solidFill>
                  </a:tcPr>
                </a:tc>
                <a:tc>
                  <a:txBody>
                    <a:bodyPr/>
                    <a:lstStyle/>
                    <a:p>
                      <a:r>
                        <a:rPr lang="en-IN" sz="2400" dirty="0">
                          <a:solidFill>
                            <a:schemeClr val="bg1"/>
                          </a:solidFill>
                        </a:rPr>
                        <a:t>A letter</a:t>
                      </a:r>
                    </a:p>
                  </a:txBody>
                  <a:tcPr marL="46291" marR="46291" marT="23145" marB="23145" anchor="ctr">
                    <a:solidFill>
                      <a:srgbClr val="002060"/>
                    </a:solidFill>
                  </a:tcPr>
                </a:tc>
                <a:tc>
                  <a:txBody>
                    <a:bodyPr/>
                    <a:lstStyle/>
                    <a:p>
                      <a:r>
                        <a:rPr lang="en-IN" sz="2400" dirty="0">
                          <a:solidFill>
                            <a:schemeClr val="bg1"/>
                          </a:solidFill>
                        </a:rPr>
                        <a:t>was written</a:t>
                      </a:r>
                    </a:p>
                  </a:txBody>
                  <a:tcPr marL="46291" marR="46291" marT="23145" marB="23145" anchor="ctr">
                    <a:solidFill>
                      <a:srgbClr val="002060"/>
                    </a:solidFill>
                  </a:tcPr>
                </a:tc>
                <a:tc>
                  <a:txBody>
                    <a:bodyPr/>
                    <a:lstStyle/>
                    <a:p>
                      <a:r>
                        <a:rPr lang="en-IN" sz="2400" dirty="0">
                          <a:solidFill>
                            <a:schemeClr val="bg1"/>
                          </a:solidFill>
                        </a:rPr>
                        <a:t>to me</a:t>
                      </a:r>
                    </a:p>
                  </a:txBody>
                  <a:tcPr marL="46291" marR="46291" marT="23145" marB="23145" anchor="ctr">
                    <a:solidFill>
                      <a:srgbClr val="002060"/>
                    </a:solidFill>
                  </a:tcPr>
                </a:tc>
                <a:tc>
                  <a:txBody>
                    <a:bodyPr/>
                    <a:lstStyle/>
                    <a:p>
                      <a:r>
                        <a:rPr lang="en-IN" sz="2400" dirty="0">
                          <a:solidFill>
                            <a:schemeClr val="bg1"/>
                          </a:solidFill>
                        </a:rPr>
                        <a:t>by Rita.</a:t>
                      </a:r>
                    </a:p>
                  </a:txBody>
                  <a:tcPr marL="46291" marR="46291" marT="23145" marB="23145" anchor="ctr">
                    <a:solidFill>
                      <a:srgbClr val="002060"/>
                    </a:solidFill>
                  </a:tcPr>
                </a:tc>
                <a:extLst>
                  <a:ext uri="{0D108BD9-81ED-4DB2-BD59-A6C34878D82A}">
                    <a16:rowId xmlns:a16="http://schemas.microsoft.com/office/drawing/2014/main" val="1890062282"/>
                  </a:ext>
                </a:extLst>
              </a:tr>
            </a:tbl>
          </a:graphicData>
        </a:graphic>
      </p:graphicFrame>
      <p:graphicFrame>
        <p:nvGraphicFramePr>
          <p:cNvPr id="10" name="Table 9">
            <a:extLst>
              <a:ext uri="{FF2B5EF4-FFF2-40B4-BE49-F238E27FC236}">
                <a16:creationId xmlns:a16="http://schemas.microsoft.com/office/drawing/2014/main" id="{E0B95631-6A0D-8329-65C7-C78B0EDCBD14}"/>
              </a:ext>
            </a:extLst>
          </p:cNvPr>
          <p:cNvGraphicFramePr>
            <a:graphicFrameLocks noGrp="1"/>
          </p:cNvGraphicFramePr>
          <p:nvPr>
            <p:extLst>
              <p:ext uri="{D42A27DB-BD31-4B8C-83A1-F6EECF244321}">
                <p14:modId xmlns:p14="http://schemas.microsoft.com/office/powerpoint/2010/main" val="2866202145"/>
              </p:ext>
            </p:extLst>
          </p:nvPr>
        </p:nvGraphicFramePr>
        <p:xfrm>
          <a:off x="31955" y="5742039"/>
          <a:ext cx="12192000" cy="985812"/>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124221701"/>
                    </a:ext>
                  </a:extLst>
                </a:gridCol>
                <a:gridCol w="2438400">
                  <a:extLst>
                    <a:ext uri="{9D8B030D-6E8A-4147-A177-3AD203B41FA5}">
                      <a16:colId xmlns:a16="http://schemas.microsoft.com/office/drawing/2014/main" val="2528983274"/>
                    </a:ext>
                  </a:extLst>
                </a:gridCol>
                <a:gridCol w="2438400">
                  <a:extLst>
                    <a:ext uri="{9D8B030D-6E8A-4147-A177-3AD203B41FA5}">
                      <a16:colId xmlns:a16="http://schemas.microsoft.com/office/drawing/2014/main" val="2522973715"/>
                    </a:ext>
                  </a:extLst>
                </a:gridCol>
                <a:gridCol w="2438400">
                  <a:extLst>
                    <a:ext uri="{9D8B030D-6E8A-4147-A177-3AD203B41FA5}">
                      <a16:colId xmlns:a16="http://schemas.microsoft.com/office/drawing/2014/main" val="3470659149"/>
                    </a:ext>
                  </a:extLst>
                </a:gridCol>
                <a:gridCol w="2438400">
                  <a:extLst>
                    <a:ext uri="{9D8B030D-6E8A-4147-A177-3AD203B41FA5}">
                      <a16:colId xmlns:a16="http://schemas.microsoft.com/office/drawing/2014/main" val="4220696031"/>
                    </a:ext>
                  </a:extLst>
                </a:gridCol>
              </a:tblGrid>
              <a:tr h="985812">
                <a:tc>
                  <a:txBody>
                    <a:bodyPr/>
                    <a:lstStyle/>
                    <a:p>
                      <a:r>
                        <a:rPr lang="en-IN" sz="2800" i="1" dirty="0">
                          <a:solidFill>
                            <a:schemeClr val="bg1"/>
                          </a:solidFill>
                        </a:rPr>
                        <a:t>Passive:</a:t>
                      </a:r>
                      <a:endParaRPr lang="en-IN" sz="2800" dirty="0">
                        <a:solidFill>
                          <a:schemeClr val="bg1"/>
                        </a:solidFill>
                      </a:endParaRPr>
                    </a:p>
                  </a:txBody>
                  <a:tcPr marL="46291" marR="46291" marT="23145" marB="23145" anchor="ctr"/>
                </a:tc>
                <a:tc>
                  <a:txBody>
                    <a:bodyPr/>
                    <a:lstStyle/>
                    <a:p>
                      <a:r>
                        <a:rPr lang="en-IN" sz="2800">
                          <a:solidFill>
                            <a:schemeClr val="bg1"/>
                          </a:solidFill>
                        </a:rPr>
                        <a:t>I</a:t>
                      </a:r>
                    </a:p>
                  </a:txBody>
                  <a:tcPr marL="46291" marR="46291" marT="23145" marB="23145" anchor="ctr"/>
                </a:tc>
                <a:tc>
                  <a:txBody>
                    <a:bodyPr/>
                    <a:lstStyle/>
                    <a:p>
                      <a:r>
                        <a:rPr lang="en-IN" sz="2800" dirty="0">
                          <a:solidFill>
                            <a:schemeClr val="bg1"/>
                          </a:solidFill>
                        </a:rPr>
                        <a:t>was written</a:t>
                      </a:r>
                    </a:p>
                  </a:txBody>
                  <a:tcPr marL="46291" marR="46291" marT="23145" marB="23145" anchor="ctr"/>
                </a:tc>
                <a:tc>
                  <a:txBody>
                    <a:bodyPr/>
                    <a:lstStyle/>
                    <a:p>
                      <a:r>
                        <a:rPr lang="en-IN" sz="2800">
                          <a:solidFill>
                            <a:schemeClr val="bg1"/>
                          </a:solidFill>
                        </a:rPr>
                        <a:t>a letter</a:t>
                      </a:r>
                      <a:endParaRPr lang="en-IN" sz="2800" dirty="0">
                        <a:solidFill>
                          <a:schemeClr val="bg1"/>
                        </a:solidFill>
                      </a:endParaRPr>
                    </a:p>
                  </a:txBody>
                  <a:tcPr marL="46291" marR="46291" marT="23145" marB="23145" anchor="ctr"/>
                </a:tc>
                <a:tc>
                  <a:txBody>
                    <a:bodyPr/>
                    <a:lstStyle/>
                    <a:p>
                      <a:r>
                        <a:rPr lang="en-IN" sz="2800" dirty="0">
                          <a:solidFill>
                            <a:schemeClr val="bg1"/>
                          </a:solidFill>
                        </a:rPr>
                        <a:t>by Rita.</a:t>
                      </a:r>
                    </a:p>
                  </a:txBody>
                  <a:tcPr marL="46291" marR="46291" marT="23145" marB="23145" anchor="ctr"/>
                </a:tc>
                <a:extLst>
                  <a:ext uri="{0D108BD9-81ED-4DB2-BD59-A6C34878D82A}">
                    <a16:rowId xmlns:a16="http://schemas.microsoft.com/office/drawing/2014/main" val="3453056226"/>
                  </a:ext>
                </a:extLst>
              </a:tr>
            </a:tbl>
          </a:graphicData>
        </a:graphic>
      </p:graphicFrame>
    </p:spTree>
    <p:extLst>
      <p:ext uri="{BB962C8B-B14F-4D97-AF65-F5344CB8AC3E}">
        <p14:creationId xmlns:p14="http://schemas.microsoft.com/office/powerpoint/2010/main" val="4097773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CED45-F1BE-0323-1C28-285ADC9E04A5}"/>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D2EBFC51-6732-EB81-F200-7C9EE95856FC}"/>
              </a:ext>
            </a:extLst>
          </p:cNvPr>
          <p:cNvGraphicFramePr>
            <a:graphicFrameLocks noGrp="1"/>
          </p:cNvGraphicFramePr>
          <p:nvPr>
            <p:ph idx="1"/>
            <p:extLst>
              <p:ext uri="{D42A27DB-BD31-4B8C-83A1-F6EECF244321}">
                <p14:modId xmlns:p14="http://schemas.microsoft.com/office/powerpoint/2010/main" val="1303735299"/>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8812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D88A9-465B-BB4C-6F43-A6C599ABC720}"/>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6ADE66A7-CEB8-AA9D-6BC9-FCF5936D85D8}"/>
              </a:ext>
            </a:extLst>
          </p:cNvPr>
          <p:cNvGraphicFramePr>
            <a:graphicFrameLocks noGrp="1"/>
          </p:cNvGraphicFramePr>
          <p:nvPr>
            <p:ph idx="1"/>
            <p:extLst>
              <p:ext uri="{D42A27DB-BD31-4B8C-83A1-F6EECF244321}">
                <p14:modId xmlns:p14="http://schemas.microsoft.com/office/powerpoint/2010/main" val="1807960545"/>
              </p:ext>
            </p:extLst>
          </p:nvPr>
        </p:nvGraphicFramePr>
        <p:xfrm>
          <a:off x="-127819" y="0"/>
          <a:ext cx="12319819"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5834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6A591718-7796-B6D3-8C16-33B7F1B4410F}"/>
              </a:ext>
            </a:extLst>
          </p:cNvPr>
          <p:cNvGraphicFramePr>
            <a:graphicFrameLocks noGrp="1"/>
          </p:cNvGraphicFramePr>
          <p:nvPr>
            <p:ph idx="1"/>
            <p:extLst>
              <p:ext uri="{D42A27DB-BD31-4B8C-83A1-F6EECF244321}">
                <p14:modId xmlns:p14="http://schemas.microsoft.com/office/powerpoint/2010/main" val="1055883318"/>
              </p:ext>
            </p:extLst>
          </p:nvPr>
        </p:nvGraphicFramePr>
        <p:xfrm>
          <a:off x="0" y="0"/>
          <a:ext cx="12192000" cy="6971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0200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206062" y="3016210"/>
            <a:ext cx="114928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Arial" panose="020B0604020202020204" pitchFamily="34" charset="0"/>
              </a:rPr>
              <a:t>, </a:t>
            </a:r>
          </a:p>
        </p:txBody>
      </p:sp>
      <p:graphicFrame>
        <p:nvGraphicFramePr>
          <p:cNvPr id="2" name="Diagram 1">
            <a:extLst>
              <a:ext uri="{FF2B5EF4-FFF2-40B4-BE49-F238E27FC236}">
                <a16:creationId xmlns:a16="http://schemas.microsoft.com/office/drawing/2014/main" id="{CC96C2C2-9EB0-F698-319F-1D308831D266}"/>
              </a:ext>
            </a:extLst>
          </p:cNvPr>
          <p:cNvGraphicFramePr/>
          <p:nvPr>
            <p:extLst>
              <p:ext uri="{D42A27DB-BD31-4B8C-83A1-F6EECF244321}">
                <p14:modId xmlns:p14="http://schemas.microsoft.com/office/powerpoint/2010/main" val="244238334"/>
              </p:ext>
            </p:extLst>
          </p:nvPr>
        </p:nvGraphicFramePr>
        <p:xfrm>
          <a:off x="68826" y="0"/>
          <a:ext cx="12123174"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7149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64E93-B98F-2C90-723C-F7BF6C618F5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71FF2EC7-4BC8-36EB-6739-D519AE04EE07}"/>
              </a:ext>
            </a:extLst>
          </p:cNvPr>
          <p:cNvGraphicFramePr>
            <a:graphicFrameLocks noGrp="1"/>
          </p:cNvGraphicFramePr>
          <p:nvPr>
            <p:ph idx="1"/>
            <p:extLst>
              <p:ext uri="{D42A27DB-BD31-4B8C-83A1-F6EECF244321}">
                <p14:modId xmlns:p14="http://schemas.microsoft.com/office/powerpoint/2010/main" val="23992141"/>
              </p:ext>
            </p:extLst>
          </p:nvPr>
        </p:nvGraphicFramePr>
        <p:xfrm>
          <a:off x="838200" y="186812"/>
          <a:ext cx="11353800" cy="66711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47189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1F0A9-B5CE-A72C-3876-FC96F22BAF9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3779EE53-A8F9-6BC9-85C2-360F06DC7108}"/>
              </a:ext>
            </a:extLst>
          </p:cNvPr>
          <p:cNvGraphicFramePr>
            <a:graphicFrameLocks noGrp="1"/>
          </p:cNvGraphicFramePr>
          <p:nvPr>
            <p:ph idx="1"/>
            <p:extLst>
              <p:ext uri="{D42A27DB-BD31-4B8C-83A1-F6EECF244321}">
                <p14:modId xmlns:p14="http://schemas.microsoft.com/office/powerpoint/2010/main" val="2508301690"/>
              </p:ext>
            </p:extLst>
          </p:nvPr>
        </p:nvGraphicFramePr>
        <p:xfrm>
          <a:off x="0" y="0"/>
          <a:ext cx="12192000" cy="701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2447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2DEFA-A506-CFE1-1334-CF8DA20B93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66711-F26C-826A-5D07-CE68AD77215A}"/>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FEE3C506-0F9A-B85D-718D-E11D5D457A3D}"/>
              </a:ext>
            </a:extLst>
          </p:cNvPr>
          <p:cNvGraphicFramePr>
            <a:graphicFrameLocks noGrp="1"/>
          </p:cNvGraphicFramePr>
          <p:nvPr>
            <p:ph idx="1"/>
            <p:extLst>
              <p:ext uri="{D42A27DB-BD31-4B8C-83A1-F6EECF244321}">
                <p14:modId xmlns:p14="http://schemas.microsoft.com/office/powerpoint/2010/main" val="2884765223"/>
              </p:ext>
            </p:extLst>
          </p:nvPr>
        </p:nvGraphicFramePr>
        <p:xfrm>
          <a:off x="0" y="0"/>
          <a:ext cx="12192000" cy="701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2757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8C0C4-D0C0-093C-DDC8-30EF1A6D2157}"/>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399F15C9-CE59-E702-ACA7-500A260951FA}"/>
              </a:ext>
            </a:extLst>
          </p:cNvPr>
          <p:cNvGraphicFramePr>
            <a:graphicFrameLocks noGrp="1"/>
          </p:cNvGraphicFramePr>
          <p:nvPr>
            <p:ph idx="1"/>
            <p:extLst>
              <p:ext uri="{D42A27DB-BD31-4B8C-83A1-F6EECF244321}">
                <p14:modId xmlns:p14="http://schemas.microsoft.com/office/powerpoint/2010/main" val="459204554"/>
              </p:ext>
            </p:extLst>
          </p:nvPr>
        </p:nvGraphicFramePr>
        <p:xfrm>
          <a:off x="108155" y="0"/>
          <a:ext cx="12083845" cy="67645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3809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A1725-3F2E-CED5-3581-5F20AA37D9B6}"/>
              </a:ext>
            </a:extLst>
          </p:cNvPr>
          <p:cNvSpPr>
            <a:spLocks noGrp="1"/>
          </p:cNvSpPr>
          <p:nvPr>
            <p:ph type="title"/>
          </p:nvPr>
        </p:nvSpPr>
        <p:spPr/>
        <p:txBody>
          <a:bodyPr/>
          <a:lstStyle/>
          <a:p>
            <a:endParaRPr lang="en-IN" dirty="0"/>
          </a:p>
        </p:txBody>
      </p:sp>
      <p:graphicFrame>
        <p:nvGraphicFramePr>
          <p:cNvPr id="4" name="Content Placeholder 3">
            <a:extLst>
              <a:ext uri="{FF2B5EF4-FFF2-40B4-BE49-F238E27FC236}">
                <a16:creationId xmlns:a16="http://schemas.microsoft.com/office/drawing/2014/main" id="{C3193F41-35D9-8289-7E8A-D0913DAFDB71}"/>
              </a:ext>
            </a:extLst>
          </p:cNvPr>
          <p:cNvGraphicFramePr>
            <a:graphicFrameLocks noGrp="1"/>
          </p:cNvGraphicFramePr>
          <p:nvPr>
            <p:ph idx="1"/>
            <p:extLst>
              <p:ext uri="{D42A27DB-BD31-4B8C-83A1-F6EECF244321}">
                <p14:modId xmlns:p14="http://schemas.microsoft.com/office/powerpoint/2010/main" val="727463942"/>
              </p:ext>
            </p:extLst>
          </p:nvPr>
        </p:nvGraphicFramePr>
        <p:xfrm>
          <a:off x="117987" y="0"/>
          <a:ext cx="12074013"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1845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EF42B-F679-CC10-DE83-F0C2F9895DFF}"/>
              </a:ext>
            </a:extLst>
          </p:cNvPr>
          <p:cNvSpPr>
            <a:spLocks noGrp="1"/>
          </p:cNvSpPr>
          <p:nvPr>
            <p:ph type="title"/>
          </p:nvPr>
        </p:nvSpPr>
        <p:spPr/>
        <p:txBody>
          <a:bodyPr>
            <a:normAutofit fontScale="90000"/>
          </a:bodyPr>
          <a:lstStyle/>
          <a:p>
            <a:r>
              <a:rPr lang="en-IN" b="1" dirty="0">
                <a:solidFill>
                  <a:srgbClr val="FF0000"/>
                </a:solidFill>
              </a:rPr>
              <a:t>Some verbs</a:t>
            </a:r>
            <a:r>
              <a:rPr lang="en-IN" b="1" dirty="0"/>
              <a:t> very frequently used in the passive are </a:t>
            </a:r>
            <a:r>
              <a:rPr lang="en-IN" b="1" dirty="0">
                <a:solidFill>
                  <a:srgbClr val="FF0000"/>
                </a:solidFill>
              </a:rPr>
              <a:t>followed</a:t>
            </a:r>
            <a:r>
              <a:rPr lang="en-IN" b="1" dirty="0"/>
              <a:t> by the </a:t>
            </a:r>
            <a:r>
              <a:rPr lang="en-IN" b="1" dirty="0">
                <a:solidFill>
                  <a:srgbClr val="FF0000"/>
                </a:solidFill>
              </a:rPr>
              <a:t>to-infinitive</a:t>
            </a:r>
            <a:br>
              <a:rPr lang="en-IN" dirty="0"/>
            </a:br>
            <a:endParaRPr lang="en-IN" dirty="0"/>
          </a:p>
        </p:txBody>
      </p:sp>
      <p:graphicFrame>
        <p:nvGraphicFramePr>
          <p:cNvPr id="7" name="Content Placeholder 6">
            <a:extLst>
              <a:ext uri="{FF2B5EF4-FFF2-40B4-BE49-F238E27FC236}">
                <a16:creationId xmlns:a16="http://schemas.microsoft.com/office/drawing/2014/main" id="{D5E81468-BC2D-3100-47E4-FCDFAF6316F2}"/>
              </a:ext>
            </a:extLst>
          </p:cNvPr>
          <p:cNvGraphicFramePr>
            <a:graphicFrameLocks noGrp="1"/>
          </p:cNvGraphicFramePr>
          <p:nvPr>
            <p:ph idx="1"/>
            <p:extLst>
              <p:ext uri="{D42A27DB-BD31-4B8C-83A1-F6EECF244321}">
                <p14:modId xmlns:p14="http://schemas.microsoft.com/office/powerpoint/2010/main" val="728826110"/>
              </p:ext>
            </p:extLst>
          </p:nvPr>
        </p:nvGraphicFramePr>
        <p:xfrm>
          <a:off x="265472" y="1297858"/>
          <a:ext cx="11670891" cy="4198372"/>
        </p:xfrm>
        <a:graphic>
          <a:graphicData uri="http://schemas.openxmlformats.org/drawingml/2006/table">
            <a:tbl>
              <a:tblPr firstRow="1" bandRow="1">
                <a:tableStyleId>{5C22544A-7EE6-4342-B048-85BDC9FD1C3A}</a:tableStyleId>
              </a:tblPr>
              <a:tblGrid>
                <a:gridCol w="3890297">
                  <a:extLst>
                    <a:ext uri="{9D8B030D-6E8A-4147-A177-3AD203B41FA5}">
                      <a16:colId xmlns:a16="http://schemas.microsoft.com/office/drawing/2014/main" val="4021431584"/>
                    </a:ext>
                  </a:extLst>
                </a:gridCol>
                <a:gridCol w="3890297">
                  <a:extLst>
                    <a:ext uri="{9D8B030D-6E8A-4147-A177-3AD203B41FA5}">
                      <a16:colId xmlns:a16="http://schemas.microsoft.com/office/drawing/2014/main" val="1487476724"/>
                    </a:ext>
                  </a:extLst>
                </a:gridCol>
                <a:gridCol w="3890297">
                  <a:extLst>
                    <a:ext uri="{9D8B030D-6E8A-4147-A177-3AD203B41FA5}">
                      <a16:colId xmlns:a16="http://schemas.microsoft.com/office/drawing/2014/main" val="3421566526"/>
                    </a:ext>
                  </a:extLst>
                </a:gridCol>
              </a:tblGrid>
              <a:tr h="1109145">
                <a:tc>
                  <a:txBody>
                    <a:bodyPr/>
                    <a:lstStyle/>
                    <a:p>
                      <a:r>
                        <a:rPr lang="en-IN" sz="3600" dirty="0"/>
                        <a:t>be supposed to</a:t>
                      </a:r>
                    </a:p>
                  </a:txBody>
                  <a:tcPr marL="9525" marR="9525" marT="9525" marB="9525" anchor="ctr"/>
                </a:tc>
                <a:tc>
                  <a:txBody>
                    <a:bodyPr/>
                    <a:lstStyle/>
                    <a:p>
                      <a:r>
                        <a:rPr lang="en-IN" sz="3600"/>
                        <a:t>be expected to</a:t>
                      </a:r>
                    </a:p>
                  </a:txBody>
                  <a:tcPr marL="9525" marR="9525" marT="9525" marB="9525" anchor="ctr"/>
                </a:tc>
                <a:tc>
                  <a:txBody>
                    <a:bodyPr/>
                    <a:lstStyle/>
                    <a:p>
                      <a:r>
                        <a:rPr lang="en-IN" sz="3600"/>
                        <a:t>be asked to</a:t>
                      </a:r>
                    </a:p>
                  </a:txBody>
                  <a:tcPr marL="9525" marR="9525" marT="9525" marB="9525" anchor="ctr"/>
                </a:tc>
                <a:extLst>
                  <a:ext uri="{0D108BD9-81ED-4DB2-BD59-A6C34878D82A}">
                    <a16:rowId xmlns:a16="http://schemas.microsoft.com/office/drawing/2014/main" val="2540419761"/>
                  </a:ext>
                </a:extLst>
              </a:tr>
              <a:tr h="1109145">
                <a:tc>
                  <a:txBody>
                    <a:bodyPr/>
                    <a:lstStyle/>
                    <a:p>
                      <a:r>
                        <a:rPr lang="en-IN" sz="3600"/>
                        <a:t>be scheduled to</a:t>
                      </a:r>
                    </a:p>
                  </a:txBody>
                  <a:tcPr marL="9525" marR="9525" marT="9525" marB="9525" anchor="ctr"/>
                </a:tc>
                <a:tc>
                  <a:txBody>
                    <a:bodyPr/>
                    <a:lstStyle/>
                    <a:p>
                      <a:r>
                        <a:rPr lang="en-IN" sz="3600" dirty="0"/>
                        <a:t>be allowed to</a:t>
                      </a:r>
                    </a:p>
                  </a:txBody>
                  <a:tcPr marL="9525" marR="9525" marT="9525" marB="9525" anchor="ctr"/>
                </a:tc>
                <a:tc>
                  <a:txBody>
                    <a:bodyPr/>
                    <a:lstStyle/>
                    <a:p>
                      <a:r>
                        <a:rPr lang="en-IN" sz="3600" dirty="0"/>
                        <a:t>be told to</a:t>
                      </a:r>
                    </a:p>
                  </a:txBody>
                  <a:tcPr marL="9525" marR="9525" marT="9525" marB="9525" anchor="ctr"/>
                </a:tc>
                <a:extLst>
                  <a:ext uri="{0D108BD9-81ED-4DB2-BD59-A6C34878D82A}">
                    <a16:rowId xmlns:a16="http://schemas.microsoft.com/office/drawing/2014/main" val="976923260"/>
                  </a:ext>
                </a:extLst>
              </a:tr>
              <a:tr h="990041">
                <a:tc>
                  <a:txBody>
                    <a:bodyPr/>
                    <a:lstStyle/>
                    <a:p>
                      <a:r>
                        <a:rPr lang="en-IN" sz="3200" dirty="0"/>
                        <a:t>be supposed to</a:t>
                      </a:r>
                    </a:p>
                  </a:txBody>
                  <a:tcPr marL="9525" marR="9525" marT="9525" marB="9525" anchor="ctr"/>
                </a:tc>
                <a:tc>
                  <a:txBody>
                    <a:bodyPr/>
                    <a:lstStyle/>
                    <a:p>
                      <a:r>
                        <a:rPr lang="en-IN" sz="3200"/>
                        <a:t>be expected to</a:t>
                      </a:r>
                    </a:p>
                  </a:txBody>
                  <a:tcPr marL="9525" marR="9525" marT="9525" marB="9525" anchor="ctr"/>
                </a:tc>
                <a:tc>
                  <a:txBody>
                    <a:bodyPr/>
                    <a:lstStyle/>
                    <a:p>
                      <a:r>
                        <a:rPr lang="en-IN" sz="3200"/>
                        <a:t>be asked to</a:t>
                      </a:r>
                    </a:p>
                  </a:txBody>
                  <a:tcPr marL="9525" marR="9525" marT="9525" marB="9525" anchor="ctr"/>
                </a:tc>
                <a:extLst>
                  <a:ext uri="{0D108BD9-81ED-4DB2-BD59-A6C34878D82A}">
                    <a16:rowId xmlns:a16="http://schemas.microsoft.com/office/drawing/2014/main" val="2373023667"/>
                  </a:ext>
                </a:extLst>
              </a:tr>
              <a:tr h="990041">
                <a:tc>
                  <a:txBody>
                    <a:bodyPr/>
                    <a:lstStyle/>
                    <a:p>
                      <a:endParaRPr lang="en-IN" sz="3200" dirty="0"/>
                    </a:p>
                  </a:txBody>
                  <a:tcPr marL="9525" marR="9525" marT="9525" marB="9525" anchor="ctr"/>
                </a:tc>
                <a:tc>
                  <a:txBody>
                    <a:bodyPr/>
                    <a:lstStyle/>
                    <a:p>
                      <a:endParaRPr lang="en-IN" sz="3200" dirty="0"/>
                    </a:p>
                  </a:txBody>
                  <a:tcPr marL="9525" marR="9525" marT="9525" marB="9525" anchor="ctr"/>
                </a:tc>
                <a:tc>
                  <a:txBody>
                    <a:bodyPr/>
                    <a:lstStyle/>
                    <a:p>
                      <a:endParaRPr lang="en-IN" sz="3200" dirty="0"/>
                    </a:p>
                  </a:txBody>
                  <a:tcPr marL="9525" marR="9525" marT="9525" marB="9525" anchor="ctr"/>
                </a:tc>
                <a:extLst>
                  <a:ext uri="{0D108BD9-81ED-4DB2-BD59-A6C34878D82A}">
                    <a16:rowId xmlns:a16="http://schemas.microsoft.com/office/drawing/2014/main" val="641435778"/>
                  </a:ext>
                </a:extLst>
              </a:tr>
            </a:tbl>
          </a:graphicData>
        </a:graphic>
      </p:graphicFrame>
      <p:sp>
        <p:nvSpPr>
          <p:cNvPr id="4" name="TextBox 3">
            <a:extLst>
              <a:ext uri="{FF2B5EF4-FFF2-40B4-BE49-F238E27FC236}">
                <a16:creationId xmlns:a16="http://schemas.microsoft.com/office/drawing/2014/main" id="{6793BA6B-495A-03B9-2090-9775C3DC2DC8}"/>
              </a:ext>
            </a:extLst>
          </p:cNvPr>
          <p:cNvSpPr txBox="1"/>
          <p:nvPr/>
        </p:nvSpPr>
        <p:spPr>
          <a:xfrm>
            <a:off x="511277" y="5560142"/>
            <a:ext cx="11425085" cy="1200329"/>
          </a:xfrm>
          <a:prstGeom prst="rect">
            <a:avLst/>
          </a:prstGeom>
          <a:noFill/>
        </p:spPr>
        <p:txBody>
          <a:bodyPr wrap="square">
            <a:spAutoFit/>
          </a:bodyPr>
          <a:lstStyle/>
          <a:p>
            <a:r>
              <a:rPr lang="en-IN" sz="2400" b="1" u="none" strike="noStrike" dirty="0">
                <a:effectLst/>
                <a:latin typeface="Google Sans"/>
              </a:rPr>
              <a:t>Many transitive verbs that take an object and a to-infinitive</a:t>
            </a:r>
            <a:r>
              <a:rPr lang="en-IN" sz="2400" b="1" dirty="0"/>
              <a:t> in the active voice retain the </a:t>
            </a:r>
            <a:r>
              <a:rPr lang="en-IN" sz="2400" b="1" u="none" strike="noStrike" dirty="0">
                <a:effectLst/>
                <a:latin typeface="Google Sans"/>
              </a:rPr>
              <a:t>to-infinitive</a:t>
            </a:r>
            <a:r>
              <a:rPr lang="en-IN" sz="2400" b="1" dirty="0"/>
              <a:t> when made passive. Common examples include </a:t>
            </a:r>
            <a:r>
              <a:rPr lang="en-IN" sz="2400" b="1" i="1" u="none" strike="noStrike" dirty="0">
                <a:effectLst/>
                <a:latin typeface="Google Sans"/>
              </a:rPr>
              <a:t>advise</a:t>
            </a:r>
            <a:r>
              <a:rPr lang="en-IN" sz="2400" b="1" dirty="0"/>
              <a:t>, </a:t>
            </a:r>
            <a:r>
              <a:rPr lang="en-IN" sz="2400" b="1" i="1" u="none" strike="noStrike" dirty="0">
                <a:effectLst/>
                <a:latin typeface="Google Sans"/>
              </a:rPr>
              <a:t>allow</a:t>
            </a:r>
            <a:r>
              <a:rPr lang="en-IN" sz="2400" b="1" dirty="0"/>
              <a:t>, </a:t>
            </a:r>
            <a:r>
              <a:rPr lang="en-IN" sz="2400" b="1" i="1" u="none" strike="noStrike" dirty="0">
                <a:effectLst/>
                <a:latin typeface="Google Sans"/>
              </a:rPr>
              <a:t>ask</a:t>
            </a:r>
            <a:r>
              <a:rPr lang="en-IN" sz="2400" b="1" dirty="0"/>
              <a:t>, </a:t>
            </a:r>
            <a:r>
              <a:rPr lang="en-IN" sz="2400" b="1" i="1" u="none" strike="noStrike" dirty="0">
                <a:effectLst/>
                <a:latin typeface="Google Sans"/>
              </a:rPr>
              <a:t>expect</a:t>
            </a:r>
            <a:r>
              <a:rPr lang="en-IN" sz="2400" b="1" dirty="0"/>
              <a:t>, </a:t>
            </a:r>
            <a:r>
              <a:rPr lang="en-IN" sz="2400" b="1" i="1" u="none" strike="noStrike" dirty="0">
                <a:effectLst/>
                <a:latin typeface="Google Sans"/>
              </a:rPr>
              <a:t>instruct</a:t>
            </a:r>
            <a:r>
              <a:rPr lang="en-IN" sz="2400" b="1" dirty="0"/>
              <a:t>, </a:t>
            </a:r>
            <a:r>
              <a:rPr lang="en-IN" sz="2400" b="1" i="1" u="none" strike="noStrike" dirty="0">
                <a:effectLst/>
                <a:latin typeface="Google Sans"/>
              </a:rPr>
              <a:t>require</a:t>
            </a:r>
            <a:r>
              <a:rPr lang="en-IN" sz="2400" b="1" dirty="0"/>
              <a:t>, </a:t>
            </a:r>
            <a:r>
              <a:rPr lang="en-IN" sz="2400" b="1" i="1" u="none" strike="noStrike" dirty="0">
                <a:effectLst/>
                <a:latin typeface="Google Sans"/>
              </a:rPr>
              <a:t>teach</a:t>
            </a:r>
            <a:r>
              <a:rPr lang="en-IN" sz="2400" b="1" dirty="0"/>
              <a:t>, and </a:t>
            </a:r>
            <a:r>
              <a:rPr lang="en-IN" sz="2400" b="1" i="1" u="none" strike="noStrike" dirty="0">
                <a:effectLst/>
                <a:latin typeface="Google Sans"/>
              </a:rPr>
              <a:t>tell</a:t>
            </a:r>
            <a:r>
              <a:rPr lang="en-IN" sz="2400" b="1" dirty="0"/>
              <a:t>.  </a:t>
            </a:r>
          </a:p>
        </p:txBody>
      </p:sp>
    </p:spTree>
    <p:extLst>
      <p:ext uri="{BB962C8B-B14F-4D97-AF65-F5344CB8AC3E}">
        <p14:creationId xmlns:p14="http://schemas.microsoft.com/office/powerpoint/2010/main" val="1386168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AEA0C-DA74-AC16-FF9D-C3C39A06E842}"/>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2E7BADCB-32C0-E7F9-ACCC-29A00707CC1E}"/>
              </a:ext>
            </a:extLst>
          </p:cNvPr>
          <p:cNvGraphicFramePr>
            <a:graphicFrameLocks noGrp="1"/>
          </p:cNvGraphicFramePr>
          <p:nvPr>
            <p:ph idx="1"/>
            <p:extLst>
              <p:ext uri="{D42A27DB-BD31-4B8C-83A1-F6EECF244321}">
                <p14:modId xmlns:p14="http://schemas.microsoft.com/office/powerpoint/2010/main" val="3891933624"/>
              </p:ext>
            </p:extLst>
          </p:nvPr>
        </p:nvGraphicFramePr>
        <p:xfrm>
          <a:off x="0" y="-68826"/>
          <a:ext cx="12192000" cy="68235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4749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3065D-90C7-DD03-88B5-E61952F6887E}"/>
              </a:ext>
            </a:extLst>
          </p:cNvPr>
          <p:cNvSpPr>
            <a:spLocks noGrp="1"/>
          </p:cNvSpPr>
          <p:nvPr>
            <p:ph type="title"/>
          </p:nvPr>
        </p:nvSpPr>
        <p:spPr/>
        <p:txBody>
          <a:bodyPr/>
          <a:lstStyle/>
          <a:p>
            <a:endParaRPr lang="en-IN"/>
          </a:p>
        </p:txBody>
      </p:sp>
      <p:graphicFrame>
        <p:nvGraphicFramePr>
          <p:cNvPr id="5" name="Content Placeholder 4">
            <a:extLst>
              <a:ext uri="{FF2B5EF4-FFF2-40B4-BE49-F238E27FC236}">
                <a16:creationId xmlns:a16="http://schemas.microsoft.com/office/drawing/2014/main" id="{861FE690-D072-14A5-9143-36A108A32A0A}"/>
              </a:ext>
            </a:extLst>
          </p:cNvPr>
          <p:cNvGraphicFramePr>
            <a:graphicFrameLocks noGrp="1"/>
          </p:cNvGraphicFramePr>
          <p:nvPr>
            <p:ph idx="1"/>
            <p:extLst>
              <p:ext uri="{D42A27DB-BD31-4B8C-83A1-F6EECF244321}">
                <p14:modId xmlns:p14="http://schemas.microsoft.com/office/powerpoint/2010/main" val="1039805042"/>
              </p:ext>
            </p:extLst>
          </p:nvPr>
        </p:nvGraphicFramePr>
        <p:xfrm>
          <a:off x="117987" y="0"/>
          <a:ext cx="11956025" cy="6858000"/>
        </p:xfrm>
        <a:graphic>
          <a:graphicData uri="http://schemas.openxmlformats.org/drawingml/2006/table">
            <a:tbl>
              <a:tblPr firstRow="1" bandRow="1">
                <a:tableStyleId>{5C22544A-7EE6-4342-B048-85BDC9FD1C3A}</a:tableStyleId>
              </a:tblPr>
              <a:tblGrid>
                <a:gridCol w="2391205">
                  <a:extLst>
                    <a:ext uri="{9D8B030D-6E8A-4147-A177-3AD203B41FA5}">
                      <a16:colId xmlns:a16="http://schemas.microsoft.com/office/drawing/2014/main" val="3329585591"/>
                    </a:ext>
                  </a:extLst>
                </a:gridCol>
                <a:gridCol w="2391205">
                  <a:extLst>
                    <a:ext uri="{9D8B030D-6E8A-4147-A177-3AD203B41FA5}">
                      <a16:colId xmlns:a16="http://schemas.microsoft.com/office/drawing/2014/main" val="1855013378"/>
                    </a:ext>
                  </a:extLst>
                </a:gridCol>
                <a:gridCol w="2391205">
                  <a:extLst>
                    <a:ext uri="{9D8B030D-6E8A-4147-A177-3AD203B41FA5}">
                      <a16:colId xmlns:a16="http://schemas.microsoft.com/office/drawing/2014/main" val="2267244716"/>
                    </a:ext>
                  </a:extLst>
                </a:gridCol>
                <a:gridCol w="2391205">
                  <a:extLst>
                    <a:ext uri="{9D8B030D-6E8A-4147-A177-3AD203B41FA5}">
                      <a16:colId xmlns:a16="http://schemas.microsoft.com/office/drawing/2014/main" val="2876880133"/>
                    </a:ext>
                  </a:extLst>
                </a:gridCol>
                <a:gridCol w="2391205">
                  <a:extLst>
                    <a:ext uri="{9D8B030D-6E8A-4147-A177-3AD203B41FA5}">
                      <a16:colId xmlns:a16="http://schemas.microsoft.com/office/drawing/2014/main" val="446823822"/>
                    </a:ext>
                  </a:extLst>
                </a:gridCol>
              </a:tblGrid>
              <a:tr h="1512794">
                <a:tc>
                  <a:txBody>
                    <a:bodyPr/>
                    <a:lstStyle/>
                    <a:p>
                      <a:r>
                        <a:rPr lang="en-IN" sz="2800" dirty="0">
                          <a:solidFill>
                            <a:srgbClr val="C00000"/>
                          </a:solidFill>
                        </a:rPr>
                        <a:t>Simple present</a:t>
                      </a:r>
                    </a:p>
                  </a:txBody>
                  <a:tcPr anchor="ctr"/>
                </a:tc>
                <a:tc>
                  <a:txBody>
                    <a:bodyPr/>
                    <a:lstStyle/>
                    <a:p>
                      <a:r>
                        <a:rPr lang="en-IN" sz="2800" dirty="0"/>
                        <a:t>keep</a:t>
                      </a:r>
                    </a:p>
                  </a:txBody>
                  <a:tcPr anchor="ctr"/>
                </a:tc>
                <a:tc>
                  <a:txBody>
                    <a:bodyPr/>
                    <a:lstStyle/>
                    <a:p>
                      <a:r>
                        <a:rPr lang="en-IN" sz="2800" dirty="0"/>
                        <a:t>is kept</a:t>
                      </a:r>
                    </a:p>
                  </a:txBody>
                  <a:tcPr anchor="ctr"/>
                </a:tc>
                <a:tc>
                  <a:txBody>
                    <a:bodyPr/>
                    <a:lstStyle/>
                    <a:p>
                      <a:r>
                        <a:rPr lang="en-IN" sz="2800"/>
                        <a:t>I keep the butter in the fridge.</a:t>
                      </a:r>
                    </a:p>
                  </a:txBody>
                  <a:tcPr anchor="ctr"/>
                </a:tc>
                <a:tc>
                  <a:txBody>
                    <a:bodyPr/>
                    <a:lstStyle/>
                    <a:p>
                      <a:r>
                        <a:rPr lang="en-IN" sz="2800"/>
                        <a:t>The butter is kept in the fridge.</a:t>
                      </a:r>
                    </a:p>
                  </a:txBody>
                  <a:tcPr anchor="ctr"/>
                </a:tc>
                <a:extLst>
                  <a:ext uri="{0D108BD9-81ED-4DB2-BD59-A6C34878D82A}">
                    <a16:rowId xmlns:a16="http://schemas.microsoft.com/office/drawing/2014/main" val="1771222227"/>
                  </a:ext>
                </a:extLst>
              </a:tr>
              <a:tr h="1042147">
                <a:tc>
                  <a:txBody>
                    <a:bodyPr/>
                    <a:lstStyle/>
                    <a:p>
                      <a:r>
                        <a:rPr lang="en-IN" sz="2800" dirty="0">
                          <a:solidFill>
                            <a:srgbClr val="C00000"/>
                          </a:solidFill>
                        </a:rPr>
                        <a:t>Present continuous</a:t>
                      </a:r>
                    </a:p>
                  </a:txBody>
                  <a:tcPr anchor="ctr"/>
                </a:tc>
                <a:tc>
                  <a:txBody>
                    <a:bodyPr/>
                    <a:lstStyle/>
                    <a:p>
                      <a:r>
                        <a:rPr lang="en-IN" sz="2800" dirty="0"/>
                        <a:t>is keeping</a:t>
                      </a:r>
                    </a:p>
                  </a:txBody>
                  <a:tcPr anchor="ctr"/>
                </a:tc>
                <a:tc>
                  <a:txBody>
                    <a:bodyPr/>
                    <a:lstStyle/>
                    <a:p>
                      <a:r>
                        <a:rPr lang="en-IN" sz="2800" dirty="0"/>
                        <a:t>is being kept</a:t>
                      </a:r>
                    </a:p>
                  </a:txBody>
                  <a:tcPr anchor="ctr"/>
                </a:tc>
                <a:tc>
                  <a:txBody>
                    <a:bodyPr/>
                    <a:lstStyle/>
                    <a:p>
                      <a:r>
                        <a:rPr lang="en-IN" sz="2800"/>
                        <a:t>John is keeping my house tidy.</a:t>
                      </a:r>
                    </a:p>
                  </a:txBody>
                  <a:tcPr anchor="ctr"/>
                </a:tc>
                <a:tc>
                  <a:txBody>
                    <a:bodyPr/>
                    <a:lstStyle/>
                    <a:p>
                      <a:r>
                        <a:rPr lang="en-IN" sz="2800"/>
                        <a:t>My house is being kept tidy.</a:t>
                      </a:r>
                    </a:p>
                  </a:txBody>
                  <a:tcPr anchor="ctr"/>
                </a:tc>
                <a:extLst>
                  <a:ext uri="{0D108BD9-81ED-4DB2-BD59-A6C34878D82A}">
                    <a16:rowId xmlns:a16="http://schemas.microsoft.com/office/drawing/2014/main" val="2745335039"/>
                  </a:ext>
                </a:extLst>
              </a:tr>
              <a:tr h="1983441">
                <a:tc>
                  <a:txBody>
                    <a:bodyPr/>
                    <a:lstStyle/>
                    <a:p>
                      <a:r>
                        <a:rPr lang="en-IN" sz="2800" dirty="0">
                          <a:solidFill>
                            <a:srgbClr val="C00000"/>
                          </a:solidFill>
                        </a:rPr>
                        <a:t>Simple past</a:t>
                      </a:r>
                    </a:p>
                  </a:txBody>
                  <a:tcPr anchor="ctr"/>
                </a:tc>
                <a:tc>
                  <a:txBody>
                    <a:bodyPr/>
                    <a:lstStyle/>
                    <a:p>
                      <a:r>
                        <a:rPr lang="en-IN" sz="2800" dirty="0"/>
                        <a:t>kept</a:t>
                      </a:r>
                    </a:p>
                  </a:txBody>
                  <a:tcPr anchor="ctr"/>
                </a:tc>
                <a:tc>
                  <a:txBody>
                    <a:bodyPr/>
                    <a:lstStyle/>
                    <a:p>
                      <a:r>
                        <a:rPr lang="en-IN" sz="2800" dirty="0"/>
                        <a:t>was kept</a:t>
                      </a:r>
                    </a:p>
                  </a:txBody>
                  <a:tcPr anchor="ctr"/>
                </a:tc>
                <a:tc>
                  <a:txBody>
                    <a:bodyPr/>
                    <a:lstStyle/>
                    <a:p>
                      <a:r>
                        <a:rPr lang="en-IN" sz="2800" dirty="0"/>
                        <a:t>Mary kept her schedule meticulously.</a:t>
                      </a:r>
                    </a:p>
                  </a:txBody>
                  <a:tcPr anchor="ctr"/>
                </a:tc>
                <a:tc>
                  <a:txBody>
                    <a:bodyPr/>
                    <a:lstStyle/>
                    <a:p>
                      <a:r>
                        <a:rPr lang="en-IN" sz="2800"/>
                        <a:t>Mary's schedule was kept meticulously.</a:t>
                      </a:r>
                    </a:p>
                  </a:txBody>
                  <a:tcPr anchor="ctr"/>
                </a:tc>
                <a:extLst>
                  <a:ext uri="{0D108BD9-81ED-4DB2-BD59-A6C34878D82A}">
                    <a16:rowId xmlns:a16="http://schemas.microsoft.com/office/drawing/2014/main" val="2991808497"/>
                  </a:ext>
                </a:extLst>
              </a:tr>
              <a:tr h="1512794">
                <a:tc>
                  <a:txBody>
                    <a:bodyPr/>
                    <a:lstStyle/>
                    <a:p>
                      <a:r>
                        <a:rPr lang="en-IN" sz="2800" dirty="0">
                          <a:solidFill>
                            <a:srgbClr val="C00000"/>
                          </a:solidFill>
                        </a:rPr>
                        <a:t>Past continuous</a:t>
                      </a:r>
                    </a:p>
                  </a:txBody>
                  <a:tcPr anchor="ctr"/>
                </a:tc>
                <a:tc>
                  <a:txBody>
                    <a:bodyPr/>
                    <a:lstStyle/>
                    <a:p>
                      <a:r>
                        <a:rPr lang="en-IN" sz="2800"/>
                        <a:t>was keeping</a:t>
                      </a:r>
                    </a:p>
                  </a:txBody>
                  <a:tcPr anchor="ctr"/>
                </a:tc>
                <a:tc>
                  <a:txBody>
                    <a:bodyPr/>
                    <a:lstStyle/>
                    <a:p>
                      <a:r>
                        <a:rPr lang="en-IN" sz="2800"/>
                        <a:t>was being kept</a:t>
                      </a:r>
                    </a:p>
                  </a:txBody>
                  <a:tcPr anchor="ctr"/>
                </a:tc>
                <a:tc>
                  <a:txBody>
                    <a:bodyPr/>
                    <a:lstStyle/>
                    <a:p>
                      <a:r>
                        <a:rPr lang="en-IN" sz="2800" dirty="0"/>
                        <a:t>The </a:t>
                      </a:r>
                      <a:r>
                        <a:rPr lang="en-IN" sz="2800" dirty="0" err="1"/>
                        <a:t>theater</a:t>
                      </a:r>
                      <a:r>
                        <a:rPr lang="en-IN" sz="2800" dirty="0"/>
                        <a:t> was keeping a seat for you.</a:t>
                      </a:r>
                    </a:p>
                  </a:txBody>
                  <a:tcPr anchor="ctr"/>
                </a:tc>
                <a:tc>
                  <a:txBody>
                    <a:bodyPr/>
                    <a:lstStyle/>
                    <a:p>
                      <a:r>
                        <a:rPr lang="en-IN" sz="2800" dirty="0"/>
                        <a:t>A seat was being kept for you.</a:t>
                      </a:r>
                    </a:p>
                  </a:txBody>
                  <a:tcPr anchor="ctr"/>
                </a:tc>
                <a:extLst>
                  <a:ext uri="{0D108BD9-81ED-4DB2-BD59-A6C34878D82A}">
                    <a16:rowId xmlns:a16="http://schemas.microsoft.com/office/drawing/2014/main" val="175829639"/>
                  </a:ext>
                </a:extLst>
              </a:tr>
              <a:tr h="403412">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659255672"/>
                  </a:ext>
                </a:extLst>
              </a:tr>
              <a:tr h="403412">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854913623"/>
                  </a:ext>
                </a:extLst>
              </a:tr>
            </a:tbl>
          </a:graphicData>
        </a:graphic>
      </p:graphicFrame>
    </p:spTree>
    <p:extLst>
      <p:ext uri="{BB962C8B-B14F-4D97-AF65-F5344CB8AC3E}">
        <p14:creationId xmlns:p14="http://schemas.microsoft.com/office/powerpoint/2010/main" val="25266380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C16EC-1E3D-1FD3-8596-46513096D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7B8A6D-ED4F-8C0B-45E8-1628FBC7D682}"/>
              </a:ext>
            </a:extLst>
          </p:cNvPr>
          <p:cNvSpPr>
            <a:spLocks noGrp="1"/>
          </p:cNvSpPr>
          <p:nvPr>
            <p:ph type="title"/>
          </p:nvPr>
        </p:nvSpPr>
        <p:spPr/>
        <p:txBody>
          <a:bodyPr/>
          <a:lstStyle/>
          <a:p>
            <a:endParaRPr lang="en-IN"/>
          </a:p>
        </p:txBody>
      </p:sp>
      <p:graphicFrame>
        <p:nvGraphicFramePr>
          <p:cNvPr id="5" name="Content Placeholder 4">
            <a:extLst>
              <a:ext uri="{FF2B5EF4-FFF2-40B4-BE49-F238E27FC236}">
                <a16:creationId xmlns:a16="http://schemas.microsoft.com/office/drawing/2014/main" id="{CCECF8F6-2746-F17E-028E-E8A35D54BE47}"/>
              </a:ext>
            </a:extLst>
          </p:cNvPr>
          <p:cNvGraphicFramePr>
            <a:graphicFrameLocks noGrp="1"/>
          </p:cNvGraphicFramePr>
          <p:nvPr>
            <p:ph idx="1"/>
            <p:extLst>
              <p:ext uri="{D42A27DB-BD31-4B8C-83A1-F6EECF244321}">
                <p14:modId xmlns:p14="http://schemas.microsoft.com/office/powerpoint/2010/main" val="4223097377"/>
              </p:ext>
            </p:extLst>
          </p:nvPr>
        </p:nvGraphicFramePr>
        <p:xfrm>
          <a:off x="0" y="78658"/>
          <a:ext cx="11956025" cy="7303628"/>
        </p:xfrm>
        <a:graphic>
          <a:graphicData uri="http://schemas.openxmlformats.org/drawingml/2006/table">
            <a:tbl>
              <a:tblPr firstRow="1" bandRow="1">
                <a:tableStyleId>{5C22544A-7EE6-4342-B048-85BDC9FD1C3A}</a:tableStyleId>
              </a:tblPr>
              <a:tblGrid>
                <a:gridCol w="2391205">
                  <a:extLst>
                    <a:ext uri="{9D8B030D-6E8A-4147-A177-3AD203B41FA5}">
                      <a16:colId xmlns:a16="http://schemas.microsoft.com/office/drawing/2014/main" val="3329585591"/>
                    </a:ext>
                  </a:extLst>
                </a:gridCol>
                <a:gridCol w="2391205">
                  <a:extLst>
                    <a:ext uri="{9D8B030D-6E8A-4147-A177-3AD203B41FA5}">
                      <a16:colId xmlns:a16="http://schemas.microsoft.com/office/drawing/2014/main" val="1855013378"/>
                    </a:ext>
                  </a:extLst>
                </a:gridCol>
                <a:gridCol w="2391205">
                  <a:extLst>
                    <a:ext uri="{9D8B030D-6E8A-4147-A177-3AD203B41FA5}">
                      <a16:colId xmlns:a16="http://schemas.microsoft.com/office/drawing/2014/main" val="2267244716"/>
                    </a:ext>
                  </a:extLst>
                </a:gridCol>
                <a:gridCol w="2391205">
                  <a:extLst>
                    <a:ext uri="{9D8B030D-6E8A-4147-A177-3AD203B41FA5}">
                      <a16:colId xmlns:a16="http://schemas.microsoft.com/office/drawing/2014/main" val="2876880133"/>
                    </a:ext>
                  </a:extLst>
                </a:gridCol>
                <a:gridCol w="2391205">
                  <a:extLst>
                    <a:ext uri="{9D8B030D-6E8A-4147-A177-3AD203B41FA5}">
                      <a16:colId xmlns:a16="http://schemas.microsoft.com/office/drawing/2014/main" val="446823822"/>
                    </a:ext>
                  </a:extLst>
                </a:gridCol>
              </a:tblGrid>
              <a:tr h="1495443">
                <a:tc>
                  <a:txBody>
                    <a:bodyPr/>
                    <a:lstStyle/>
                    <a:p>
                      <a:r>
                        <a:rPr lang="en-IN" sz="2400" dirty="0">
                          <a:solidFill>
                            <a:srgbClr val="C00000"/>
                          </a:solidFill>
                        </a:rPr>
                        <a:t>Present perfect</a:t>
                      </a:r>
                    </a:p>
                  </a:txBody>
                  <a:tcPr anchor="ctr"/>
                </a:tc>
                <a:tc>
                  <a:txBody>
                    <a:bodyPr/>
                    <a:lstStyle/>
                    <a:p>
                      <a:r>
                        <a:rPr lang="en-IN" sz="2400"/>
                        <a:t>have kept</a:t>
                      </a:r>
                    </a:p>
                  </a:txBody>
                  <a:tcPr anchor="ctr"/>
                </a:tc>
                <a:tc>
                  <a:txBody>
                    <a:bodyPr/>
                    <a:lstStyle/>
                    <a:p>
                      <a:r>
                        <a:rPr lang="en-IN" sz="2400"/>
                        <a:t>have been kept</a:t>
                      </a:r>
                    </a:p>
                  </a:txBody>
                  <a:tcPr anchor="ctr"/>
                </a:tc>
                <a:tc>
                  <a:txBody>
                    <a:bodyPr/>
                    <a:lstStyle/>
                    <a:p>
                      <a:r>
                        <a:rPr lang="en-IN" sz="2400"/>
                        <a:t>I have kept all your old letters.</a:t>
                      </a:r>
                    </a:p>
                  </a:txBody>
                  <a:tcPr anchor="ctr"/>
                </a:tc>
                <a:tc>
                  <a:txBody>
                    <a:bodyPr/>
                    <a:lstStyle/>
                    <a:p>
                      <a:r>
                        <a:rPr lang="en-IN" sz="2400"/>
                        <a:t>All your old letters have been kept.</a:t>
                      </a:r>
                    </a:p>
                  </a:txBody>
                  <a:tcPr anchor="ctr"/>
                </a:tc>
                <a:extLst>
                  <a:ext uri="{0D108BD9-81ED-4DB2-BD59-A6C34878D82A}">
                    <a16:rowId xmlns:a16="http://schemas.microsoft.com/office/drawing/2014/main" val="1771222227"/>
                  </a:ext>
                </a:extLst>
              </a:tr>
              <a:tr h="1030194">
                <a:tc>
                  <a:txBody>
                    <a:bodyPr/>
                    <a:lstStyle/>
                    <a:p>
                      <a:r>
                        <a:rPr lang="en-IN" sz="2400" dirty="0"/>
                        <a:t>Past perfect</a:t>
                      </a:r>
                    </a:p>
                  </a:txBody>
                  <a:tcPr anchor="ctr"/>
                </a:tc>
                <a:tc>
                  <a:txBody>
                    <a:bodyPr/>
                    <a:lstStyle/>
                    <a:p>
                      <a:r>
                        <a:rPr lang="en-IN" sz="2400" dirty="0"/>
                        <a:t>had kept</a:t>
                      </a:r>
                    </a:p>
                  </a:txBody>
                  <a:tcPr anchor="ctr"/>
                </a:tc>
                <a:tc>
                  <a:txBody>
                    <a:bodyPr/>
                    <a:lstStyle/>
                    <a:p>
                      <a:r>
                        <a:rPr lang="en-IN" sz="2400"/>
                        <a:t>had been kept</a:t>
                      </a:r>
                    </a:p>
                  </a:txBody>
                  <a:tcPr anchor="ctr"/>
                </a:tc>
                <a:tc>
                  <a:txBody>
                    <a:bodyPr/>
                    <a:lstStyle/>
                    <a:p>
                      <a:r>
                        <a:rPr lang="en-IN" sz="2400"/>
                        <a:t>He had kept up his training regimen for a month.</a:t>
                      </a:r>
                    </a:p>
                  </a:txBody>
                  <a:tcPr anchor="ctr"/>
                </a:tc>
                <a:tc>
                  <a:txBody>
                    <a:bodyPr/>
                    <a:lstStyle/>
                    <a:p>
                      <a:r>
                        <a:rPr lang="en-IN" sz="2400"/>
                        <a:t>His training regimen had been kept up for a month.</a:t>
                      </a:r>
                    </a:p>
                  </a:txBody>
                  <a:tcPr anchor="ctr"/>
                </a:tc>
                <a:extLst>
                  <a:ext uri="{0D108BD9-81ED-4DB2-BD59-A6C34878D82A}">
                    <a16:rowId xmlns:a16="http://schemas.microsoft.com/office/drawing/2014/main" val="2745335039"/>
                  </a:ext>
                </a:extLst>
              </a:tr>
              <a:tr h="1960692">
                <a:tc>
                  <a:txBody>
                    <a:bodyPr/>
                    <a:lstStyle/>
                    <a:p>
                      <a:r>
                        <a:rPr lang="en-IN" sz="2400" dirty="0">
                          <a:solidFill>
                            <a:srgbClr val="C00000"/>
                          </a:solidFill>
                        </a:rPr>
                        <a:t>Simple Future</a:t>
                      </a:r>
                    </a:p>
                  </a:txBody>
                  <a:tcPr anchor="ctr"/>
                </a:tc>
                <a:tc>
                  <a:txBody>
                    <a:bodyPr/>
                    <a:lstStyle/>
                    <a:p>
                      <a:r>
                        <a:rPr lang="en-IN" sz="2400" dirty="0"/>
                        <a:t>will keep</a:t>
                      </a:r>
                    </a:p>
                  </a:txBody>
                  <a:tcPr anchor="ctr"/>
                </a:tc>
                <a:tc>
                  <a:txBody>
                    <a:bodyPr/>
                    <a:lstStyle/>
                    <a:p>
                      <a:r>
                        <a:rPr lang="en-IN" sz="2400" dirty="0"/>
                        <a:t>will be kept</a:t>
                      </a:r>
                    </a:p>
                  </a:txBody>
                  <a:tcPr anchor="ctr"/>
                </a:tc>
                <a:tc>
                  <a:txBody>
                    <a:bodyPr/>
                    <a:lstStyle/>
                    <a:p>
                      <a:r>
                        <a:rPr lang="en-IN" sz="2400"/>
                        <a:t>Mark will keep the ficus.</a:t>
                      </a:r>
                    </a:p>
                  </a:txBody>
                  <a:tcPr anchor="ctr"/>
                </a:tc>
                <a:tc>
                  <a:txBody>
                    <a:bodyPr/>
                    <a:lstStyle/>
                    <a:p>
                      <a:r>
                        <a:rPr lang="en-IN" sz="2400"/>
                        <a:t>The ficus will be kept.</a:t>
                      </a:r>
                    </a:p>
                  </a:txBody>
                  <a:tcPr anchor="ctr"/>
                </a:tc>
                <a:extLst>
                  <a:ext uri="{0D108BD9-81ED-4DB2-BD59-A6C34878D82A}">
                    <a16:rowId xmlns:a16="http://schemas.microsoft.com/office/drawing/2014/main" val="2991808497"/>
                  </a:ext>
                </a:extLst>
              </a:tr>
              <a:tr h="1495443">
                <a:tc>
                  <a:txBody>
                    <a:bodyPr/>
                    <a:lstStyle/>
                    <a:p>
                      <a:r>
                        <a:rPr lang="en-IN" sz="2400" dirty="0"/>
                        <a:t>Conditional Present</a:t>
                      </a:r>
                    </a:p>
                  </a:txBody>
                  <a:tcPr anchor="ctr"/>
                </a:tc>
                <a:tc>
                  <a:txBody>
                    <a:bodyPr/>
                    <a:lstStyle/>
                    <a:p>
                      <a:r>
                        <a:rPr lang="en-IN" sz="2400"/>
                        <a:t>would keep</a:t>
                      </a:r>
                    </a:p>
                  </a:txBody>
                  <a:tcPr anchor="ctr"/>
                </a:tc>
                <a:tc>
                  <a:txBody>
                    <a:bodyPr/>
                    <a:lstStyle/>
                    <a:p>
                      <a:r>
                        <a:rPr lang="en-IN" sz="2400"/>
                        <a:t>would be kept</a:t>
                      </a:r>
                    </a:p>
                  </a:txBody>
                  <a:tcPr anchor="ctr"/>
                </a:tc>
                <a:tc>
                  <a:txBody>
                    <a:bodyPr/>
                    <a:lstStyle/>
                    <a:p>
                      <a:r>
                        <a:rPr lang="en-IN" sz="2400" dirty="0"/>
                        <a:t>If you told me, I would keep your secret.</a:t>
                      </a:r>
                    </a:p>
                  </a:txBody>
                  <a:tcPr anchor="ctr"/>
                </a:tc>
                <a:tc>
                  <a:txBody>
                    <a:bodyPr/>
                    <a:lstStyle/>
                    <a:p>
                      <a:r>
                        <a:rPr lang="en-IN" sz="2400" dirty="0"/>
                        <a:t>If you told me, your secret would be kept.</a:t>
                      </a:r>
                    </a:p>
                  </a:txBody>
                  <a:tcPr anchor="ctr"/>
                </a:tc>
                <a:extLst>
                  <a:ext uri="{0D108BD9-81ED-4DB2-BD59-A6C34878D82A}">
                    <a16:rowId xmlns:a16="http://schemas.microsoft.com/office/drawing/2014/main" val="175829639"/>
                  </a:ext>
                </a:extLst>
              </a:tr>
              <a:tr h="398785">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659255672"/>
                  </a:ext>
                </a:extLst>
              </a:tr>
              <a:tr h="398785">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854913623"/>
                  </a:ext>
                </a:extLst>
              </a:tr>
            </a:tbl>
          </a:graphicData>
        </a:graphic>
      </p:graphicFrame>
    </p:spTree>
    <p:extLst>
      <p:ext uri="{BB962C8B-B14F-4D97-AF65-F5344CB8AC3E}">
        <p14:creationId xmlns:p14="http://schemas.microsoft.com/office/powerpoint/2010/main" val="39981167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2DC7-A846-52A2-7D25-5369D238E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F9D59-4997-1C81-2F7E-5E98943B46C5}"/>
              </a:ext>
            </a:extLst>
          </p:cNvPr>
          <p:cNvSpPr>
            <a:spLocks noGrp="1"/>
          </p:cNvSpPr>
          <p:nvPr>
            <p:ph type="title"/>
          </p:nvPr>
        </p:nvSpPr>
        <p:spPr/>
        <p:txBody>
          <a:bodyPr/>
          <a:lstStyle/>
          <a:p>
            <a:endParaRPr lang="en-IN"/>
          </a:p>
        </p:txBody>
      </p:sp>
      <p:graphicFrame>
        <p:nvGraphicFramePr>
          <p:cNvPr id="5" name="Content Placeholder 4">
            <a:extLst>
              <a:ext uri="{FF2B5EF4-FFF2-40B4-BE49-F238E27FC236}">
                <a16:creationId xmlns:a16="http://schemas.microsoft.com/office/drawing/2014/main" id="{054CFA6F-7755-B036-7D43-AFA1554AFAEF}"/>
              </a:ext>
            </a:extLst>
          </p:cNvPr>
          <p:cNvGraphicFramePr>
            <a:graphicFrameLocks noGrp="1"/>
          </p:cNvGraphicFramePr>
          <p:nvPr>
            <p:ph idx="1"/>
            <p:extLst>
              <p:ext uri="{D42A27DB-BD31-4B8C-83A1-F6EECF244321}">
                <p14:modId xmlns:p14="http://schemas.microsoft.com/office/powerpoint/2010/main" val="3387585556"/>
              </p:ext>
            </p:extLst>
          </p:nvPr>
        </p:nvGraphicFramePr>
        <p:xfrm>
          <a:off x="0" y="0"/>
          <a:ext cx="12192000" cy="6728003"/>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329585591"/>
                    </a:ext>
                  </a:extLst>
                </a:gridCol>
                <a:gridCol w="2438400">
                  <a:extLst>
                    <a:ext uri="{9D8B030D-6E8A-4147-A177-3AD203B41FA5}">
                      <a16:colId xmlns:a16="http://schemas.microsoft.com/office/drawing/2014/main" val="1855013378"/>
                    </a:ext>
                  </a:extLst>
                </a:gridCol>
                <a:gridCol w="2438400">
                  <a:extLst>
                    <a:ext uri="{9D8B030D-6E8A-4147-A177-3AD203B41FA5}">
                      <a16:colId xmlns:a16="http://schemas.microsoft.com/office/drawing/2014/main" val="2267244716"/>
                    </a:ext>
                  </a:extLst>
                </a:gridCol>
                <a:gridCol w="2438400">
                  <a:extLst>
                    <a:ext uri="{9D8B030D-6E8A-4147-A177-3AD203B41FA5}">
                      <a16:colId xmlns:a16="http://schemas.microsoft.com/office/drawing/2014/main" val="2876880133"/>
                    </a:ext>
                  </a:extLst>
                </a:gridCol>
                <a:gridCol w="2438400">
                  <a:extLst>
                    <a:ext uri="{9D8B030D-6E8A-4147-A177-3AD203B41FA5}">
                      <a16:colId xmlns:a16="http://schemas.microsoft.com/office/drawing/2014/main" val="446823822"/>
                    </a:ext>
                  </a:extLst>
                </a:gridCol>
              </a:tblGrid>
              <a:tr h="1823309">
                <a:tc>
                  <a:txBody>
                    <a:bodyPr/>
                    <a:lstStyle/>
                    <a:p>
                      <a:r>
                        <a:rPr lang="en-IN" sz="2800" dirty="0">
                          <a:solidFill>
                            <a:srgbClr val="C00000"/>
                          </a:solidFill>
                        </a:rPr>
                        <a:t>Conditional Past</a:t>
                      </a:r>
                    </a:p>
                  </a:txBody>
                  <a:tcPr anchor="ctr"/>
                </a:tc>
                <a:tc>
                  <a:txBody>
                    <a:bodyPr/>
                    <a:lstStyle/>
                    <a:p>
                      <a:r>
                        <a:rPr lang="en-IN" sz="2800" dirty="0"/>
                        <a:t>would have kept</a:t>
                      </a:r>
                    </a:p>
                  </a:txBody>
                  <a:tcPr anchor="ctr"/>
                </a:tc>
                <a:tc>
                  <a:txBody>
                    <a:bodyPr/>
                    <a:lstStyle/>
                    <a:p>
                      <a:r>
                        <a:rPr lang="en-IN" sz="2800" dirty="0"/>
                        <a:t>would have been kept</a:t>
                      </a:r>
                    </a:p>
                  </a:txBody>
                  <a:tcPr anchor="ctr"/>
                </a:tc>
                <a:tc>
                  <a:txBody>
                    <a:bodyPr/>
                    <a:lstStyle/>
                    <a:p>
                      <a:r>
                        <a:rPr lang="en-IN" sz="2800"/>
                        <a:t>I would have kept your bicycle here if you had left it with me.</a:t>
                      </a:r>
                    </a:p>
                  </a:txBody>
                  <a:tcPr anchor="ctr"/>
                </a:tc>
                <a:tc>
                  <a:txBody>
                    <a:bodyPr/>
                    <a:lstStyle/>
                    <a:p>
                      <a:r>
                        <a:rPr lang="en-IN" sz="2800"/>
                        <a:t>Your bicycle would have been kept here if you had left it with me.</a:t>
                      </a:r>
                    </a:p>
                  </a:txBody>
                  <a:tcPr anchor="ctr"/>
                </a:tc>
                <a:extLst>
                  <a:ext uri="{0D108BD9-81ED-4DB2-BD59-A6C34878D82A}">
                    <a16:rowId xmlns:a16="http://schemas.microsoft.com/office/drawing/2014/main" val="1771222227"/>
                  </a:ext>
                </a:extLst>
              </a:tr>
              <a:tr h="943091">
                <a:tc>
                  <a:txBody>
                    <a:bodyPr/>
                    <a:lstStyle/>
                    <a:p>
                      <a:r>
                        <a:rPr lang="en-IN" sz="2800" dirty="0">
                          <a:solidFill>
                            <a:srgbClr val="C00000"/>
                          </a:solidFill>
                        </a:rPr>
                        <a:t>Present Infinitive</a:t>
                      </a:r>
                    </a:p>
                  </a:txBody>
                  <a:tcPr anchor="ctr"/>
                </a:tc>
                <a:tc>
                  <a:txBody>
                    <a:bodyPr/>
                    <a:lstStyle/>
                    <a:p>
                      <a:r>
                        <a:rPr lang="en-IN" sz="2800" dirty="0"/>
                        <a:t>to keep</a:t>
                      </a:r>
                    </a:p>
                  </a:txBody>
                  <a:tcPr anchor="ctr"/>
                </a:tc>
                <a:tc>
                  <a:txBody>
                    <a:bodyPr/>
                    <a:lstStyle/>
                    <a:p>
                      <a:r>
                        <a:rPr lang="en-IN" sz="2800" dirty="0"/>
                        <a:t>to be kept</a:t>
                      </a:r>
                    </a:p>
                  </a:txBody>
                  <a:tcPr anchor="ctr"/>
                </a:tc>
                <a:tc>
                  <a:txBody>
                    <a:bodyPr/>
                    <a:lstStyle/>
                    <a:p>
                      <a:r>
                        <a:rPr lang="en-IN" sz="2800"/>
                        <a:t>She wants to keep the book.</a:t>
                      </a:r>
                    </a:p>
                  </a:txBody>
                  <a:tcPr anchor="ctr"/>
                </a:tc>
                <a:tc>
                  <a:txBody>
                    <a:bodyPr/>
                    <a:lstStyle/>
                    <a:p>
                      <a:r>
                        <a:rPr lang="en-IN" sz="2800"/>
                        <a:t>The book wants to be kept.</a:t>
                      </a:r>
                    </a:p>
                  </a:txBody>
                  <a:tcPr anchor="ctr"/>
                </a:tc>
                <a:extLst>
                  <a:ext uri="{0D108BD9-81ED-4DB2-BD59-A6C34878D82A}">
                    <a16:rowId xmlns:a16="http://schemas.microsoft.com/office/drawing/2014/main" val="2745335039"/>
                  </a:ext>
                </a:extLst>
              </a:tr>
              <a:tr h="1348141">
                <a:tc>
                  <a:txBody>
                    <a:bodyPr/>
                    <a:lstStyle/>
                    <a:p>
                      <a:r>
                        <a:rPr lang="en-IN" sz="2800" dirty="0">
                          <a:solidFill>
                            <a:srgbClr val="C00000"/>
                          </a:solidFill>
                        </a:rPr>
                        <a:t>Perfect Infinitive</a:t>
                      </a:r>
                    </a:p>
                  </a:txBody>
                  <a:tcPr anchor="ctr"/>
                </a:tc>
                <a:tc>
                  <a:txBody>
                    <a:bodyPr/>
                    <a:lstStyle/>
                    <a:p>
                      <a:r>
                        <a:rPr lang="en-IN" sz="2800"/>
                        <a:t>to have kept</a:t>
                      </a:r>
                    </a:p>
                  </a:txBody>
                  <a:tcPr anchor="ctr"/>
                </a:tc>
                <a:tc>
                  <a:txBody>
                    <a:bodyPr/>
                    <a:lstStyle/>
                    <a:p>
                      <a:r>
                        <a:rPr lang="en-IN" sz="2800" dirty="0"/>
                        <a:t>to have been kept</a:t>
                      </a:r>
                    </a:p>
                  </a:txBody>
                  <a:tcPr anchor="ctr"/>
                </a:tc>
                <a:tc>
                  <a:txBody>
                    <a:bodyPr/>
                    <a:lstStyle/>
                    <a:p>
                      <a:r>
                        <a:rPr lang="en-IN" sz="2800" dirty="0"/>
                        <a:t>Judy was happy to have kept the puppy.</a:t>
                      </a:r>
                    </a:p>
                  </a:txBody>
                  <a:tcPr anchor="ctr"/>
                </a:tc>
                <a:tc>
                  <a:txBody>
                    <a:bodyPr/>
                    <a:lstStyle/>
                    <a:p>
                      <a:r>
                        <a:rPr lang="en-IN" sz="2800" dirty="0"/>
                        <a:t>The puppy was happy to have been kept.</a:t>
                      </a:r>
                    </a:p>
                  </a:txBody>
                  <a:tcPr anchor="ctr"/>
                </a:tc>
                <a:extLst>
                  <a:ext uri="{0D108BD9-81ED-4DB2-BD59-A6C34878D82A}">
                    <a16:rowId xmlns:a16="http://schemas.microsoft.com/office/drawing/2014/main" val="2991808497"/>
                  </a:ext>
                </a:extLst>
              </a:tr>
              <a:tr h="1028243">
                <a:tc>
                  <a:txBody>
                    <a:bodyPr/>
                    <a:lstStyle/>
                    <a:p>
                      <a:endParaRPr lang="en-IN" sz="2400" dirty="0"/>
                    </a:p>
                  </a:txBody>
                  <a:tcPr anchor="ctr"/>
                </a:tc>
                <a:tc>
                  <a:txBody>
                    <a:bodyPr/>
                    <a:lstStyle/>
                    <a:p>
                      <a:endParaRPr lang="en-IN" sz="2400" dirty="0"/>
                    </a:p>
                  </a:txBody>
                  <a:tcPr anchor="ctr"/>
                </a:tc>
                <a:tc>
                  <a:txBody>
                    <a:bodyPr/>
                    <a:lstStyle/>
                    <a:p>
                      <a:endParaRPr lang="en-IN" sz="2400"/>
                    </a:p>
                  </a:txBody>
                  <a:tcPr anchor="ctr"/>
                </a:tc>
                <a:tc>
                  <a:txBody>
                    <a:bodyPr/>
                    <a:lstStyle/>
                    <a:p>
                      <a:endParaRPr lang="en-IN" sz="2400" dirty="0"/>
                    </a:p>
                  </a:txBody>
                  <a:tcPr anchor="ctr"/>
                </a:tc>
                <a:tc>
                  <a:txBody>
                    <a:bodyPr/>
                    <a:lstStyle/>
                    <a:p>
                      <a:endParaRPr lang="en-IN" sz="2400" dirty="0"/>
                    </a:p>
                  </a:txBody>
                  <a:tcPr anchor="ctr"/>
                </a:tc>
                <a:extLst>
                  <a:ext uri="{0D108BD9-81ED-4DB2-BD59-A6C34878D82A}">
                    <a16:rowId xmlns:a16="http://schemas.microsoft.com/office/drawing/2014/main" val="175829639"/>
                  </a:ext>
                </a:extLst>
              </a:tr>
              <a:tr h="274198">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659255672"/>
                  </a:ext>
                </a:extLst>
              </a:tr>
              <a:tr h="274198">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854913623"/>
                  </a:ext>
                </a:extLst>
              </a:tr>
            </a:tbl>
          </a:graphicData>
        </a:graphic>
      </p:graphicFrame>
    </p:spTree>
    <p:extLst>
      <p:ext uri="{BB962C8B-B14F-4D97-AF65-F5344CB8AC3E}">
        <p14:creationId xmlns:p14="http://schemas.microsoft.com/office/powerpoint/2010/main" val="3001961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A6112-C6B4-BB78-ACD5-E88B43AE5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46359-12AA-6384-99A1-DCF1CBEAFDF7}"/>
              </a:ext>
            </a:extLst>
          </p:cNvPr>
          <p:cNvSpPr>
            <a:spLocks noGrp="1"/>
          </p:cNvSpPr>
          <p:nvPr>
            <p:ph type="title"/>
          </p:nvPr>
        </p:nvSpPr>
        <p:spPr/>
        <p:txBody>
          <a:bodyPr/>
          <a:lstStyle/>
          <a:p>
            <a:endParaRPr lang="en-IN"/>
          </a:p>
        </p:txBody>
      </p:sp>
      <p:graphicFrame>
        <p:nvGraphicFramePr>
          <p:cNvPr id="5" name="Content Placeholder 4">
            <a:extLst>
              <a:ext uri="{FF2B5EF4-FFF2-40B4-BE49-F238E27FC236}">
                <a16:creationId xmlns:a16="http://schemas.microsoft.com/office/drawing/2014/main" id="{7320F0AC-12A6-EDF0-797E-37199D942C2A}"/>
              </a:ext>
            </a:extLst>
          </p:cNvPr>
          <p:cNvGraphicFramePr>
            <a:graphicFrameLocks noGrp="1"/>
          </p:cNvGraphicFramePr>
          <p:nvPr>
            <p:ph idx="1"/>
            <p:extLst>
              <p:ext uri="{D42A27DB-BD31-4B8C-83A1-F6EECF244321}">
                <p14:modId xmlns:p14="http://schemas.microsoft.com/office/powerpoint/2010/main" val="4150443923"/>
              </p:ext>
            </p:extLst>
          </p:nvPr>
        </p:nvGraphicFramePr>
        <p:xfrm>
          <a:off x="0" y="78658"/>
          <a:ext cx="11956025" cy="9557225"/>
        </p:xfrm>
        <a:graphic>
          <a:graphicData uri="http://schemas.openxmlformats.org/drawingml/2006/table">
            <a:tbl>
              <a:tblPr firstRow="1" bandRow="1">
                <a:tableStyleId>{5C22544A-7EE6-4342-B048-85BDC9FD1C3A}</a:tableStyleId>
              </a:tblPr>
              <a:tblGrid>
                <a:gridCol w="2391205">
                  <a:extLst>
                    <a:ext uri="{9D8B030D-6E8A-4147-A177-3AD203B41FA5}">
                      <a16:colId xmlns:a16="http://schemas.microsoft.com/office/drawing/2014/main" val="3329585591"/>
                    </a:ext>
                  </a:extLst>
                </a:gridCol>
                <a:gridCol w="2391205">
                  <a:extLst>
                    <a:ext uri="{9D8B030D-6E8A-4147-A177-3AD203B41FA5}">
                      <a16:colId xmlns:a16="http://schemas.microsoft.com/office/drawing/2014/main" val="1855013378"/>
                    </a:ext>
                  </a:extLst>
                </a:gridCol>
                <a:gridCol w="2391205">
                  <a:extLst>
                    <a:ext uri="{9D8B030D-6E8A-4147-A177-3AD203B41FA5}">
                      <a16:colId xmlns:a16="http://schemas.microsoft.com/office/drawing/2014/main" val="2267244716"/>
                    </a:ext>
                  </a:extLst>
                </a:gridCol>
                <a:gridCol w="2391205">
                  <a:extLst>
                    <a:ext uri="{9D8B030D-6E8A-4147-A177-3AD203B41FA5}">
                      <a16:colId xmlns:a16="http://schemas.microsoft.com/office/drawing/2014/main" val="2876880133"/>
                    </a:ext>
                  </a:extLst>
                </a:gridCol>
                <a:gridCol w="2391205">
                  <a:extLst>
                    <a:ext uri="{9D8B030D-6E8A-4147-A177-3AD203B41FA5}">
                      <a16:colId xmlns:a16="http://schemas.microsoft.com/office/drawing/2014/main" val="446823822"/>
                    </a:ext>
                  </a:extLst>
                </a:gridCol>
              </a:tblGrid>
              <a:tr h="1495443">
                <a:tc>
                  <a:txBody>
                    <a:bodyPr/>
                    <a:lstStyle/>
                    <a:p>
                      <a:r>
                        <a:rPr lang="en-IN" sz="2800" dirty="0">
                          <a:solidFill>
                            <a:srgbClr val="C00000"/>
                          </a:solidFill>
                        </a:rPr>
                        <a:t>Present Participle &amp; Gerund</a:t>
                      </a:r>
                    </a:p>
                  </a:txBody>
                  <a:tcPr anchor="ctr"/>
                </a:tc>
                <a:tc>
                  <a:txBody>
                    <a:bodyPr/>
                    <a:lstStyle/>
                    <a:p>
                      <a:r>
                        <a:rPr lang="en-IN" sz="2800" dirty="0"/>
                        <a:t>keeping</a:t>
                      </a:r>
                    </a:p>
                  </a:txBody>
                  <a:tcPr anchor="ctr"/>
                </a:tc>
                <a:tc>
                  <a:txBody>
                    <a:bodyPr/>
                    <a:lstStyle/>
                    <a:p>
                      <a:r>
                        <a:rPr lang="en-IN" sz="2800"/>
                        <a:t>being kept</a:t>
                      </a:r>
                    </a:p>
                  </a:txBody>
                  <a:tcPr anchor="ctr"/>
                </a:tc>
                <a:tc>
                  <a:txBody>
                    <a:bodyPr/>
                    <a:lstStyle/>
                    <a:p>
                      <a:r>
                        <a:rPr lang="en-IN" sz="2800"/>
                        <a:t>I have a feeling that you may be keeping a secret.</a:t>
                      </a:r>
                    </a:p>
                  </a:txBody>
                  <a:tcPr anchor="ctr"/>
                </a:tc>
                <a:tc>
                  <a:txBody>
                    <a:bodyPr/>
                    <a:lstStyle/>
                    <a:p>
                      <a:r>
                        <a:rPr lang="en-IN" sz="2800"/>
                        <a:t>I have a feeling that a secret may be being kept.</a:t>
                      </a:r>
                    </a:p>
                  </a:txBody>
                  <a:tcPr anchor="ctr"/>
                </a:tc>
                <a:extLst>
                  <a:ext uri="{0D108BD9-81ED-4DB2-BD59-A6C34878D82A}">
                    <a16:rowId xmlns:a16="http://schemas.microsoft.com/office/drawing/2014/main" val="1771222227"/>
                  </a:ext>
                </a:extLst>
              </a:tr>
              <a:tr h="1030194">
                <a:tc>
                  <a:txBody>
                    <a:bodyPr/>
                    <a:lstStyle/>
                    <a:p>
                      <a:r>
                        <a:rPr lang="en-IN" sz="2800" dirty="0">
                          <a:solidFill>
                            <a:srgbClr val="C00000"/>
                          </a:solidFill>
                        </a:rPr>
                        <a:t>Perfect Participle</a:t>
                      </a:r>
                    </a:p>
                  </a:txBody>
                  <a:tcPr anchor="ctr"/>
                </a:tc>
                <a:tc>
                  <a:txBody>
                    <a:bodyPr/>
                    <a:lstStyle/>
                    <a:p>
                      <a:r>
                        <a:rPr lang="en-IN" sz="2800" dirty="0"/>
                        <a:t>having kept</a:t>
                      </a:r>
                    </a:p>
                  </a:txBody>
                  <a:tcPr anchor="ctr"/>
                </a:tc>
                <a:tc>
                  <a:txBody>
                    <a:bodyPr/>
                    <a:lstStyle/>
                    <a:p>
                      <a:r>
                        <a:rPr lang="en-IN" sz="2800" dirty="0"/>
                        <a:t>having been kept</a:t>
                      </a:r>
                    </a:p>
                  </a:txBody>
                  <a:tcPr anchor="ctr"/>
                </a:tc>
                <a:tc>
                  <a:txBody>
                    <a:bodyPr/>
                    <a:lstStyle/>
                    <a:p>
                      <a:r>
                        <a:rPr lang="en-IN" sz="2800" dirty="0"/>
                        <a:t>Having kept the bird in a cage for so long, Jade wasn't sure it could survive in the wild.</a:t>
                      </a:r>
                    </a:p>
                  </a:txBody>
                  <a:tcPr anchor="ctr"/>
                </a:tc>
                <a:tc>
                  <a:txBody>
                    <a:bodyPr/>
                    <a:lstStyle/>
                    <a:p>
                      <a:r>
                        <a:rPr lang="en-IN" sz="2800" dirty="0"/>
                        <a:t>The bird, having been kept in a cage for so long, might not survive in the wild.</a:t>
                      </a:r>
                    </a:p>
                  </a:txBody>
                  <a:tcPr anchor="ctr"/>
                </a:tc>
                <a:extLst>
                  <a:ext uri="{0D108BD9-81ED-4DB2-BD59-A6C34878D82A}">
                    <a16:rowId xmlns:a16="http://schemas.microsoft.com/office/drawing/2014/main" val="2745335039"/>
                  </a:ext>
                </a:extLst>
              </a:tr>
              <a:tr h="1960692">
                <a:tc>
                  <a:txBody>
                    <a:bodyPr/>
                    <a:lstStyle/>
                    <a:p>
                      <a:endParaRPr lang="en-IN" sz="2800" dirty="0">
                        <a:solidFill>
                          <a:srgbClr val="C00000"/>
                        </a:solidFill>
                      </a:endParaRPr>
                    </a:p>
                  </a:txBody>
                  <a:tcPr anchor="ctr"/>
                </a:tc>
                <a:tc>
                  <a:txBody>
                    <a:bodyPr/>
                    <a:lstStyle/>
                    <a:p>
                      <a:endParaRPr lang="en-IN" sz="2800"/>
                    </a:p>
                  </a:txBody>
                  <a:tcPr anchor="ctr"/>
                </a:tc>
                <a:tc>
                  <a:txBody>
                    <a:bodyPr/>
                    <a:lstStyle/>
                    <a:p>
                      <a:endParaRPr lang="en-IN" sz="2800" dirty="0"/>
                    </a:p>
                  </a:txBody>
                  <a:tcPr anchor="ctr"/>
                </a:tc>
                <a:tc>
                  <a:txBody>
                    <a:bodyPr/>
                    <a:lstStyle/>
                    <a:p>
                      <a:endParaRPr lang="en-IN" sz="2800" dirty="0"/>
                    </a:p>
                  </a:txBody>
                  <a:tcPr anchor="ctr"/>
                </a:tc>
                <a:tc>
                  <a:txBody>
                    <a:bodyPr/>
                    <a:lstStyle/>
                    <a:p>
                      <a:endParaRPr lang="en-IN" sz="2800" dirty="0"/>
                    </a:p>
                  </a:txBody>
                  <a:tcPr anchor="ctr"/>
                </a:tc>
                <a:extLst>
                  <a:ext uri="{0D108BD9-81ED-4DB2-BD59-A6C34878D82A}">
                    <a16:rowId xmlns:a16="http://schemas.microsoft.com/office/drawing/2014/main" val="2991808497"/>
                  </a:ext>
                </a:extLst>
              </a:tr>
              <a:tr h="1495443">
                <a:tc>
                  <a:txBody>
                    <a:bodyPr/>
                    <a:lstStyle/>
                    <a:p>
                      <a:endParaRPr lang="en-IN" sz="2400" dirty="0"/>
                    </a:p>
                  </a:txBody>
                  <a:tcPr anchor="ctr"/>
                </a:tc>
                <a:tc>
                  <a:txBody>
                    <a:bodyPr/>
                    <a:lstStyle/>
                    <a:p>
                      <a:endParaRPr lang="en-IN" sz="2400"/>
                    </a:p>
                  </a:txBody>
                  <a:tcPr anchor="ctr"/>
                </a:tc>
                <a:tc>
                  <a:txBody>
                    <a:bodyPr/>
                    <a:lstStyle/>
                    <a:p>
                      <a:endParaRPr lang="en-IN" sz="2400"/>
                    </a:p>
                  </a:txBody>
                  <a:tcPr anchor="ctr"/>
                </a:tc>
                <a:tc>
                  <a:txBody>
                    <a:bodyPr/>
                    <a:lstStyle/>
                    <a:p>
                      <a:endParaRPr lang="en-IN" sz="2400" dirty="0"/>
                    </a:p>
                  </a:txBody>
                  <a:tcPr anchor="ctr"/>
                </a:tc>
                <a:tc>
                  <a:txBody>
                    <a:bodyPr/>
                    <a:lstStyle/>
                    <a:p>
                      <a:endParaRPr lang="en-IN" sz="2400" dirty="0"/>
                    </a:p>
                  </a:txBody>
                  <a:tcPr anchor="ctr"/>
                </a:tc>
                <a:extLst>
                  <a:ext uri="{0D108BD9-81ED-4DB2-BD59-A6C34878D82A}">
                    <a16:rowId xmlns:a16="http://schemas.microsoft.com/office/drawing/2014/main" val="175829639"/>
                  </a:ext>
                </a:extLst>
              </a:tr>
              <a:tr h="398785">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659255672"/>
                  </a:ext>
                </a:extLst>
              </a:tr>
              <a:tr h="398785">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854913623"/>
                  </a:ext>
                </a:extLst>
              </a:tr>
            </a:tbl>
          </a:graphicData>
        </a:graphic>
      </p:graphicFrame>
    </p:spTree>
    <p:extLst>
      <p:ext uri="{BB962C8B-B14F-4D97-AF65-F5344CB8AC3E}">
        <p14:creationId xmlns:p14="http://schemas.microsoft.com/office/powerpoint/2010/main" val="14204397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A53A0-1B8A-AB55-482A-62769C109EF0}"/>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5F2F91FA-ADC0-0ABD-933C-954D13D46D2B}"/>
              </a:ext>
            </a:extLst>
          </p:cNvPr>
          <p:cNvGraphicFramePr>
            <a:graphicFrameLocks noGrp="1"/>
          </p:cNvGraphicFramePr>
          <p:nvPr>
            <p:ph idx="1"/>
            <p:extLst>
              <p:ext uri="{D42A27DB-BD31-4B8C-83A1-F6EECF244321}">
                <p14:modId xmlns:p14="http://schemas.microsoft.com/office/powerpoint/2010/main" val="3776863304"/>
              </p:ext>
            </p:extLst>
          </p:nvPr>
        </p:nvGraphicFramePr>
        <p:xfrm>
          <a:off x="838200" y="0"/>
          <a:ext cx="11265310" cy="6784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36494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66529-0BD0-390F-4ED7-AA8157B96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8E6EC9-0F8E-5AD9-655F-EC9E84DD4BAB}"/>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BB1C85A2-80FF-9829-B0F2-FACA975CF7BA}"/>
              </a:ext>
            </a:extLst>
          </p:cNvPr>
          <p:cNvGraphicFramePr>
            <a:graphicFrameLocks noGrp="1"/>
          </p:cNvGraphicFramePr>
          <p:nvPr>
            <p:ph idx="1"/>
            <p:extLst>
              <p:ext uri="{D42A27DB-BD31-4B8C-83A1-F6EECF244321}">
                <p14:modId xmlns:p14="http://schemas.microsoft.com/office/powerpoint/2010/main" val="2499947114"/>
              </p:ext>
            </p:extLst>
          </p:nvPr>
        </p:nvGraphicFramePr>
        <p:xfrm>
          <a:off x="838200" y="0"/>
          <a:ext cx="11265310" cy="6784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1357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2ACE9-FF38-1F45-DF41-0E4EAD3D4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F4EF57-8EF3-F4B0-0456-25A055BB40E1}"/>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7C78D3B0-8BC9-B4AF-549B-E069E6895BC1}"/>
              </a:ext>
            </a:extLst>
          </p:cNvPr>
          <p:cNvGraphicFramePr>
            <a:graphicFrameLocks noGrp="1"/>
          </p:cNvGraphicFramePr>
          <p:nvPr>
            <p:ph idx="1"/>
            <p:extLst>
              <p:ext uri="{D42A27DB-BD31-4B8C-83A1-F6EECF244321}">
                <p14:modId xmlns:p14="http://schemas.microsoft.com/office/powerpoint/2010/main" val="3609547085"/>
              </p:ext>
            </p:extLst>
          </p:nvPr>
        </p:nvGraphicFramePr>
        <p:xfrm>
          <a:off x="838200" y="0"/>
          <a:ext cx="11265310" cy="6784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47618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5458C-32F8-90D3-1D39-A37153A04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5799E-E1E9-50B3-1824-1E797A9A5E9A}"/>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63F035EF-0713-5A7D-9956-78A69B640568}"/>
              </a:ext>
            </a:extLst>
          </p:cNvPr>
          <p:cNvGraphicFramePr>
            <a:graphicFrameLocks noGrp="1"/>
          </p:cNvGraphicFramePr>
          <p:nvPr>
            <p:ph idx="1"/>
            <p:extLst>
              <p:ext uri="{D42A27DB-BD31-4B8C-83A1-F6EECF244321}">
                <p14:modId xmlns:p14="http://schemas.microsoft.com/office/powerpoint/2010/main" val="653220269"/>
              </p:ext>
            </p:extLst>
          </p:nvPr>
        </p:nvGraphicFramePr>
        <p:xfrm>
          <a:off x="838200" y="0"/>
          <a:ext cx="11265310" cy="6784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5912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B5D63-0E45-B06E-79C8-0C1947362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88382-8E17-5F15-1D7B-9949B2CFE76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6043EA99-6966-D552-756B-DC05E5B580A2}"/>
              </a:ext>
            </a:extLst>
          </p:cNvPr>
          <p:cNvGraphicFramePr>
            <a:graphicFrameLocks noGrp="1"/>
          </p:cNvGraphicFramePr>
          <p:nvPr>
            <p:ph idx="1"/>
            <p:extLst>
              <p:ext uri="{D42A27DB-BD31-4B8C-83A1-F6EECF244321}">
                <p14:modId xmlns:p14="http://schemas.microsoft.com/office/powerpoint/2010/main" val="3830089530"/>
              </p:ext>
            </p:extLst>
          </p:nvPr>
        </p:nvGraphicFramePr>
        <p:xfrm>
          <a:off x="838200" y="0"/>
          <a:ext cx="11265310" cy="6784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97872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EA68F-232A-1E42-10C9-D9B1546CB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36C97-073D-FC42-4438-CBAB1E860FED}"/>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44E1BA51-41B2-13A9-4A89-5FD282465885}"/>
              </a:ext>
            </a:extLst>
          </p:cNvPr>
          <p:cNvGraphicFramePr>
            <a:graphicFrameLocks noGrp="1"/>
          </p:cNvGraphicFramePr>
          <p:nvPr>
            <p:ph idx="1"/>
            <p:extLst>
              <p:ext uri="{D42A27DB-BD31-4B8C-83A1-F6EECF244321}">
                <p14:modId xmlns:p14="http://schemas.microsoft.com/office/powerpoint/2010/main" val="2658266377"/>
              </p:ext>
            </p:extLst>
          </p:nvPr>
        </p:nvGraphicFramePr>
        <p:xfrm>
          <a:off x="838200" y="0"/>
          <a:ext cx="11265310" cy="6784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48886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94CC6-F80F-DD9E-55D4-BD5223963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227CE-D3C7-FFC9-5A5F-E7EE0539842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E875FD11-839F-C5EE-D201-60F28230F90B}"/>
              </a:ext>
            </a:extLst>
          </p:cNvPr>
          <p:cNvGraphicFramePr>
            <a:graphicFrameLocks noGrp="1"/>
          </p:cNvGraphicFramePr>
          <p:nvPr>
            <p:ph idx="1"/>
            <p:extLst>
              <p:ext uri="{D42A27DB-BD31-4B8C-83A1-F6EECF244321}">
                <p14:modId xmlns:p14="http://schemas.microsoft.com/office/powerpoint/2010/main" val="1304790679"/>
              </p:ext>
            </p:extLst>
          </p:nvPr>
        </p:nvGraphicFramePr>
        <p:xfrm>
          <a:off x="838200" y="0"/>
          <a:ext cx="11265310" cy="6784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43673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13EDC-FBD4-5D32-9578-D89320DCE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796F5-79B1-8474-EFFC-D8035E11F961}"/>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91C46B0A-AC0B-EC0C-D119-F0AB7DBBAB7F}"/>
              </a:ext>
            </a:extLst>
          </p:cNvPr>
          <p:cNvGraphicFramePr>
            <a:graphicFrameLocks noGrp="1"/>
          </p:cNvGraphicFramePr>
          <p:nvPr>
            <p:ph idx="1"/>
            <p:extLst>
              <p:ext uri="{D42A27DB-BD31-4B8C-83A1-F6EECF244321}">
                <p14:modId xmlns:p14="http://schemas.microsoft.com/office/powerpoint/2010/main" val="2137093753"/>
              </p:ext>
            </p:extLst>
          </p:nvPr>
        </p:nvGraphicFramePr>
        <p:xfrm>
          <a:off x="838200" y="0"/>
          <a:ext cx="11265310" cy="6784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37309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6840B-5E3D-0167-6798-E253D16C8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C39B5-D9BB-8DC1-0636-0AA9EE6B2041}"/>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72D21293-6E4D-A701-165D-5ED9F2E7C7FD}"/>
              </a:ext>
            </a:extLst>
          </p:cNvPr>
          <p:cNvGraphicFramePr>
            <a:graphicFrameLocks noGrp="1"/>
          </p:cNvGraphicFramePr>
          <p:nvPr>
            <p:ph idx="1"/>
            <p:extLst>
              <p:ext uri="{D42A27DB-BD31-4B8C-83A1-F6EECF244321}">
                <p14:modId xmlns:p14="http://schemas.microsoft.com/office/powerpoint/2010/main" val="4235235295"/>
              </p:ext>
            </p:extLst>
          </p:nvPr>
        </p:nvGraphicFramePr>
        <p:xfrm>
          <a:off x="838200" y="0"/>
          <a:ext cx="11265310" cy="6784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1639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0E218-24FF-24EC-459C-16D8C66AA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4D4A1-19F0-825D-9ECE-A05578B53984}"/>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954E46D9-BD5F-FAB4-271B-351FB53D16FB}"/>
              </a:ext>
            </a:extLst>
          </p:cNvPr>
          <p:cNvGraphicFramePr>
            <a:graphicFrameLocks noGrp="1"/>
          </p:cNvGraphicFramePr>
          <p:nvPr>
            <p:ph idx="1"/>
            <p:extLst>
              <p:ext uri="{D42A27DB-BD31-4B8C-83A1-F6EECF244321}">
                <p14:modId xmlns:p14="http://schemas.microsoft.com/office/powerpoint/2010/main" val="1367052647"/>
              </p:ext>
            </p:extLst>
          </p:nvPr>
        </p:nvGraphicFramePr>
        <p:xfrm>
          <a:off x="838200" y="0"/>
          <a:ext cx="11265310" cy="6784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494835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858000"/>
          </a:xfrm>
        </p:spPr>
        <p:txBody>
          <a:bodyPr/>
          <a:lstStyle/>
          <a:p>
            <a:r>
              <a:rPr lang="en-IN" b="1" dirty="0"/>
              <a:t> </a:t>
            </a:r>
            <a:r>
              <a:rPr lang="en-IN" sz="3200" b="1" dirty="0">
                <a:solidFill>
                  <a:srgbClr val="C00000"/>
                </a:solidFill>
              </a:rPr>
              <a:t>Imperatives: Active Commands</a:t>
            </a:r>
            <a:r>
              <a:rPr lang="en-IN" sz="3200" b="1" dirty="0"/>
              <a:t> </a:t>
            </a:r>
            <a:r>
              <a:rPr lang="en-IN" sz="3200" b="1" dirty="0">
                <a:hlinkClick r:id="rId2"/>
              </a:rPr>
              <a:t>^</a:t>
            </a:r>
            <a:endParaRPr lang="en-IN" sz="3200" b="1" dirty="0"/>
          </a:p>
          <a:p>
            <a:r>
              <a:rPr lang="en-IN" sz="3200" dirty="0"/>
              <a:t>A command (or “imperative”) is a kind of active sentence, in which “</a:t>
            </a:r>
            <a:r>
              <a:rPr lang="en-IN" sz="3200" dirty="0">
                <a:solidFill>
                  <a:srgbClr val="C00000"/>
                </a:solidFill>
              </a:rPr>
              <a:t>you” (the one being addressed) are being ordered to perform the action</a:t>
            </a:r>
            <a:r>
              <a:rPr lang="en-IN" sz="3200" dirty="0"/>
              <a:t>. (If you refuse to obey, the sentence is still active.)</a:t>
            </a:r>
          </a:p>
          <a:p>
            <a:r>
              <a:rPr lang="en-IN" sz="3600" dirty="0"/>
              <a:t>Get to work on time.</a:t>
            </a:r>
          </a:p>
          <a:p>
            <a:r>
              <a:rPr lang="en-IN" sz="3600" dirty="0"/>
              <a:t>Insert tab A into slot B.</a:t>
            </a:r>
          </a:p>
          <a:p>
            <a:r>
              <a:rPr lang="en-IN" sz="3600" dirty="0"/>
              <a:t>Take me to your leader.</a:t>
            </a:r>
          </a:p>
          <a:p>
            <a:pPr marL="0" indent="0">
              <a:buNone/>
            </a:pPr>
            <a:endParaRPr lang="en-IN" sz="3200" dirty="0"/>
          </a:p>
        </p:txBody>
      </p:sp>
    </p:spTree>
    <p:extLst>
      <p:ext uri="{BB962C8B-B14F-4D97-AF65-F5344CB8AC3E}">
        <p14:creationId xmlns:p14="http://schemas.microsoft.com/office/powerpoint/2010/main" val="6860548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3335" y="206061"/>
            <a:ext cx="11057587" cy="6426558"/>
          </a:xfrm>
        </p:spPr>
        <p:txBody>
          <a:bodyPr>
            <a:normAutofit/>
          </a:bodyPr>
          <a:lstStyle/>
          <a:p>
            <a:r>
              <a:rPr lang="en-IN" sz="3600" dirty="0"/>
              <a:t>1. She let me go.</a:t>
            </a:r>
          </a:p>
          <a:p>
            <a:r>
              <a:rPr lang="en-IN" sz="3600" dirty="0"/>
              <a:t>2. I bade him leave the room.</a:t>
            </a:r>
          </a:p>
          <a:p>
            <a:r>
              <a:rPr lang="en-IN" sz="3600" dirty="0"/>
              <a:t>3. They must help me finish the work.</a:t>
            </a:r>
          </a:p>
          <a:p>
            <a:r>
              <a:rPr lang="en-IN" sz="3600" dirty="0"/>
              <a:t>4. I made him wash all the clothes</a:t>
            </a:r>
          </a:p>
          <a:p>
            <a:r>
              <a:rPr lang="en-IN" sz="3600" b="1" dirty="0">
                <a:solidFill>
                  <a:srgbClr val="C00000"/>
                </a:solidFill>
              </a:rPr>
              <a:t>Let, Bid, help  make  </a:t>
            </a:r>
            <a:r>
              <a:rPr lang="en-IN" sz="3600" b="1" dirty="0"/>
              <a:t>passive voice </a:t>
            </a:r>
            <a:r>
              <a:rPr lang="en-IN" sz="3600" dirty="0"/>
              <a:t> </a:t>
            </a:r>
            <a:r>
              <a:rPr lang="en-IN" sz="3600" b="1" dirty="0">
                <a:solidFill>
                  <a:srgbClr val="C00000"/>
                </a:solidFill>
              </a:rPr>
              <a:t>'to'</a:t>
            </a:r>
            <a:r>
              <a:rPr lang="en-IN" sz="3600" b="1" dirty="0"/>
              <a:t> </a:t>
            </a:r>
          </a:p>
          <a:p>
            <a:r>
              <a:rPr lang="en-IN" sz="3600" dirty="0"/>
              <a:t>I should be allowed to go </a:t>
            </a:r>
          </a:p>
          <a:p>
            <a:r>
              <a:rPr lang="en-IN" sz="3600" dirty="0"/>
              <a:t> 1. He was bidden to leave the room by me.</a:t>
            </a:r>
          </a:p>
          <a:p>
            <a:r>
              <a:rPr lang="en-IN" sz="3600" dirty="0"/>
              <a:t>2. I must be helped to finish the work.</a:t>
            </a:r>
          </a:p>
          <a:p>
            <a:r>
              <a:rPr lang="en-IN" sz="3600" dirty="0"/>
              <a:t>3. He was made to wash all the clothes by me.</a:t>
            </a:r>
          </a:p>
        </p:txBody>
      </p:sp>
    </p:spTree>
    <p:extLst>
      <p:ext uri="{BB962C8B-B14F-4D97-AF65-F5344CB8AC3E}">
        <p14:creationId xmlns:p14="http://schemas.microsoft.com/office/powerpoint/2010/main" val="5648370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7577"/>
            <a:ext cx="10515600" cy="5919386"/>
          </a:xfrm>
        </p:spPr>
        <p:txBody>
          <a:bodyPr>
            <a:normAutofit/>
          </a:bodyPr>
          <a:lstStyle/>
          <a:p>
            <a:r>
              <a:rPr lang="en-IN" sz="3600" b="1" i="1" dirty="0"/>
              <a:t> </a:t>
            </a:r>
            <a:r>
              <a:rPr lang="en-IN" sz="3600" b="1" dirty="0">
                <a:solidFill>
                  <a:srgbClr val="C00000"/>
                </a:solidFill>
              </a:rPr>
              <a:t>'Let'</a:t>
            </a:r>
            <a:r>
              <a:rPr lang="en-IN" sz="3600" b="1" dirty="0"/>
              <a:t> </a:t>
            </a:r>
            <a:r>
              <a:rPr lang="en-IN" sz="3600" dirty="0"/>
              <a:t> Passive voice  </a:t>
            </a:r>
          </a:p>
          <a:p>
            <a:r>
              <a:rPr lang="en-IN" sz="3600" dirty="0"/>
              <a:t> 1. Let me play  </a:t>
            </a:r>
          </a:p>
          <a:p>
            <a:r>
              <a:rPr lang="en-IN" sz="3600" dirty="0"/>
              <a:t>I may be allowed to play.</a:t>
            </a:r>
          </a:p>
          <a:p>
            <a:r>
              <a:rPr lang="en-IN" sz="3600" dirty="0"/>
              <a:t>2. Let him do this work.</a:t>
            </a:r>
          </a:p>
          <a:p>
            <a:r>
              <a:rPr lang="en-IN" sz="3600" dirty="0"/>
              <a:t>Let this work be done by him.</a:t>
            </a:r>
          </a:p>
          <a:p>
            <a:r>
              <a:rPr lang="en-IN" sz="3600" dirty="0"/>
              <a:t>3. Let us organize a party </a:t>
            </a:r>
          </a:p>
          <a:p>
            <a:r>
              <a:rPr lang="en-IN" sz="3600" dirty="0"/>
              <a:t>A party should be organized.</a:t>
            </a:r>
          </a:p>
          <a:p>
            <a:r>
              <a:rPr lang="en-IN" sz="3600" dirty="0"/>
              <a:t>4. Let us help the poor.  </a:t>
            </a:r>
          </a:p>
          <a:p>
            <a:r>
              <a:rPr lang="en-IN" sz="3600" dirty="0"/>
              <a:t>The poor should be helped.</a:t>
            </a:r>
          </a:p>
          <a:p>
            <a:endParaRPr lang="en-IN" sz="3600" dirty="0"/>
          </a:p>
        </p:txBody>
      </p:sp>
    </p:spTree>
    <p:extLst>
      <p:ext uri="{BB962C8B-B14F-4D97-AF65-F5344CB8AC3E}">
        <p14:creationId xmlns:p14="http://schemas.microsoft.com/office/powerpoint/2010/main" val="32193665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7424"/>
            <a:ext cx="10515600" cy="6581105"/>
          </a:xfrm>
        </p:spPr>
        <p:txBody>
          <a:bodyPr>
            <a:normAutofit/>
          </a:bodyPr>
          <a:lstStyle/>
          <a:p>
            <a:r>
              <a:rPr lang="en-IN" sz="4000" b="1" dirty="0">
                <a:solidFill>
                  <a:srgbClr val="C00000"/>
                </a:solidFill>
              </a:rPr>
              <a:t>WH - QUESTIONS:</a:t>
            </a:r>
          </a:p>
          <a:p>
            <a:r>
              <a:rPr lang="en-IN" sz="4000" dirty="0"/>
              <a:t> </a:t>
            </a:r>
            <a:r>
              <a:rPr lang="en-IN" sz="4000" b="1" dirty="0">
                <a:solidFill>
                  <a:srgbClr val="C00000"/>
                </a:solidFill>
              </a:rPr>
              <a:t>Yes/No Questions </a:t>
            </a:r>
            <a:r>
              <a:rPr lang="en-IN" sz="4000" dirty="0"/>
              <a:t>- </a:t>
            </a:r>
            <a:r>
              <a:rPr lang="en-IN" sz="4000" b="1" dirty="0"/>
              <a:t>Passive </a:t>
            </a:r>
            <a:r>
              <a:rPr lang="en-IN" sz="4000" dirty="0"/>
              <a:t>-</a:t>
            </a:r>
            <a:r>
              <a:rPr lang="en-IN" sz="4000" b="1" dirty="0"/>
              <a:t>Interrogative Words </a:t>
            </a:r>
            <a:r>
              <a:rPr lang="en-IN" sz="4000" dirty="0"/>
              <a:t>-</a:t>
            </a:r>
            <a:r>
              <a:rPr lang="en-IN" sz="4000" b="1" dirty="0" err="1"/>
              <a:t>Wh</a:t>
            </a:r>
            <a:r>
              <a:rPr lang="en-IN" sz="4000" b="1" dirty="0"/>
              <a:t>- Questions </a:t>
            </a:r>
            <a:r>
              <a:rPr lang="en-IN" sz="4000" dirty="0"/>
              <a:t> </a:t>
            </a:r>
          </a:p>
          <a:p>
            <a:r>
              <a:rPr lang="en-IN" sz="4000" dirty="0"/>
              <a:t> Active: Have you broken the glass?</a:t>
            </a:r>
          </a:p>
          <a:p>
            <a:r>
              <a:rPr lang="en-IN" sz="4000" dirty="0"/>
              <a:t>Passive: Has the glass been broken by you?</a:t>
            </a:r>
          </a:p>
          <a:p>
            <a:r>
              <a:rPr lang="en-IN" sz="4000" dirty="0"/>
              <a:t> </a:t>
            </a:r>
            <a:r>
              <a:rPr lang="en-IN" sz="4000" b="1" dirty="0"/>
              <a:t> </a:t>
            </a:r>
            <a:r>
              <a:rPr lang="en-IN" sz="4000" b="1" dirty="0">
                <a:solidFill>
                  <a:srgbClr val="C00000"/>
                </a:solidFill>
              </a:rPr>
              <a:t>Interrogative Word  </a:t>
            </a:r>
          </a:p>
          <a:p>
            <a:r>
              <a:rPr lang="en-IN" sz="4000" dirty="0"/>
              <a:t>Active: Why have you broken the glass?</a:t>
            </a:r>
          </a:p>
          <a:p>
            <a:r>
              <a:rPr lang="en-IN" sz="4000" dirty="0"/>
              <a:t>Passive: Why has the glass been broken by you?</a:t>
            </a:r>
          </a:p>
        </p:txBody>
      </p:sp>
    </p:spTree>
    <p:extLst>
      <p:ext uri="{BB962C8B-B14F-4D97-AF65-F5344CB8AC3E}">
        <p14:creationId xmlns:p14="http://schemas.microsoft.com/office/powerpoint/2010/main" val="34948723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6366"/>
            <a:ext cx="10515600" cy="5790597"/>
          </a:xfrm>
        </p:spPr>
        <p:txBody>
          <a:bodyPr>
            <a:normAutofit/>
          </a:bodyPr>
          <a:lstStyle/>
          <a:p>
            <a:r>
              <a:rPr lang="en-IN" sz="3200" dirty="0"/>
              <a:t>Rule - </a:t>
            </a:r>
            <a:r>
              <a:rPr lang="en-IN" sz="3200" b="1" dirty="0">
                <a:solidFill>
                  <a:srgbClr val="C00000"/>
                </a:solidFill>
              </a:rPr>
              <a:t>Why, How, When, Where, What </a:t>
            </a:r>
            <a:r>
              <a:rPr lang="en-IN" sz="3200" dirty="0">
                <a:solidFill>
                  <a:srgbClr val="C00000"/>
                </a:solidFill>
              </a:rPr>
              <a:t> </a:t>
            </a:r>
            <a:r>
              <a:rPr lang="en-IN" sz="3200" b="1" dirty="0">
                <a:solidFill>
                  <a:srgbClr val="C00000"/>
                </a:solidFill>
              </a:rPr>
              <a:t>Who </a:t>
            </a:r>
            <a:r>
              <a:rPr lang="en-IN" sz="3200" dirty="0">
                <a:solidFill>
                  <a:srgbClr val="C00000"/>
                </a:solidFill>
              </a:rPr>
              <a:t> </a:t>
            </a:r>
            <a:r>
              <a:rPr lang="en-IN" sz="3200" b="1" dirty="0">
                <a:solidFill>
                  <a:srgbClr val="C00000"/>
                </a:solidFill>
              </a:rPr>
              <a:t>Whom</a:t>
            </a:r>
          </a:p>
          <a:p>
            <a:r>
              <a:rPr lang="en-IN" sz="3200" dirty="0"/>
              <a:t> Questions into Passive  </a:t>
            </a:r>
          </a:p>
          <a:p>
            <a:r>
              <a:rPr lang="en-IN" sz="3200" dirty="0"/>
              <a:t>Active: </a:t>
            </a:r>
            <a:r>
              <a:rPr lang="en-IN" sz="3200" b="1" dirty="0"/>
              <a:t>Who </a:t>
            </a:r>
            <a:r>
              <a:rPr lang="en-IN" sz="3200" dirty="0"/>
              <a:t>wrote the Ramayana?</a:t>
            </a:r>
          </a:p>
          <a:p>
            <a:r>
              <a:rPr lang="en-IN" sz="3200" dirty="0"/>
              <a:t>Passive: </a:t>
            </a:r>
            <a:r>
              <a:rPr lang="en-IN" sz="3200" b="1" dirty="0"/>
              <a:t>By whom </a:t>
            </a:r>
            <a:r>
              <a:rPr lang="en-IN" sz="3200" dirty="0"/>
              <a:t>was the Ramayana written?</a:t>
            </a:r>
          </a:p>
          <a:p>
            <a:r>
              <a:rPr lang="en-IN" sz="3200" b="1" i="1" dirty="0"/>
              <a:t>or</a:t>
            </a:r>
          </a:p>
          <a:p>
            <a:r>
              <a:rPr lang="en-IN" sz="3200" b="1" dirty="0"/>
              <a:t>Who </a:t>
            </a:r>
            <a:r>
              <a:rPr lang="en-IN" sz="3200" dirty="0"/>
              <a:t>was the Ramayana written by?</a:t>
            </a:r>
          </a:p>
          <a:p>
            <a:r>
              <a:rPr lang="en-IN" sz="3200" dirty="0"/>
              <a:t>[Whom was the Ramayana written by?  </a:t>
            </a:r>
          </a:p>
          <a:p>
            <a:r>
              <a:rPr lang="en-IN" sz="3200" dirty="0"/>
              <a:t>Active: </a:t>
            </a:r>
            <a:r>
              <a:rPr lang="en-IN" sz="3200" b="1" dirty="0"/>
              <a:t>Whom </a:t>
            </a:r>
            <a:r>
              <a:rPr lang="en-IN" sz="3200" dirty="0"/>
              <a:t>have you invited?</a:t>
            </a:r>
          </a:p>
          <a:p>
            <a:r>
              <a:rPr lang="en-IN" sz="3200" dirty="0"/>
              <a:t>Passive: </a:t>
            </a:r>
            <a:r>
              <a:rPr lang="en-IN" sz="3200" b="1" dirty="0"/>
              <a:t>Who </a:t>
            </a:r>
            <a:r>
              <a:rPr lang="en-IN" sz="3200" dirty="0"/>
              <a:t>has been invited by you?</a:t>
            </a:r>
          </a:p>
        </p:txBody>
      </p:sp>
    </p:spTree>
    <p:extLst>
      <p:ext uri="{BB962C8B-B14F-4D97-AF65-F5344CB8AC3E}">
        <p14:creationId xmlns:p14="http://schemas.microsoft.com/office/powerpoint/2010/main" val="22403501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0304"/>
            <a:ext cx="10515600" cy="5996659"/>
          </a:xfrm>
        </p:spPr>
        <p:txBody>
          <a:bodyPr>
            <a:normAutofit/>
          </a:bodyPr>
          <a:lstStyle/>
          <a:p>
            <a:r>
              <a:rPr lang="en-IN" sz="4000" b="1" dirty="0">
                <a:solidFill>
                  <a:srgbClr val="C00000"/>
                </a:solidFill>
              </a:rPr>
              <a:t>Sentences with modals</a:t>
            </a:r>
            <a:endParaRPr lang="en-IN" sz="4000" dirty="0">
              <a:solidFill>
                <a:srgbClr val="C00000"/>
              </a:solidFill>
            </a:endParaRPr>
          </a:p>
          <a:p>
            <a:r>
              <a:rPr lang="en-IN" sz="3600" dirty="0"/>
              <a:t>Active: You ought to respect your parents.</a:t>
            </a:r>
            <a:br>
              <a:rPr lang="en-IN" sz="3600" dirty="0"/>
            </a:br>
            <a:r>
              <a:rPr lang="en-IN" sz="3600" dirty="0"/>
              <a:t>Passive: Your parents </a:t>
            </a:r>
            <a:r>
              <a:rPr lang="en-IN" sz="3600" b="1" dirty="0"/>
              <a:t>ought to be respected</a:t>
            </a:r>
            <a:r>
              <a:rPr lang="en-IN" sz="3600" dirty="0"/>
              <a:t> by you.</a:t>
            </a:r>
            <a:br>
              <a:rPr lang="en-IN" sz="3600" dirty="0"/>
            </a:br>
            <a:r>
              <a:rPr lang="en-IN" sz="3600" dirty="0"/>
              <a:t>Active: You should learn your lessons.</a:t>
            </a:r>
            <a:br>
              <a:rPr lang="en-IN" sz="3600" dirty="0"/>
            </a:br>
            <a:r>
              <a:rPr lang="en-IN" sz="3600" dirty="0"/>
              <a:t>Passive: Your lessons </a:t>
            </a:r>
            <a:r>
              <a:rPr lang="en-IN" sz="3600" b="1" dirty="0"/>
              <a:t>should be learned</a:t>
            </a:r>
            <a:r>
              <a:rPr lang="en-IN" sz="3600" dirty="0"/>
              <a:t> by you.</a:t>
            </a:r>
          </a:p>
          <a:p>
            <a:r>
              <a:rPr lang="en-IN" sz="3600" b="1" dirty="0">
                <a:solidFill>
                  <a:srgbClr val="C00000"/>
                </a:solidFill>
              </a:rPr>
              <a:t>In sentences where God is invoked the passive voice will be as follows:</a:t>
            </a:r>
          </a:p>
          <a:p>
            <a:r>
              <a:rPr lang="en-IN" sz="3600" dirty="0"/>
              <a:t>Active: May God bless you!</a:t>
            </a:r>
            <a:br>
              <a:rPr lang="en-IN" sz="3600" dirty="0"/>
            </a:br>
            <a:r>
              <a:rPr lang="en-IN" sz="3600" dirty="0"/>
              <a:t>Passive: </a:t>
            </a:r>
            <a:r>
              <a:rPr lang="en-IN" sz="3600" b="1" dirty="0"/>
              <a:t>May you be blessed by God!</a:t>
            </a:r>
            <a:endParaRPr lang="en-IN" sz="3600" dirty="0"/>
          </a:p>
          <a:p>
            <a:endParaRPr lang="en-IN" sz="3600" dirty="0"/>
          </a:p>
          <a:p>
            <a:endParaRPr lang="en-IN" sz="3600" dirty="0"/>
          </a:p>
          <a:p>
            <a:endParaRPr lang="en-IN" sz="3600" dirty="0"/>
          </a:p>
        </p:txBody>
      </p:sp>
    </p:spTree>
    <p:extLst>
      <p:ext uri="{BB962C8B-B14F-4D97-AF65-F5344CB8AC3E}">
        <p14:creationId xmlns:p14="http://schemas.microsoft.com/office/powerpoint/2010/main" val="14260116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7730"/>
            <a:ext cx="10515600" cy="5829233"/>
          </a:xfrm>
        </p:spPr>
        <p:txBody>
          <a:bodyPr>
            <a:normAutofit/>
          </a:bodyPr>
          <a:lstStyle/>
          <a:p>
            <a:r>
              <a:rPr lang="en-IN" sz="3600" b="1" dirty="0">
                <a:solidFill>
                  <a:srgbClr val="C00000"/>
                </a:solidFill>
              </a:rPr>
              <a:t>The infinitive passive voice </a:t>
            </a:r>
            <a:r>
              <a:rPr lang="en-IN" sz="3600" dirty="0"/>
              <a:t>is used after modal verbs and other most verbs normally followed by an infinitive.</a:t>
            </a:r>
          </a:p>
          <a:p>
            <a:r>
              <a:rPr lang="en-IN" sz="3600" cap="all" dirty="0"/>
              <a:t>EXAMPLES</a:t>
            </a:r>
          </a:p>
          <a:p>
            <a:r>
              <a:rPr lang="en-IN" sz="3600" dirty="0"/>
              <a:t>You </a:t>
            </a:r>
            <a:r>
              <a:rPr lang="en-IN" sz="3600" b="1" dirty="0"/>
              <a:t>have to be tested</a:t>
            </a:r>
            <a:r>
              <a:rPr lang="en-IN" sz="3600" dirty="0"/>
              <a:t> on your English grammar.</a:t>
            </a:r>
          </a:p>
          <a:p>
            <a:r>
              <a:rPr lang="en-IN" sz="3600" dirty="0"/>
              <a:t>John </a:t>
            </a:r>
            <a:r>
              <a:rPr lang="en-IN" sz="3600" b="1" dirty="0"/>
              <a:t>might be promoted</a:t>
            </a:r>
            <a:r>
              <a:rPr lang="en-IN" sz="3600" dirty="0"/>
              <a:t> next year.</a:t>
            </a:r>
          </a:p>
          <a:p>
            <a:r>
              <a:rPr lang="en-IN" sz="3600" dirty="0"/>
              <a:t>She </a:t>
            </a:r>
            <a:r>
              <a:rPr lang="en-IN" sz="3600" b="1" dirty="0"/>
              <a:t>wants to be invited</a:t>
            </a:r>
            <a:r>
              <a:rPr lang="en-IN" sz="3600" dirty="0"/>
              <a:t> to the party.</a:t>
            </a:r>
          </a:p>
          <a:p>
            <a:r>
              <a:rPr lang="en-IN" sz="3600" dirty="0"/>
              <a:t>I </a:t>
            </a:r>
            <a:r>
              <a:rPr lang="en-IN" sz="3600" b="1" dirty="0"/>
              <a:t>expect to be surprised</a:t>
            </a:r>
            <a:r>
              <a:rPr lang="en-IN" sz="3600" dirty="0"/>
              <a:t> on my birthday.</a:t>
            </a:r>
          </a:p>
          <a:p>
            <a:r>
              <a:rPr lang="en-IN" sz="3600" dirty="0"/>
              <a:t>You </a:t>
            </a:r>
            <a:r>
              <a:rPr lang="en-IN" sz="3600" b="1" dirty="0"/>
              <a:t>may be disappointed</a:t>
            </a:r>
            <a:r>
              <a:rPr lang="en-IN" sz="3600" dirty="0"/>
              <a:t>.</a:t>
            </a:r>
          </a:p>
          <a:p>
            <a:endParaRPr lang="en-IN" sz="3600" dirty="0"/>
          </a:p>
        </p:txBody>
      </p:sp>
    </p:spTree>
    <p:extLst>
      <p:ext uri="{BB962C8B-B14F-4D97-AF65-F5344CB8AC3E}">
        <p14:creationId xmlns:p14="http://schemas.microsoft.com/office/powerpoint/2010/main" val="36535053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0304"/>
            <a:ext cx="10515600" cy="5996659"/>
          </a:xfrm>
        </p:spPr>
        <p:txBody>
          <a:bodyPr>
            <a:normAutofit/>
          </a:bodyPr>
          <a:lstStyle/>
          <a:p>
            <a:r>
              <a:rPr lang="en-IN" sz="4400" dirty="0">
                <a:solidFill>
                  <a:srgbClr val="C00000"/>
                </a:solidFill>
              </a:rPr>
              <a:t>INFINITIVE (TO + V1)</a:t>
            </a:r>
          </a:p>
          <a:p>
            <a:r>
              <a:rPr lang="en-IN" sz="4400" b="1" dirty="0"/>
              <a:t>Active: </a:t>
            </a:r>
            <a:r>
              <a:rPr lang="en-IN" sz="4400" b="1" dirty="0">
                <a:solidFill>
                  <a:srgbClr val="C00000"/>
                </a:solidFill>
              </a:rPr>
              <a:t>To + V1</a:t>
            </a:r>
          </a:p>
          <a:p>
            <a:r>
              <a:rPr lang="en-IN" sz="4400" b="1" dirty="0"/>
              <a:t>Passive: </a:t>
            </a:r>
            <a:r>
              <a:rPr lang="en-IN" sz="4400" b="1" dirty="0">
                <a:solidFill>
                  <a:srgbClr val="C00000"/>
                </a:solidFill>
              </a:rPr>
              <a:t>To + be + V3</a:t>
            </a:r>
          </a:p>
          <a:p>
            <a:r>
              <a:rPr lang="en-IN" sz="4400" dirty="0"/>
              <a:t>1. Active : I am to do it.</a:t>
            </a:r>
          </a:p>
          <a:p>
            <a:r>
              <a:rPr lang="en-IN" sz="4400" dirty="0"/>
              <a:t>Passive : It is to be done by me.</a:t>
            </a:r>
          </a:p>
          <a:p>
            <a:r>
              <a:rPr lang="en-IN" sz="4400" dirty="0"/>
              <a:t>2. Active: You are to write it in ink.</a:t>
            </a:r>
          </a:p>
          <a:p>
            <a:r>
              <a:rPr lang="en-IN" sz="4400" dirty="0"/>
              <a:t>Passive: It is to be written in ink.</a:t>
            </a:r>
          </a:p>
        </p:txBody>
      </p:sp>
    </p:spTree>
    <p:extLst>
      <p:ext uri="{BB962C8B-B14F-4D97-AF65-F5344CB8AC3E}">
        <p14:creationId xmlns:p14="http://schemas.microsoft.com/office/powerpoint/2010/main" val="34635305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1972"/>
            <a:ext cx="10515600" cy="6400800"/>
          </a:xfrm>
        </p:spPr>
        <p:txBody>
          <a:bodyPr>
            <a:normAutofit/>
          </a:bodyPr>
          <a:lstStyle/>
          <a:p>
            <a:r>
              <a:rPr lang="en-IN" b="1" cap="all" dirty="0">
                <a:solidFill>
                  <a:srgbClr val="C00000"/>
                </a:solidFill>
              </a:rPr>
              <a:t>PASSIVE VOICE WITH GERUNDS</a:t>
            </a:r>
          </a:p>
          <a:p>
            <a:r>
              <a:rPr lang="en-IN" dirty="0"/>
              <a:t>Gerunds are used after prepositions and verbs normally followed by a gerund.</a:t>
            </a:r>
          </a:p>
          <a:p>
            <a:r>
              <a:rPr lang="en-IN" cap="all" dirty="0"/>
              <a:t>EXAMPLES</a:t>
            </a:r>
          </a:p>
          <a:p>
            <a:r>
              <a:rPr lang="en-IN" dirty="0"/>
              <a:t>I </a:t>
            </a:r>
            <a:r>
              <a:rPr lang="en-IN" b="1" dirty="0"/>
              <a:t>remember being taught</a:t>
            </a:r>
            <a:r>
              <a:rPr lang="en-IN" dirty="0"/>
              <a:t> to drive.</a:t>
            </a:r>
          </a:p>
          <a:p>
            <a:r>
              <a:rPr lang="en-IN" dirty="0"/>
              <a:t>The children are excited </a:t>
            </a:r>
            <a:r>
              <a:rPr lang="en-IN" b="1" dirty="0"/>
              <a:t>about being taken</a:t>
            </a:r>
            <a:r>
              <a:rPr lang="en-IN" dirty="0"/>
              <a:t> to the zoo.</a:t>
            </a:r>
          </a:p>
          <a:p>
            <a:r>
              <a:rPr lang="en-IN" dirty="0"/>
              <a:t>The children are excited </a:t>
            </a:r>
            <a:r>
              <a:rPr lang="en-IN" b="1" dirty="0"/>
              <a:t>to be taken</a:t>
            </a:r>
            <a:r>
              <a:rPr lang="en-IN" dirty="0"/>
              <a:t> to the zoo.</a:t>
            </a:r>
          </a:p>
          <a:p>
            <a:r>
              <a:rPr lang="en-IN" dirty="0"/>
              <a:t>Most film stars </a:t>
            </a:r>
            <a:r>
              <a:rPr lang="en-IN" b="1" dirty="0"/>
              <a:t>hate being interviewed</a:t>
            </a:r>
            <a:r>
              <a:rPr lang="en-IN" dirty="0"/>
              <a:t>.</a:t>
            </a:r>
          </a:p>
          <a:p>
            <a:r>
              <a:rPr lang="en-IN" dirty="0"/>
              <a:t>Most film stars </a:t>
            </a:r>
            <a:r>
              <a:rPr lang="en-IN" b="1" dirty="0"/>
              <a:t>hate to be interviewed</a:t>
            </a:r>
            <a:r>
              <a:rPr lang="en-IN" dirty="0"/>
              <a:t>.</a:t>
            </a:r>
          </a:p>
          <a:p>
            <a:r>
              <a:rPr lang="en-IN" dirty="0"/>
              <a:t>Poodles </a:t>
            </a:r>
            <a:r>
              <a:rPr lang="en-IN" b="1" dirty="0"/>
              <a:t>like to be pampered</a:t>
            </a:r>
            <a:r>
              <a:rPr lang="en-IN" dirty="0"/>
              <a:t>.</a:t>
            </a:r>
          </a:p>
          <a:p>
            <a:r>
              <a:rPr lang="en-IN" dirty="0"/>
              <a:t>Poodles </a:t>
            </a:r>
            <a:r>
              <a:rPr lang="en-IN" b="1" dirty="0"/>
              <a:t>like being pampered</a:t>
            </a:r>
            <a:r>
              <a:rPr lang="en-IN" dirty="0"/>
              <a:t>.</a:t>
            </a:r>
          </a:p>
          <a:p>
            <a:endParaRPr lang="en-IN" dirty="0"/>
          </a:p>
        </p:txBody>
      </p:sp>
    </p:spTree>
    <p:extLst>
      <p:ext uri="{BB962C8B-B14F-4D97-AF65-F5344CB8AC3E}">
        <p14:creationId xmlns:p14="http://schemas.microsoft.com/office/powerpoint/2010/main" val="22084522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1820"/>
            <a:ext cx="10515600" cy="6387921"/>
          </a:xfrm>
        </p:spPr>
        <p:txBody>
          <a:bodyPr>
            <a:normAutofit/>
          </a:bodyPr>
          <a:lstStyle/>
          <a:p>
            <a:r>
              <a:rPr lang="en-IN" cap="all" dirty="0">
                <a:solidFill>
                  <a:srgbClr val="C00000"/>
                </a:solidFill>
              </a:rPr>
              <a:t>USING "TO BE BORN"</a:t>
            </a:r>
          </a:p>
          <a:p>
            <a:r>
              <a:rPr lang="en-IN" dirty="0"/>
              <a:t>"To be born" is an passive form and is most commonly used in the past tense. However, in some cases, the present or future tense is appropriate.</a:t>
            </a:r>
          </a:p>
          <a:p>
            <a:r>
              <a:rPr lang="en-IN" cap="all" dirty="0"/>
              <a:t>EXAMPLES</a:t>
            </a:r>
          </a:p>
          <a:p>
            <a:r>
              <a:rPr lang="en-IN" dirty="0"/>
              <a:t>I</a:t>
            </a:r>
            <a:r>
              <a:rPr lang="en-IN" b="1" dirty="0"/>
              <a:t> was born</a:t>
            </a:r>
            <a:r>
              <a:rPr lang="en-IN" dirty="0"/>
              <a:t> in 1976.</a:t>
            </a:r>
          </a:p>
          <a:p>
            <a:r>
              <a:rPr lang="en-IN" dirty="0"/>
              <a:t>Where </a:t>
            </a:r>
            <a:r>
              <a:rPr lang="en-IN" b="1" dirty="0"/>
              <a:t>were you born</a:t>
            </a:r>
            <a:r>
              <a:rPr lang="en-IN" dirty="0"/>
              <a:t>?</a:t>
            </a:r>
          </a:p>
          <a:p>
            <a:r>
              <a:rPr lang="en-IN" dirty="0"/>
              <a:t>Around 100 babies </a:t>
            </a:r>
            <a:r>
              <a:rPr lang="en-IN" b="1" dirty="0"/>
              <a:t>are born</a:t>
            </a:r>
            <a:r>
              <a:rPr lang="en-IN" dirty="0"/>
              <a:t> in this hospital every week.</a:t>
            </a:r>
          </a:p>
          <a:p>
            <a:r>
              <a:rPr lang="en-IN" dirty="0"/>
              <a:t>We don't know on exactly which day the baby </a:t>
            </a:r>
            <a:r>
              <a:rPr lang="en-IN" b="1" dirty="0"/>
              <a:t>will be born</a:t>
            </a:r>
            <a:r>
              <a:rPr lang="en-IN" dirty="0"/>
              <a:t>.</a:t>
            </a:r>
          </a:p>
          <a:p>
            <a:r>
              <a:rPr lang="en-IN" dirty="0"/>
              <a:t>Sometimes the passive is formed using the verb </a:t>
            </a:r>
            <a:r>
              <a:rPr lang="en-IN" i="1" dirty="0"/>
              <a:t>to get</a:t>
            </a:r>
            <a:r>
              <a:rPr lang="en-IN" dirty="0"/>
              <a:t> or </a:t>
            </a:r>
            <a:r>
              <a:rPr lang="en-IN" i="1" dirty="0"/>
              <a:t>to have</a:t>
            </a:r>
            <a:r>
              <a:rPr lang="en-IN" dirty="0"/>
              <a:t> instead of the verb </a:t>
            </a:r>
            <a:r>
              <a:rPr lang="en-IN" i="1" dirty="0">
                <a:solidFill>
                  <a:srgbClr val="C00000"/>
                </a:solidFill>
              </a:rPr>
              <a:t>to be</a:t>
            </a:r>
            <a:r>
              <a:rPr lang="en-IN" dirty="0"/>
              <a:t>. </a:t>
            </a:r>
          </a:p>
          <a:p>
            <a:r>
              <a:rPr lang="en-IN" dirty="0"/>
              <a:t>A separate page deals with these alternative ways to form the passive voice.</a:t>
            </a:r>
          </a:p>
          <a:p>
            <a:endParaRPr lang="en-IN" dirty="0"/>
          </a:p>
        </p:txBody>
      </p:sp>
    </p:spTree>
    <p:extLst>
      <p:ext uri="{BB962C8B-B14F-4D97-AF65-F5344CB8AC3E}">
        <p14:creationId xmlns:p14="http://schemas.microsoft.com/office/powerpoint/2010/main" val="36689338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858000"/>
          </a:xfrm>
        </p:spPr>
        <p:txBody>
          <a:bodyPr>
            <a:normAutofit/>
          </a:bodyPr>
          <a:lstStyle/>
          <a:p>
            <a:r>
              <a:rPr lang="en-IN" sz="3600" b="1" dirty="0">
                <a:solidFill>
                  <a:srgbClr val="C00000"/>
                </a:solidFill>
              </a:rPr>
              <a:t>VERBS FOLLOWED BY ADJECTIVES.</a:t>
            </a:r>
          </a:p>
          <a:p>
            <a:r>
              <a:rPr lang="en-IN" sz="3600" dirty="0"/>
              <a:t>Rose smells sweet. (Active)</a:t>
            </a:r>
          </a:p>
          <a:p>
            <a:r>
              <a:rPr lang="en-IN" sz="3600" dirty="0"/>
              <a:t>Rose is sweet when it is smelt. (Passive)</a:t>
            </a:r>
          </a:p>
          <a:p>
            <a:r>
              <a:rPr lang="en-IN" sz="3600" dirty="0"/>
              <a:t>Sub + verb + adjective + when + pronoun + H.V + V</a:t>
            </a:r>
          </a:p>
          <a:p>
            <a:r>
              <a:rPr lang="en-IN" sz="3600" dirty="0"/>
              <a:t> 1. Quinine tastes bitter. (Active)</a:t>
            </a:r>
          </a:p>
          <a:p>
            <a:r>
              <a:rPr lang="en-IN" sz="3600" dirty="0"/>
              <a:t>Quinine is bitter when it is tasted. (Passive)</a:t>
            </a:r>
          </a:p>
          <a:p>
            <a:r>
              <a:rPr lang="en-IN" sz="3600" dirty="0"/>
              <a:t>2. Those mangoes tasted sour. (Active)</a:t>
            </a:r>
          </a:p>
          <a:p>
            <a:r>
              <a:rPr lang="en-IN" sz="3600" dirty="0"/>
              <a:t>Those mangoes were sour when they were tasted. (Passive)</a:t>
            </a:r>
          </a:p>
        </p:txBody>
      </p:sp>
    </p:spTree>
    <p:extLst>
      <p:ext uri="{BB962C8B-B14F-4D97-AF65-F5344CB8AC3E}">
        <p14:creationId xmlns:p14="http://schemas.microsoft.com/office/powerpoint/2010/main" val="6840371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857999"/>
          </a:xfrm>
        </p:spPr>
        <p:txBody>
          <a:bodyPr>
            <a:normAutofit/>
          </a:bodyPr>
          <a:lstStyle/>
          <a:p>
            <a:r>
              <a:rPr lang="en-IN" b="1" dirty="0">
                <a:solidFill>
                  <a:srgbClr val="C00000"/>
                </a:solidFill>
              </a:rPr>
              <a:t>'HAVE/HAS/HAD + TO + V1</a:t>
            </a:r>
          </a:p>
          <a:p>
            <a:r>
              <a:rPr lang="en-IN" b="1" dirty="0"/>
              <a:t>Active: S + have / has/ had + to + V1 + </a:t>
            </a:r>
            <a:r>
              <a:rPr lang="en-IN" b="1" dirty="0" err="1"/>
              <a:t>Obj</a:t>
            </a:r>
            <a:endParaRPr lang="en-IN" b="1" dirty="0"/>
          </a:p>
          <a:p>
            <a:r>
              <a:rPr lang="en-IN" b="1" dirty="0"/>
              <a:t>Passive: </a:t>
            </a:r>
            <a:r>
              <a:rPr lang="en-IN" b="1" dirty="0" err="1"/>
              <a:t>Obj</a:t>
            </a:r>
            <a:r>
              <a:rPr lang="en-IN" b="1" dirty="0"/>
              <a:t> + have / has / had + to + be + V3 + by + sub.</a:t>
            </a:r>
          </a:p>
          <a:p>
            <a:r>
              <a:rPr lang="en-IN" dirty="0"/>
              <a:t>  (</a:t>
            </a:r>
            <a:r>
              <a:rPr lang="en-IN" dirty="0" err="1"/>
              <a:t>i</a:t>
            </a:r>
            <a:r>
              <a:rPr lang="en-IN" dirty="0"/>
              <a:t>) Active:   I have to finish this work</a:t>
            </a:r>
          </a:p>
          <a:p>
            <a:pPr lvl="4"/>
            <a:r>
              <a:rPr lang="en-IN" sz="3500" dirty="0">
                <a:solidFill>
                  <a:srgbClr val="C00000"/>
                </a:solidFill>
              </a:rPr>
              <a:t>S have to V Object</a:t>
            </a:r>
            <a:endParaRPr lang="en-IN" dirty="0"/>
          </a:p>
          <a:p>
            <a:r>
              <a:rPr lang="en-IN" dirty="0"/>
              <a:t>Passive:</a:t>
            </a:r>
          </a:p>
          <a:p>
            <a:r>
              <a:rPr lang="en-IN" dirty="0"/>
              <a:t>This work has to be finished by me</a:t>
            </a:r>
          </a:p>
          <a:p>
            <a:r>
              <a:rPr lang="en-IN" sz="3200" dirty="0">
                <a:solidFill>
                  <a:srgbClr val="C00000"/>
                </a:solidFill>
              </a:rPr>
              <a:t>         </a:t>
            </a:r>
            <a:r>
              <a:rPr lang="en-IN" sz="3200" dirty="0" err="1">
                <a:solidFill>
                  <a:srgbClr val="C00000"/>
                </a:solidFill>
              </a:rPr>
              <a:t>Obj</a:t>
            </a:r>
            <a:r>
              <a:rPr lang="en-IN" sz="3200" dirty="0">
                <a:solidFill>
                  <a:srgbClr val="C00000"/>
                </a:solidFill>
              </a:rPr>
              <a:t> has to be V by subject</a:t>
            </a:r>
          </a:p>
          <a:p>
            <a:r>
              <a:rPr lang="en-IN" sz="3200" dirty="0"/>
              <a:t>(ii) Active: You have to choose a dress.</a:t>
            </a:r>
          </a:p>
          <a:p>
            <a:r>
              <a:rPr lang="en-IN" sz="3200" dirty="0"/>
              <a:t>      Passive: A dress has to be chosen by you.</a:t>
            </a:r>
          </a:p>
          <a:p>
            <a:r>
              <a:rPr lang="en-IN" sz="3200" dirty="0"/>
              <a:t> </a:t>
            </a:r>
            <a:endParaRPr lang="en-IN" sz="3200" dirty="0">
              <a:solidFill>
                <a:srgbClr val="C00000"/>
              </a:solidFill>
            </a:endParaRPr>
          </a:p>
        </p:txBody>
      </p:sp>
    </p:spTree>
    <p:extLst>
      <p:ext uri="{BB962C8B-B14F-4D97-AF65-F5344CB8AC3E}">
        <p14:creationId xmlns:p14="http://schemas.microsoft.com/office/powerpoint/2010/main" val="38406482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568225"/>
          </a:xfrm>
        </p:spPr>
        <p:txBody>
          <a:bodyPr>
            <a:normAutofit/>
          </a:bodyPr>
          <a:lstStyle/>
          <a:p>
            <a:r>
              <a:rPr lang="en-IN" sz="3200" dirty="0"/>
              <a:t>The instrument is an object that is not the doer of the action but something that the doer uses in performing the action. If it is mentioned in the passive sentence, it is preceded by the preposition </a:t>
            </a:r>
            <a:r>
              <a:rPr lang="en-IN" sz="3200" i="1" dirty="0"/>
              <a:t>with:</a:t>
            </a:r>
          </a:p>
          <a:p>
            <a:r>
              <a:rPr lang="en-IN" sz="3200" i="1" dirty="0"/>
              <a:t>The crowds were dispersed </a:t>
            </a:r>
            <a:r>
              <a:rPr lang="en-IN" sz="3200" b="1" i="1" dirty="0"/>
              <a:t>with tear gas</a:t>
            </a:r>
            <a:r>
              <a:rPr lang="en-IN" sz="3200" i="1" dirty="0"/>
              <a:t>. </a:t>
            </a:r>
            <a:r>
              <a:rPr lang="en-IN" sz="3200" dirty="0"/>
              <a:t>(The police dispersed the crowds </a:t>
            </a:r>
            <a:r>
              <a:rPr lang="en-IN" sz="3200" b="1" dirty="0"/>
              <a:t>with tear gas</a:t>
            </a:r>
            <a:r>
              <a:rPr lang="en-IN" sz="3200" dirty="0"/>
              <a:t>.)</a:t>
            </a:r>
            <a:br>
              <a:rPr lang="en-IN" sz="3200" i="1" dirty="0"/>
            </a:br>
            <a:r>
              <a:rPr lang="en-IN" sz="3200" i="1" dirty="0"/>
              <a:t>He was hit </a:t>
            </a:r>
            <a:r>
              <a:rPr lang="en-IN" sz="3200" b="1" i="1" dirty="0"/>
              <a:t>with a branch</a:t>
            </a:r>
            <a:r>
              <a:rPr lang="en-IN" sz="3200" i="1" dirty="0"/>
              <a:t> while walking in the woods. </a:t>
            </a:r>
            <a:r>
              <a:rPr lang="en-IN" sz="3200" dirty="0"/>
              <a:t>(Someone hit him </a:t>
            </a:r>
            <a:r>
              <a:rPr lang="en-IN" sz="3200" b="1" dirty="0"/>
              <a:t>with a branch </a:t>
            </a:r>
            <a:r>
              <a:rPr lang="en-IN" sz="3200" dirty="0"/>
              <a:t>while he was walking in the woods.)</a:t>
            </a:r>
          </a:p>
          <a:p>
            <a:r>
              <a:rPr lang="en-IN" sz="3200" dirty="0"/>
              <a:t>(In the two passive sentences above, the agent is not mentioned. In the first sentence the identity of the agent is obvious, while in the second one it is unknown.)</a:t>
            </a:r>
          </a:p>
        </p:txBody>
      </p:sp>
    </p:spTree>
    <p:extLst>
      <p:ext uri="{BB962C8B-B14F-4D97-AF65-F5344CB8AC3E}">
        <p14:creationId xmlns:p14="http://schemas.microsoft.com/office/powerpoint/2010/main" val="27882772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9093"/>
            <a:ext cx="10515600" cy="5867870"/>
          </a:xfrm>
        </p:spPr>
        <p:txBody>
          <a:bodyPr>
            <a:normAutofit/>
          </a:bodyPr>
          <a:lstStyle/>
          <a:p>
            <a:r>
              <a:rPr lang="en-IN" sz="3600" i="1" dirty="0"/>
              <a:t>With</a:t>
            </a:r>
            <a:r>
              <a:rPr lang="en-IN" sz="3600" dirty="0"/>
              <a:t> is also often used with the verbs </a:t>
            </a:r>
            <a:r>
              <a:rPr lang="en-IN" sz="3600" i="1" dirty="0"/>
              <a:t>fill, crowd,</a:t>
            </a:r>
            <a:r>
              <a:rPr lang="en-IN" sz="3600" dirty="0"/>
              <a:t> </a:t>
            </a:r>
            <a:r>
              <a:rPr lang="en-IN" sz="3600" i="1" dirty="0"/>
              <a:t>cram</a:t>
            </a:r>
            <a:r>
              <a:rPr lang="en-IN" sz="3600" dirty="0"/>
              <a:t> and </a:t>
            </a:r>
            <a:r>
              <a:rPr lang="en-IN" sz="3600" i="1" dirty="0"/>
              <a:t>pack</a:t>
            </a:r>
            <a:r>
              <a:rPr lang="en-IN" sz="3600" dirty="0"/>
              <a:t>:</a:t>
            </a:r>
          </a:p>
          <a:p>
            <a:r>
              <a:rPr lang="en-IN" sz="3600" i="1" dirty="0"/>
              <a:t>The bottle </a:t>
            </a:r>
            <a:r>
              <a:rPr lang="en-IN" sz="3600" b="1" i="1" dirty="0"/>
              <a:t>was filled with</a:t>
            </a:r>
            <a:r>
              <a:rPr lang="en-IN" sz="3600" i="1" dirty="0"/>
              <a:t> whiskey.</a:t>
            </a:r>
            <a:br>
              <a:rPr lang="en-IN" sz="3600" dirty="0"/>
            </a:br>
            <a:r>
              <a:rPr lang="en-IN" sz="3600" i="1" dirty="0"/>
              <a:t>The hall </a:t>
            </a:r>
            <a:r>
              <a:rPr lang="en-IN" sz="3600" b="1" i="1" dirty="0"/>
              <a:t>was crowded with</a:t>
            </a:r>
            <a:r>
              <a:rPr lang="en-IN" sz="3600" i="1" dirty="0"/>
              <a:t> people standing and lying on the floor.</a:t>
            </a:r>
            <a:br>
              <a:rPr lang="en-IN" sz="3600" dirty="0"/>
            </a:br>
            <a:r>
              <a:rPr lang="en-IN" sz="3600" i="1" dirty="0"/>
              <a:t>Our room </a:t>
            </a:r>
            <a:r>
              <a:rPr lang="en-IN" sz="3600" b="1" i="1" dirty="0"/>
              <a:t>is crammed with</a:t>
            </a:r>
            <a:r>
              <a:rPr lang="en-IN" sz="3600" i="1" dirty="0"/>
              <a:t> furniture.</a:t>
            </a:r>
          </a:p>
          <a:p>
            <a:r>
              <a:rPr lang="en-IN" sz="3600" dirty="0"/>
              <a:t>The preposition </a:t>
            </a:r>
            <a:r>
              <a:rPr lang="en-IN" sz="3600" i="1" dirty="0"/>
              <a:t>in </a:t>
            </a:r>
            <a:r>
              <a:rPr lang="en-IN" sz="3600" dirty="0"/>
              <a:t>is often used with </a:t>
            </a:r>
            <a:r>
              <a:rPr lang="en-IN" sz="3600" i="1" dirty="0"/>
              <a:t>cover</a:t>
            </a:r>
            <a:r>
              <a:rPr lang="en-IN" sz="3600" dirty="0"/>
              <a:t>:</a:t>
            </a:r>
          </a:p>
          <a:p>
            <a:r>
              <a:rPr lang="en-IN" sz="3600" i="1" dirty="0"/>
              <a:t>When I looked out the window in the morning, I saw that the streets </a:t>
            </a:r>
            <a:r>
              <a:rPr lang="en-IN" sz="3600" b="1" i="1" dirty="0"/>
              <a:t>were covered in snow</a:t>
            </a:r>
            <a:endParaRPr lang="en-IN" sz="3600" dirty="0"/>
          </a:p>
        </p:txBody>
      </p:sp>
    </p:spTree>
    <p:extLst>
      <p:ext uri="{BB962C8B-B14F-4D97-AF65-F5344CB8AC3E}">
        <p14:creationId xmlns:p14="http://schemas.microsoft.com/office/powerpoint/2010/main" val="12917694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8940"/>
            <a:ext cx="10515600" cy="6452315"/>
          </a:xfrm>
        </p:spPr>
        <p:txBody>
          <a:bodyPr>
            <a:normAutofit/>
          </a:bodyPr>
          <a:lstStyle/>
          <a:p>
            <a:r>
              <a:rPr lang="en-IN" b="1" dirty="0"/>
              <a:t>Passive sentences without</a:t>
            </a:r>
            <a:r>
              <a:rPr lang="en-IN" dirty="0"/>
              <a:t> </a:t>
            </a:r>
            <a:r>
              <a:rPr lang="en-IN" b="1" u="sng" dirty="0"/>
              <a:t>by</a:t>
            </a:r>
            <a:endParaRPr lang="en-IN" dirty="0"/>
          </a:p>
          <a:p>
            <a:r>
              <a:rPr lang="en-IN" dirty="0"/>
              <a:t>The preposition </a:t>
            </a:r>
            <a:r>
              <a:rPr lang="en-IN" b="1" dirty="0"/>
              <a:t>by</a:t>
            </a:r>
            <a:r>
              <a:rPr lang="en-IN" dirty="0"/>
              <a:t> is not used when the person or subject performing an action is understood.</a:t>
            </a:r>
          </a:p>
          <a:p>
            <a:r>
              <a:rPr lang="en-IN" b="1" dirty="0"/>
              <a:t>Examples:</a:t>
            </a:r>
          </a:p>
          <a:p>
            <a:r>
              <a:rPr lang="en-IN" b="1" dirty="0"/>
              <a:t>Active</a:t>
            </a:r>
            <a:r>
              <a:rPr lang="en-IN" dirty="0"/>
              <a:t>: I </a:t>
            </a:r>
            <a:r>
              <a:rPr lang="en-IN" b="1" dirty="0"/>
              <a:t>left</a:t>
            </a:r>
            <a:r>
              <a:rPr lang="en-IN" dirty="0"/>
              <a:t> the groceries in the boot of my car.</a:t>
            </a:r>
          </a:p>
          <a:p>
            <a:r>
              <a:rPr lang="en-IN" b="1" dirty="0"/>
              <a:t>Passive</a:t>
            </a:r>
            <a:r>
              <a:rPr lang="en-IN" dirty="0"/>
              <a:t>: The groceries </a:t>
            </a:r>
            <a:r>
              <a:rPr lang="en-IN" b="1" dirty="0"/>
              <a:t>were left</a:t>
            </a:r>
            <a:r>
              <a:rPr lang="en-IN" dirty="0"/>
              <a:t> in the boot of my car.(The car driver is certainly the person who left the groceries in the car)</a:t>
            </a:r>
          </a:p>
          <a:p>
            <a:r>
              <a:rPr lang="en-IN" b="1" dirty="0"/>
              <a:t>Active</a:t>
            </a:r>
            <a:r>
              <a:rPr lang="en-IN" dirty="0"/>
              <a:t>: They </a:t>
            </a:r>
            <a:r>
              <a:rPr lang="en-IN" b="1" dirty="0"/>
              <a:t>smuggle</a:t>
            </a:r>
            <a:r>
              <a:rPr lang="en-IN" dirty="0"/>
              <a:t> immigrants across the border.</a:t>
            </a:r>
          </a:p>
          <a:p>
            <a:r>
              <a:rPr lang="en-IN" b="1" dirty="0"/>
              <a:t>Passive</a:t>
            </a:r>
            <a:r>
              <a:rPr lang="en-IN" dirty="0"/>
              <a:t>: The immigrants </a:t>
            </a:r>
            <a:r>
              <a:rPr lang="en-IN" b="1" dirty="0"/>
              <a:t>were smuggled</a:t>
            </a:r>
            <a:r>
              <a:rPr lang="en-IN" dirty="0"/>
              <a:t> across the border.(It is understood that the smuggling was done by smugglers, so the preposition </a:t>
            </a:r>
            <a:r>
              <a:rPr lang="en-IN" b="1" dirty="0"/>
              <a:t>by</a:t>
            </a:r>
            <a:r>
              <a:rPr lang="en-IN" dirty="0"/>
              <a:t> is not applicable here, unless the smuggling was carried out by a specific party that need to be named. )</a:t>
            </a:r>
          </a:p>
          <a:p>
            <a:endParaRPr lang="en-IN" dirty="0"/>
          </a:p>
        </p:txBody>
      </p:sp>
    </p:spTree>
    <p:extLst>
      <p:ext uri="{BB962C8B-B14F-4D97-AF65-F5344CB8AC3E}">
        <p14:creationId xmlns:p14="http://schemas.microsoft.com/office/powerpoint/2010/main" val="3776305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9701"/>
            <a:ext cx="10515600" cy="5507262"/>
          </a:xfrm>
        </p:spPr>
        <p:txBody>
          <a:bodyPr>
            <a:normAutofit/>
          </a:bodyPr>
          <a:lstStyle/>
          <a:p>
            <a:r>
              <a:rPr lang="en-IN" sz="4800" dirty="0"/>
              <a:t>Note that we use with not by to talk about an instrument used by the agent</a:t>
            </a:r>
          </a:p>
          <a:p>
            <a:r>
              <a:rPr lang="en-IN" sz="4800" dirty="0"/>
              <a:t>The dog was hit with a stick</a:t>
            </a:r>
          </a:p>
          <a:p>
            <a:r>
              <a:rPr lang="en-IN" sz="4800" dirty="0"/>
              <a:t>Somebody hit the dog with a stick</a:t>
            </a:r>
          </a:p>
          <a:p>
            <a:r>
              <a:rPr lang="en-IN" sz="4800" dirty="0"/>
              <a:t>The dog was hit by a boy</a:t>
            </a:r>
          </a:p>
          <a:p>
            <a:r>
              <a:rPr lang="en-IN" sz="4800" dirty="0"/>
              <a:t>A boy hit the dog </a:t>
            </a:r>
          </a:p>
        </p:txBody>
      </p:sp>
    </p:spTree>
    <p:extLst>
      <p:ext uri="{BB962C8B-B14F-4D97-AF65-F5344CB8AC3E}">
        <p14:creationId xmlns:p14="http://schemas.microsoft.com/office/powerpoint/2010/main" val="5027090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1. What amused you?</a:t>
            </a:r>
          </a:p>
          <a:p>
            <a:r>
              <a:rPr lang="en-IN" sz="3600" dirty="0"/>
              <a:t>(a) What you are made to amuse by?</a:t>
            </a:r>
          </a:p>
          <a:p>
            <a:r>
              <a:rPr lang="en-IN" sz="3600" dirty="0"/>
              <a:t>(b) By what are you being amused?</a:t>
            </a:r>
          </a:p>
          <a:p>
            <a:r>
              <a:rPr lang="en-IN" sz="3600" dirty="0"/>
              <a:t>(c) By what were you amused?</a:t>
            </a:r>
          </a:p>
          <a:p>
            <a:r>
              <a:rPr lang="en-IN" sz="3600" dirty="0"/>
              <a:t>(d) By what have you been amused?</a:t>
            </a:r>
          </a:p>
        </p:txBody>
      </p:sp>
    </p:spTree>
    <p:extLst>
      <p:ext uri="{BB962C8B-B14F-4D97-AF65-F5344CB8AC3E}">
        <p14:creationId xmlns:p14="http://schemas.microsoft.com/office/powerpoint/2010/main" val="23672250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 (c)</a:t>
            </a:r>
            <a:endParaRPr lang="en-IN" dirty="0"/>
          </a:p>
        </p:txBody>
      </p:sp>
    </p:spTree>
    <p:extLst>
      <p:ext uri="{BB962C8B-B14F-4D97-AF65-F5344CB8AC3E}">
        <p14:creationId xmlns:p14="http://schemas.microsoft.com/office/powerpoint/2010/main" val="28839293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6837" y="215765"/>
            <a:ext cx="10515600" cy="6094883"/>
          </a:xfrm>
        </p:spPr>
        <p:txBody>
          <a:bodyPr>
            <a:normAutofit/>
          </a:bodyPr>
          <a:lstStyle/>
          <a:p>
            <a:r>
              <a:rPr lang="en-IN" b="1" dirty="0"/>
              <a:t>2. Smoke and flames engulfed the area and made rescue operations difficult.</a:t>
            </a:r>
          </a:p>
          <a:p>
            <a:r>
              <a:rPr lang="en-IN" dirty="0"/>
              <a:t>(a) The area was engulfed in smoke and flames and make rescue operations difficult.</a:t>
            </a:r>
          </a:p>
          <a:p>
            <a:r>
              <a:rPr lang="en-IN" dirty="0"/>
              <a:t>(b) The area was engulfed in smoke and flames making rescue operations difficult.</a:t>
            </a:r>
          </a:p>
          <a:p>
            <a:r>
              <a:rPr lang="en-IN" dirty="0"/>
              <a:t>(c) The area has been engulfed in smoke and flames and made rescue operations difficult.</a:t>
            </a:r>
          </a:p>
          <a:p>
            <a:r>
              <a:rPr lang="en-IN" dirty="0"/>
              <a:t>(d) The area was engulfed in smoke and flames and rescue operations were made difficult.</a:t>
            </a:r>
          </a:p>
        </p:txBody>
      </p:sp>
    </p:spTree>
    <p:extLst>
      <p:ext uri="{BB962C8B-B14F-4D97-AF65-F5344CB8AC3E}">
        <p14:creationId xmlns:p14="http://schemas.microsoft.com/office/powerpoint/2010/main" val="27110901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2. (b)</a:t>
            </a:r>
            <a:endParaRPr lang="en-IN" dirty="0"/>
          </a:p>
        </p:txBody>
      </p:sp>
    </p:spTree>
    <p:extLst>
      <p:ext uri="{BB962C8B-B14F-4D97-AF65-F5344CB8AC3E}">
        <p14:creationId xmlns:p14="http://schemas.microsoft.com/office/powerpoint/2010/main" val="21074787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600" b="1" dirty="0"/>
              <a:t>3. He asked me to finish the work in time.</a:t>
            </a:r>
          </a:p>
          <a:p>
            <a:r>
              <a:rPr lang="en-IN" sz="3600" dirty="0"/>
              <a:t>(a) I was asked that I should finish the work in time.</a:t>
            </a:r>
          </a:p>
          <a:p>
            <a:r>
              <a:rPr lang="en-IN" sz="3600" dirty="0"/>
              <a:t>(b) He asked me that I should finish the work in time.</a:t>
            </a:r>
          </a:p>
          <a:p>
            <a:r>
              <a:rPr lang="en-IN" sz="3600" dirty="0"/>
              <a:t>(c) I was asked to finish the work in time.</a:t>
            </a:r>
          </a:p>
          <a:p>
            <a:r>
              <a:rPr lang="en-IN" sz="3600" dirty="0"/>
              <a:t>(d) I was asked to finished the work in time by him.</a:t>
            </a:r>
          </a:p>
        </p:txBody>
      </p:sp>
    </p:spTree>
    <p:extLst>
      <p:ext uri="{BB962C8B-B14F-4D97-AF65-F5344CB8AC3E}">
        <p14:creationId xmlns:p14="http://schemas.microsoft.com/office/powerpoint/2010/main" val="23478887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pt-BR" dirty="0"/>
              <a:t>3. (c)</a:t>
            </a:r>
            <a:endParaRPr lang="en-IN" dirty="0"/>
          </a:p>
        </p:txBody>
      </p:sp>
    </p:spTree>
    <p:extLst>
      <p:ext uri="{BB962C8B-B14F-4D97-AF65-F5344CB8AC3E}">
        <p14:creationId xmlns:p14="http://schemas.microsoft.com/office/powerpoint/2010/main" val="16114209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4. Quinine tastes bitter.</a:t>
            </a:r>
          </a:p>
          <a:p>
            <a:r>
              <a:rPr lang="en-IN" sz="4000" dirty="0"/>
              <a:t>(a) Quinine is bitter when it is tasted.</a:t>
            </a:r>
          </a:p>
          <a:p>
            <a:r>
              <a:rPr lang="en-IN" sz="4000" dirty="0"/>
              <a:t>(b) Quinine is bitter tested.</a:t>
            </a:r>
          </a:p>
          <a:p>
            <a:r>
              <a:rPr lang="en-IN" sz="4000" dirty="0"/>
              <a:t>(c) The taste of quinine is bitter.</a:t>
            </a:r>
          </a:p>
          <a:p>
            <a:r>
              <a:rPr lang="en-IN" sz="4000" dirty="0"/>
              <a:t>(d) Quinine is tasted bitter.</a:t>
            </a:r>
          </a:p>
        </p:txBody>
      </p:sp>
    </p:spTree>
    <p:extLst>
      <p:ext uri="{BB962C8B-B14F-4D97-AF65-F5344CB8AC3E}">
        <p14:creationId xmlns:p14="http://schemas.microsoft.com/office/powerpoint/2010/main" val="30306904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4. (a)</a:t>
            </a:r>
            <a:endParaRPr lang="en-IN" dirty="0"/>
          </a:p>
          <a:p>
            <a:endParaRPr lang="en-IN" dirty="0"/>
          </a:p>
          <a:p>
            <a:endParaRPr lang="en-IN" dirty="0"/>
          </a:p>
        </p:txBody>
      </p:sp>
    </p:spTree>
    <p:extLst>
      <p:ext uri="{BB962C8B-B14F-4D97-AF65-F5344CB8AC3E}">
        <p14:creationId xmlns:p14="http://schemas.microsoft.com/office/powerpoint/2010/main" val="14531507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789"/>
            <a:ext cx="10515600" cy="6048174"/>
          </a:xfrm>
        </p:spPr>
        <p:txBody>
          <a:bodyPr>
            <a:normAutofit/>
          </a:bodyPr>
          <a:lstStyle/>
          <a:p>
            <a:r>
              <a:rPr lang="en-IN" sz="3200" b="1" dirty="0"/>
              <a:t>5. The vintage cars hold a special place in the hearts of their owners.</a:t>
            </a:r>
          </a:p>
          <a:p>
            <a:r>
              <a:rPr lang="en-IN" sz="3200" dirty="0"/>
              <a:t>(a) A special place in the hearts of the vintage car owners is held by them.</a:t>
            </a:r>
          </a:p>
          <a:p>
            <a:r>
              <a:rPr lang="en-IN" sz="3200" dirty="0"/>
              <a:t>(b) A special place was held by the vintage cars in the hearts of their owners.</a:t>
            </a:r>
          </a:p>
          <a:p>
            <a:r>
              <a:rPr lang="en-IN" sz="3200" dirty="0"/>
              <a:t>(c) A special place is held by the vintage cars in the hearts of their owners.</a:t>
            </a:r>
          </a:p>
          <a:p>
            <a:r>
              <a:rPr lang="en-IN" sz="3200" dirty="0"/>
              <a:t>(d) A special place is being held by the vintage cars in the hearts of their owners.</a:t>
            </a:r>
          </a:p>
          <a:p>
            <a:endParaRPr lang="en-IN" sz="3200" dirty="0"/>
          </a:p>
          <a:p>
            <a:endParaRPr lang="en-IN" sz="3200" dirty="0"/>
          </a:p>
          <a:p>
            <a:endParaRPr lang="en-IN" sz="3200" dirty="0"/>
          </a:p>
          <a:p>
            <a:endParaRPr lang="en-IN" sz="3200" dirty="0"/>
          </a:p>
        </p:txBody>
      </p:sp>
    </p:spTree>
    <p:extLst>
      <p:ext uri="{BB962C8B-B14F-4D97-AF65-F5344CB8AC3E}">
        <p14:creationId xmlns:p14="http://schemas.microsoft.com/office/powerpoint/2010/main" val="8952589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5. (c)</a:t>
            </a:r>
            <a:endParaRPr lang="en-IN" dirty="0"/>
          </a:p>
        </p:txBody>
      </p:sp>
    </p:spTree>
    <p:extLst>
      <p:ext uri="{BB962C8B-B14F-4D97-AF65-F5344CB8AC3E}">
        <p14:creationId xmlns:p14="http://schemas.microsoft.com/office/powerpoint/2010/main" val="15601931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200" b="1" dirty="0"/>
              <a:t>6. The accountant took the cheque from the customer.</a:t>
            </a:r>
          </a:p>
          <a:p>
            <a:r>
              <a:rPr lang="en-IN" sz="3200" dirty="0"/>
              <a:t>(a) The cheque is taken from the customer by the accountant.</a:t>
            </a:r>
          </a:p>
          <a:p>
            <a:r>
              <a:rPr lang="en-IN" sz="3200" dirty="0"/>
              <a:t>(b) The cheque was taken from the customer by the accountant.</a:t>
            </a:r>
          </a:p>
          <a:p>
            <a:r>
              <a:rPr lang="en-IN" sz="3200" dirty="0"/>
              <a:t>(c) The customer was taken the cheque by the accountant.</a:t>
            </a:r>
          </a:p>
          <a:p>
            <a:r>
              <a:rPr lang="en-IN" sz="3200" dirty="0"/>
              <a:t>(d) The cheque had been taken from the customer by the accountant.</a:t>
            </a:r>
          </a:p>
        </p:txBody>
      </p:sp>
    </p:spTree>
    <p:extLst>
      <p:ext uri="{BB962C8B-B14F-4D97-AF65-F5344CB8AC3E}">
        <p14:creationId xmlns:p14="http://schemas.microsoft.com/office/powerpoint/2010/main" val="2649855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6. (b)</a:t>
            </a:r>
            <a:endParaRPr lang="en-IN" dirty="0"/>
          </a:p>
          <a:p>
            <a:endParaRPr lang="en-IN" dirty="0"/>
          </a:p>
        </p:txBody>
      </p:sp>
    </p:spTree>
    <p:extLst>
      <p:ext uri="{BB962C8B-B14F-4D97-AF65-F5344CB8AC3E}">
        <p14:creationId xmlns:p14="http://schemas.microsoft.com/office/powerpoint/2010/main" val="18502349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7. (a)</a:t>
            </a:r>
            <a:endParaRPr lang="en-IN" dirty="0"/>
          </a:p>
        </p:txBody>
      </p:sp>
    </p:spTree>
    <p:extLst>
      <p:ext uri="{BB962C8B-B14F-4D97-AF65-F5344CB8AC3E}">
        <p14:creationId xmlns:p14="http://schemas.microsoft.com/office/powerpoint/2010/main" val="30130711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7. The gatekeeper refused him admittance.</a:t>
            </a:r>
          </a:p>
          <a:p>
            <a:r>
              <a:rPr lang="en-IN" sz="3600" dirty="0"/>
              <a:t>(a) He was refused admittance by the gatekeeper.</a:t>
            </a:r>
          </a:p>
          <a:p>
            <a:r>
              <a:rPr lang="en-IN" sz="3600" dirty="0"/>
              <a:t>(b) Admittance is refused to him by the gatekeeper.</a:t>
            </a:r>
          </a:p>
          <a:p>
            <a:r>
              <a:rPr lang="en-IN" sz="3600" dirty="0"/>
              <a:t>(c) Admittance was refused by the gatekeeper .</a:t>
            </a:r>
          </a:p>
          <a:p>
            <a:r>
              <a:rPr lang="en-IN" sz="3600" dirty="0"/>
              <a:t>(d) Admittance is refused him by the gatekeeper.</a:t>
            </a:r>
          </a:p>
        </p:txBody>
      </p:sp>
    </p:spTree>
    <p:extLst>
      <p:ext uri="{BB962C8B-B14F-4D97-AF65-F5344CB8AC3E}">
        <p14:creationId xmlns:p14="http://schemas.microsoft.com/office/powerpoint/2010/main" val="8297994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8. (a)</a:t>
            </a:r>
            <a:endParaRPr lang="en-IN" dirty="0"/>
          </a:p>
        </p:txBody>
      </p:sp>
    </p:spTree>
    <p:extLst>
      <p:ext uri="{BB962C8B-B14F-4D97-AF65-F5344CB8AC3E}">
        <p14:creationId xmlns:p14="http://schemas.microsoft.com/office/powerpoint/2010/main" val="31010359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200" b="1" dirty="0"/>
              <a:t>8. </a:t>
            </a:r>
            <a:r>
              <a:rPr lang="en-IN" sz="3200" b="1" dirty="0" err="1"/>
              <a:t>Sohan</a:t>
            </a:r>
            <a:r>
              <a:rPr lang="en-IN" sz="3200" b="1" dirty="0"/>
              <a:t> was interviewing the political leaders.</a:t>
            </a:r>
          </a:p>
          <a:p>
            <a:r>
              <a:rPr lang="en-IN" sz="3200" dirty="0"/>
              <a:t>(a) The political leaders were being interviewed by </a:t>
            </a:r>
            <a:r>
              <a:rPr lang="en-IN" sz="3200" dirty="0" err="1"/>
              <a:t>Sohan</a:t>
            </a:r>
            <a:r>
              <a:rPr lang="en-IN" sz="3200" dirty="0"/>
              <a:t>.</a:t>
            </a:r>
          </a:p>
          <a:p>
            <a:r>
              <a:rPr lang="en-IN" sz="3200" dirty="0"/>
              <a:t>(b) The political leader was being interviewed by </a:t>
            </a:r>
            <a:r>
              <a:rPr lang="en-IN" sz="3200" dirty="0" err="1"/>
              <a:t>Sohan</a:t>
            </a:r>
            <a:r>
              <a:rPr lang="en-IN" sz="3200" dirty="0"/>
              <a:t>.</a:t>
            </a:r>
          </a:p>
          <a:p>
            <a:r>
              <a:rPr lang="en-IN" sz="3200" dirty="0"/>
              <a:t>(c) The political leaders are being interviewed by </a:t>
            </a:r>
            <a:r>
              <a:rPr lang="en-IN" sz="3200" dirty="0" err="1"/>
              <a:t>Sohan</a:t>
            </a:r>
            <a:r>
              <a:rPr lang="en-IN" sz="3200" dirty="0"/>
              <a:t>.</a:t>
            </a:r>
          </a:p>
          <a:p>
            <a:r>
              <a:rPr lang="en-IN" sz="3200" dirty="0"/>
              <a:t>(d) The political leaders is being interviewed by </a:t>
            </a:r>
            <a:r>
              <a:rPr lang="en-IN" sz="3200" dirty="0" err="1"/>
              <a:t>Sohan</a:t>
            </a:r>
            <a:r>
              <a:rPr lang="en-IN" sz="3200" dirty="0"/>
              <a:t>.</a:t>
            </a:r>
          </a:p>
        </p:txBody>
      </p:sp>
    </p:spTree>
    <p:extLst>
      <p:ext uri="{BB962C8B-B14F-4D97-AF65-F5344CB8AC3E}">
        <p14:creationId xmlns:p14="http://schemas.microsoft.com/office/powerpoint/2010/main" val="26661426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pt-BR" dirty="0"/>
              <a:t>9. (b)</a:t>
            </a:r>
          </a:p>
        </p:txBody>
      </p:sp>
    </p:spTree>
    <p:extLst>
      <p:ext uri="{BB962C8B-B14F-4D97-AF65-F5344CB8AC3E}">
        <p14:creationId xmlns:p14="http://schemas.microsoft.com/office/powerpoint/2010/main" val="13022350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200" b="1" dirty="0"/>
              <a:t>9. The builders have built a perfect dam across the stream.</a:t>
            </a:r>
          </a:p>
          <a:p>
            <a:r>
              <a:rPr lang="en-IN" sz="3200" dirty="0"/>
              <a:t>(a) A perfect dam has built by the builders across the stream.</a:t>
            </a:r>
          </a:p>
          <a:p>
            <a:r>
              <a:rPr lang="en-IN" sz="3200" dirty="0"/>
              <a:t>(b) A perfect dam has been built by the builders across the stream.</a:t>
            </a:r>
          </a:p>
          <a:p>
            <a:r>
              <a:rPr lang="en-IN" sz="3200" dirty="0"/>
              <a:t>(c) A perfect dam have been built by the builders across the stream.</a:t>
            </a:r>
          </a:p>
          <a:p>
            <a:r>
              <a:rPr lang="en-IN" sz="3200" dirty="0"/>
              <a:t>(d) A perfect dam was being built by the builders across the stream.</a:t>
            </a:r>
          </a:p>
        </p:txBody>
      </p:sp>
    </p:spTree>
    <p:extLst>
      <p:ext uri="{BB962C8B-B14F-4D97-AF65-F5344CB8AC3E}">
        <p14:creationId xmlns:p14="http://schemas.microsoft.com/office/powerpoint/2010/main" val="19870321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a:p>
            <a:endParaRPr lang="en-IN" dirty="0"/>
          </a:p>
        </p:txBody>
      </p:sp>
    </p:spTree>
    <p:extLst>
      <p:ext uri="{BB962C8B-B14F-4D97-AF65-F5344CB8AC3E}">
        <p14:creationId xmlns:p14="http://schemas.microsoft.com/office/powerpoint/2010/main" val="19363577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10. They should follow all the instructions carefully.</a:t>
            </a:r>
          </a:p>
          <a:p>
            <a:r>
              <a:rPr lang="en-IN" sz="3600" dirty="0"/>
              <a:t>(a) All the instructions are carefully followed by them.</a:t>
            </a:r>
          </a:p>
          <a:p>
            <a:r>
              <a:rPr lang="en-IN" sz="3600" dirty="0"/>
              <a:t>(b) All the instructions should be carefully followed by them.</a:t>
            </a:r>
          </a:p>
          <a:p>
            <a:r>
              <a:rPr lang="en-IN" sz="3600" dirty="0"/>
              <a:t>(c) All the instructions have to be followed by them.</a:t>
            </a:r>
          </a:p>
          <a:p>
            <a:r>
              <a:rPr lang="en-IN" sz="3600" dirty="0"/>
              <a:t>(d) All the instructions can be carefully followed by them.</a:t>
            </a:r>
          </a:p>
        </p:txBody>
      </p:sp>
    </p:spTree>
    <p:extLst>
      <p:ext uri="{BB962C8B-B14F-4D97-AF65-F5344CB8AC3E}">
        <p14:creationId xmlns:p14="http://schemas.microsoft.com/office/powerpoint/2010/main" val="6436606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10. (b</a:t>
            </a:r>
            <a:endParaRPr lang="en-IN" dirty="0"/>
          </a:p>
          <a:p>
            <a:endParaRPr lang="en-IN" dirty="0"/>
          </a:p>
        </p:txBody>
      </p:sp>
    </p:spTree>
    <p:extLst>
      <p:ext uri="{BB962C8B-B14F-4D97-AF65-F5344CB8AC3E}">
        <p14:creationId xmlns:p14="http://schemas.microsoft.com/office/powerpoint/2010/main" val="4314034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11. Shut the door and leave.</a:t>
            </a:r>
          </a:p>
          <a:p>
            <a:r>
              <a:rPr lang="en-IN" sz="3600" dirty="0"/>
              <a:t>(a) Let the door be shut and you are ordered to leave.</a:t>
            </a:r>
          </a:p>
          <a:p>
            <a:r>
              <a:rPr lang="en-IN" sz="3600" dirty="0"/>
              <a:t>(b) Let the door be </a:t>
            </a:r>
            <a:r>
              <a:rPr lang="en-IN" sz="3600" dirty="0" err="1"/>
              <a:t>shutted</a:t>
            </a:r>
            <a:r>
              <a:rPr lang="en-IN" sz="3600" dirty="0"/>
              <a:t> and you are ordered to leave.</a:t>
            </a:r>
          </a:p>
          <a:p>
            <a:r>
              <a:rPr lang="en-IN" sz="3600" dirty="0"/>
              <a:t>(c) Let the door be shut and you be left.</a:t>
            </a:r>
          </a:p>
          <a:p>
            <a:r>
              <a:rPr lang="en-IN" sz="3600" dirty="0"/>
              <a:t>(d) Let be the door shut and you are ordered to leave.</a:t>
            </a:r>
          </a:p>
        </p:txBody>
      </p:sp>
    </p:spTree>
    <p:extLst>
      <p:ext uri="{BB962C8B-B14F-4D97-AF65-F5344CB8AC3E}">
        <p14:creationId xmlns:p14="http://schemas.microsoft.com/office/powerpoint/2010/main" val="19311550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 11. (a)</a:t>
            </a:r>
            <a:endParaRPr lang="en-IN" dirty="0"/>
          </a:p>
        </p:txBody>
      </p:sp>
    </p:spTree>
    <p:extLst>
      <p:ext uri="{BB962C8B-B14F-4D97-AF65-F5344CB8AC3E}">
        <p14:creationId xmlns:p14="http://schemas.microsoft.com/office/powerpoint/2010/main" val="37585913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12. Who knows you?</a:t>
            </a:r>
          </a:p>
          <a:p>
            <a:r>
              <a:rPr lang="en-IN" sz="4000" dirty="0"/>
              <a:t>(a) By whom are you known?</a:t>
            </a:r>
          </a:p>
          <a:p>
            <a:r>
              <a:rPr lang="en-IN" sz="4000" dirty="0"/>
              <a:t>(b) Whom are you known by?</a:t>
            </a:r>
          </a:p>
          <a:p>
            <a:r>
              <a:rPr lang="en-IN" sz="4000" dirty="0"/>
              <a:t>(c) To whom are you known?</a:t>
            </a:r>
          </a:p>
          <a:p>
            <a:r>
              <a:rPr lang="en-IN" sz="4000" dirty="0"/>
              <a:t>(d) Who are you known?</a:t>
            </a:r>
          </a:p>
          <a:p>
            <a:endParaRPr lang="en-IN" sz="4000" dirty="0"/>
          </a:p>
          <a:p>
            <a:endParaRPr lang="en-IN" sz="4000" dirty="0"/>
          </a:p>
        </p:txBody>
      </p:sp>
    </p:spTree>
    <p:extLst>
      <p:ext uri="{BB962C8B-B14F-4D97-AF65-F5344CB8AC3E}">
        <p14:creationId xmlns:p14="http://schemas.microsoft.com/office/powerpoint/2010/main" val="6047408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12. (c)</a:t>
            </a:r>
            <a:endParaRPr lang="en-IN" dirty="0"/>
          </a:p>
        </p:txBody>
      </p:sp>
    </p:spTree>
    <p:extLst>
      <p:ext uri="{BB962C8B-B14F-4D97-AF65-F5344CB8AC3E}">
        <p14:creationId xmlns:p14="http://schemas.microsoft.com/office/powerpoint/2010/main" val="37722204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600" b="1" dirty="0"/>
              <a:t>13. Help others but do not expect anything in return.</a:t>
            </a:r>
          </a:p>
          <a:p>
            <a:r>
              <a:rPr lang="en-IN" sz="3600" dirty="0"/>
              <a:t>(a) You are advised to help others and expect anything in return.</a:t>
            </a:r>
          </a:p>
          <a:p>
            <a:r>
              <a:rPr lang="en-IN" sz="3600" dirty="0"/>
              <a:t>(b) Let others be helped and expect nothing in return.</a:t>
            </a:r>
          </a:p>
          <a:p>
            <a:r>
              <a:rPr lang="en-IN" sz="3600" dirty="0"/>
              <a:t>(c) You were advised to help others and expect anything in return.</a:t>
            </a:r>
          </a:p>
          <a:p>
            <a:r>
              <a:rPr lang="en-IN" sz="3600" dirty="0"/>
              <a:t>(d) You are advised to help others but forbidden to expect anything in return.</a:t>
            </a:r>
          </a:p>
          <a:p>
            <a:endParaRPr lang="en-IN" sz="3600" dirty="0"/>
          </a:p>
          <a:p>
            <a:endParaRPr lang="en-IN" sz="3600" dirty="0"/>
          </a:p>
        </p:txBody>
      </p:sp>
    </p:spTree>
    <p:extLst>
      <p:ext uri="{BB962C8B-B14F-4D97-AF65-F5344CB8AC3E}">
        <p14:creationId xmlns:p14="http://schemas.microsoft.com/office/powerpoint/2010/main" val="307850773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13. (d)</a:t>
            </a:r>
            <a:endParaRPr lang="en-IN" dirty="0"/>
          </a:p>
        </p:txBody>
      </p:sp>
    </p:spTree>
    <p:extLst>
      <p:ext uri="{BB962C8B-B14F-4D97-AF65-F5344CB8AC3E}">
        <p14:creationId xmlns:p14="http://schemas.microsoft.com/office/powerpoint/2010/main" val="285201586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14. We are taught English here.</a:t>
            </a:r>
          </a:p>
          <a:p>
            <a:r>
              <a:rPr lang="en-IN" sz="4000" dirty="0"/>
              <a:t>(a) A teacher teaches us English here.</a:t>
            </a:r>
          </a:p>
          <a:p>
            <a:r>
              <a:rPr lang="en-IN" sz="4000" dirty="0"/>
              <a:t>(b) English is taught here.</a:t>
            </a:r>
          </a:p>
          <a:p>
            <a:r>
              <a:rPr lang="en-IN" sz="4000" dirty="0"/>
              <a:t>(c) A lady teaches us English here.</a:t>
            </a:r>
          </a:p>
          <a:p>
            <a:r>
              <a:rPr lang="en-IN" sz="4000" dirty="0"/>
              <a:t>(d) You teach us English here.</a:t>
            </a:r>
          </a:p>
        </p:txBody>
      </p:sp>
    </p:spTree>
    <p:extLst>
      <p:ext uri="{BB962C8B-B14F-4D97-AF65-F5344CB8AC3E}">
        <p14:creationId xmlns:p14="http://schemas.microsoft.com/office/powerpoint/2010/main" val="24936587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14. (a)</a:t>
            </a:r>
            <a:endParaRPr lang="en-IN" dirty="0"/>
          </a:p>
          <a:p>
            <a:endParaRPr lang="en-IN" dirty="0"/>
          </a:p>
        </p:txBody>
      </p:sp>
    </p:spTree>
    <p:extLst>
      <p:ext uri="{BB962C8B-B14F-4D97-AF65-F5344CB8AC3E}">
        <p14:creationId xmlns:p14="http://schemas.microsoft.com/office/powerpoint/2010/main" val="397813559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15. The news surprised us.</a:t>
            </a:r>
          </a:p>
          <a:p>
            <a:r>
              <a:rPr lang="en-IN" sz="4000" dirty="0"/>
              <a:t>(a) We were surprised at the news.</a:t>
            </a:r>
          </a:p>
          <a:p>
            <a:r>
              <a:rPr lang="en-IN" sz="4000" dirty="0"/>
              <a:t>(b) We were surprised by the news.</a:t>
            </a:r>
          </a:p>
          <a:p>
            <a:r>
              <a:rPr lang="en-IN" sz="4000" dirty="0"/>
              <a:t>(c) We were surprised with the news.</a:t>
            </a:r>
          </a:p>
          <a:p>
            <a:r>
              <a:rPr lang="en-IN" sz="4000" dirty="0"/>
              <a:t>(d) We were surprised on the news.</a:t>
            </a:r>
          </a:p>
        </p:txBody>
      </p:sp>
    </p:spTree>
    <p:extLst>
      <p:ext uri="{BB962C8B-B14F-4D97-AF65-F5344CB8AC3E}">
        <p14:creationId xmlns:p14="http://schemas.microsoft.com/office/powerpoint/2010/main" val="29658303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pt-BR" dirty="0"/>
              <a:t>15. (a)</a:t>
            </a:r>
            <a:endParaRPr lang="en-IN" dirty="0"/>
          </a:p>
        </p:txBody>
      </p:sp>
    </p:spTree>
    <p:extLst>
      <p:ext uri="{BB962C8B-B14F-4D97-AF65-F5344CB8AC3E}">
        <p14:creationId xmlns:p14="http://schemas.microsoft.com/office/powerpoint/2010/main" val="33680529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16. Spain expected to win the world cup.</a:t>
            </a:r>
          </a:p>
          <a:p>
            <a:r>
              <a:rPr lang="en-IN" sz="3600" dirty="0"/>
              <a:t>(a) The world cup was expected to be won by Spain.</a:t>
            </a:r>
          </a:p>
          <a:p>
            <a:r>
              <a:rPr lang="en-IN" sz="3600" dirty="0"/>
              <a:t>(b) It was expected by Spain to win the World Cup.</a:t>
            </a:r>
          </a:p>
          <a:p>
            <a:r>
              <a:rPr lang="en-IN" sz="3600" dirty="0"/>
              <a:t>(c) To win the World Cup has been expected by Spain.</a:t>
            </a:r>
          </a:p>
          <a:p>
            <a:r>
              <a:rPr lang="en-IN" sz="3600" dirty="0"/>
              <a:t>(d) Spain expected that the World Cup be won by it.</a:t>
            </a:r>
          </a:p>
        </p:txBody>
      </p:sp>
    </p:spTree>
    <p:extLst>
      <p:ext uri="{BB962C8B-B14F-4D97-AF65-F5344CB8AC3E}">
        <p14:creationId xmlns:p14="http://schemas.microsoft.com/office/powerpoint/2010/main" val="15500266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16. (b)</a:t>
            </a:r>
            <a:endParaRPr lang="en-IN" dirty="0"/>
          </a:p>
        </p:txBody>
      </p:sp>
    </p:spTree>
    <p:extLst>
      <p:ext uri="{BB962C8B-B14F-4D97-AF65-F5344CB8AC3E}">
        <p14:creationId xmlns:p14="http://schemas.microsoft.com/office/powerpoint/2010/main" val="268252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789"/>
            <a:ext cx="10515600" cy="6048174"/>
          </a:xfrm>
        </p:spPr>
        <p:txBody>
          <a:bodyPr>
            <a:normAutofit/>
          </a:bodyPr>
          <a:lstStyle/>
          <a:p>
            <a:r>
              <a:rPr lang="en-IN" sz="3200" b="1" dirty="0"/>
              <a:t>17. After taking her to the hospital, I dropped her at her place.</a:t>
            </a:r>
          </a:p>
          <a:p>
            <a:r>
              <a:rPr lang="en-IN" sz="3200" dirty="0"/>
              <a:t>(a) After being taken to the hospital, she was dropped at her place by me.</a:t>
            </a:r>
          </a:p>
          <a:p>
            <a:r>
              <a:rPr lang="en-IN" sz="3200" dirty="0"/>
              <a:t>(b) After been taken to the hospital, she was dropped at her place by me.</a:t>
            </a:r>
          </a:p>
          <a:p>
            <a:r>
              <a:rPr lang="en-IN" sz="3200" dirty="0"/>
              <a:t>(c) After being taken she was sent to hospital and dropped at her place by me.</a:t>
            </a:r>
          </a:p>
          <a:p>
            <a:r>
              <a:rPr lang="en-IN" sz="3200" dirty="0"/>
              <a:t>(d) After being taken to the hospital, she was dropped on her place by me.</a:t>
            </a:r>
          </a:p>
        </p:txBody>
      </p:sp>
    </p:spTree>
    <p:extLst>
      <p:ext uri="{BB962C8B-B14F-4D97-AF65-F5344CB8AC3E}">
        <p14:creationId xmlns:p14="http://schemas.microsoft.com/office/powerpoint/2010/main" val="398708984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17. (a)</a:t>
            </a:r>
            <a:endParaRPr lang="en-IN" dirty="0"/>
          </a:p>
        </p:txBody>
      </p:sp>
    </p:spTree>
    <p:extLst>
      <p:ext uri="{BB962C8B-B14F-4D97-AF65-F5344CB8AC3E}">
        <p14:creationId xmlns:p14="http://schemas.microsoft.com/office/powerpoint/2010/main" val="35982054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18. Have this lock broken.</a:t>
            </a:r>
          </a:p>
          <a:p>
            <a:r>
              <a:rPr lang="en-IN" sz="4000" dirty="0"/>
              <a:t>(a) Break this lock.</a:t>
            </a:r>
          </a:p>
          <a:p>
            <a:r>
              <a:rPr lang="en-IN" sz="4000" dirty="0"/>
              <a:t>(b) Get someone to break this lock.</a:t>
            </a:r>
          </a:p>
          <a:p>
            <a:r>
              <a:rPr lang="en-IN" sz="4000" dirty="0"/>
              <a:t>(c) Let this lock be broken.</a:t>
            </a:r>
          </a:p>
          <a:p>
            <a:r>
              <a:rPr lang="en-IN" sz="4000" dirty="0"/>
              <a:t>(d) Have broken this lock be.</a:t>
            </a:r>
          </a:p>
        </p:txBody>
      </p:sp>
    </p:spTree>
    <p:extLst>
      <p:ext uri="{BB962C8B-B14F-4D97-AF65-F5344CB8AC3E}">
        <p14:creationId xmlns:p14="http://schemas.microsoft.com/office/powerpoint/2010/main" val="64704824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18. (b)</a:t>
            </a:r>
          </a:p>
        </p:txBody>
      </p:sp>
    </p:spTree>
    <p:extLst>
      <p:ext uri="{BB962C8B-B14F-4D97-AF65-F5344CB8AC3E}">
        <p14:creationId xmlns:p14="http://schemas.microsoft.com/office/powerpoint/2010/main" val="23982319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19. Think before you speak.</a:t>
            </a:r>
          </a:p>
          <a:p>
            <a:r>
              <a:rPr lang="en-IN" sz="3600" dirty="0"/>
              <a:t>(a) Let thinking be done before you speak.</a:t>
            </a:r>
          </a:p>
          <a:p>
            <a:r>
              <a:rPr lang="en-IN" sz="3600" dirty="0"/>
              <a:t>(b) Let speaking be not done before you think.</a:t>
            </a:r>
          </a:p>
          <a:p>
            <a:r>
              <a:rPr lang="en-IN" sz="3600" dirty="0"/>
              <a:t>(c) You are advised to think before you speak.</a:t>
            </a:r>
          </a:p>
          <a:p>
            <a:r>
              <a:rPr lang="en-IN" sz="3600" dirty="0"/>
              <a:t>(d) You are requested to think before you speak.</a:t>
            </a:r>
          </a:p>
          <a:p>
            <a:endParaRPr lang="en-IN" sz="3600" dirty="0"/>
          </a:p>
          <a:p>
            <a:endParaRPr lang="en-IN" sz="3600" dirty="0"/>
          </a:p>
          <a:p>
            <a:endParaRPr lang="en-IN" sz="3600" dirty="0"/>
          </a:p>
        </p:txBody>
      </p:sp>
    </p:spTree>
    <p:extLst>
      <p:ext uri="{BB962C8B-B14F-4D97-AF65-F5344CB8AC3E}">
        <p14:creationId xmlns:p14="http://schemas.microsoft.com/office/powerpoint/2010/main" val="27524546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19. (c)</a:t>
            </a:r>
            <a:endParaRPr lang="en-IN" dirty="0"/>
          </a:p>
          <a:p>
            <a:endParaRPr lang="en-IN" dirty="0"/>
          </a:p>
        </p:txBody>
      </p:sp>
    </p:spTree>
    <p:extLst>
      <p:ext uri="{BB962C8B-B14F-4D97-AF65-F5344CB8AC3E}">
        <p14:creationId xmlns:p14="http://schemas.microsoft.com/office/powerpoint/2010/main" val="15360063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200" b="1" dirty="0"/>
              <a:t>20. The case is being investigated by the police </a:t>
            </a:r>
            <a:r>
              <a:rPr lang="en-IN" sz="3200" b="1" dirty="0" err="1"/>
              <a:t>alongwith</a:t>
            </a:r>
            <a:r>
              <a:rPr lang="en-IN" sz="3200" b="1" dirty="0"/>
              <a:t> the CBI.</a:t>
            </a:r>
          </a:p>
          <a:p>
            <a:r>
              <a:rPr lang="en-IN" sz="3200" dirty="0"/>
              <a:t>(a) The police along with the CBI are investigating the case.</a:t>
            </a:r>
          </a:p>
          <a:p>
            <a:r>
              <a:rPr lang="en-IN" sz="3200" dirty="0"/>
              <a:t>(b) The police along with the CBI is investigating the case.</a:t>
            </a:r>
          </a:p>
          <a:p>
            <a:r>
              <a:rPr lang="en-IN" sz="3200" dirty="0"/>
              <a:t>(c) The police along with the CBI was investigating the case.</a:t>
            </a:r>
          </a:p>
          <a:p>
            <a:r>
              <a:rPr lang="en-IN" sz="3200" dirty="0"/>
              <a:t>(d) The police along with the CBI were investigating the case.</a:t>
            </a:r>
          </a:p>
        </p:txBody>
      </p:sp>
    </p:spTree>
    <p:extLst>
      <p:ext uri="{BB962C8B-B14F-4D97-AF65-F5344CB8AC3E}">
        <p14:creationId xmlns:p14="http://schemas.microsoft.com/office/powerpoint/2010/main" val="187161370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20. (a)</a:t>
            </a:r>
            <a:endParaRPr lang="en-IN" dirty="0"/>
          </a:p>
        </p:txBody>
      </p:sp>
    </p:spTree>
    <p:extLst>
      <p:ext uri="{BB962C8B-B14F-4D97-AF65-F5344CB8AC3E}">
        <p14:creationId xmlns:p14="http://schemas.microsoft.com/office/powerpoint/2010/main" val="41580145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21. He doesn’t like people to call him cheat.</a:t>
            </a:r>
          </a:p>
          <a:p>
            <a:r>
              <a:rPr lang="en-IN" sz="3600" dirty="0"/>
              <a:t>(a) He doesn’t like to be called a cheat.</a:t>
            </a:r>
          </a:p>
          <a:p>
            <a:r>
              <a:rPr lang="en-IN" sz="3600" dirty="0"/>
              <a:t>(b) He doesn’t like to be call is a cheat.</a:t>
            </a:r>
          </a:p>
          <a:p>
            <a:r>
              <a:rPr lang="en-IN" sz="3600" dirty="0"/>
              <a:t>(c) He doesn’t like anyone to call him cheat.</a:t>
            </a:r>
          </a:p>
          <a:p>
            <a:r>
              <a:rPr lang="en-IN" sz="3600" dirty="0"/>
              <a:t>(d) To call cheat is not liked by him.</a:t>
            </a:r>
          </a:p>
          <a:p>
            <a:endParaRPr lang="en-IN" sz="3600" dirty="0"/>
          </a:p>
          <a:p>
            <a:endParaRPr lang="en-IN" sz="3600" dirty="0"/>
          </a:p>
          <a:p>
            <a:endParaRPr lang="en-IN" sz="3600" dirty="0"/>
          </a:p>
          <a:p>
            <a:endParaRPr lang="en-IN" sz="3600" dirty="0"/>
          </a:p>
        </p:txBody>
      </p:sp>
    </p:spTree>
    <p:extLst>
      <p:ext uri="{BB962C8B-B14F-4D97-AF65-F5344CB8AC3E}">
        <p14:creationId xmlns:p14="http://schemas.microsoft.com/office/powerpoint/2010/main" val="32475202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21. (a)</a:t>
            </a:r>
            <a:endParaRPr lang="en-IN" dirty="0"/>
          </a:p>
          <a:p>
            <a:endParaRPr lang="en-IN" dirty="0"/>
          </a:p>
        </p:txBody>
      </p:sp>
    </p:spTree>
    <p:extLst>
      <p:ext uri="{BB962C8B-B14F-4D97-AF65-F5344CB8AC3E}">
        <p14:creationId xmlns:p14="http://schemas.microsoft.com/office/powerpoint/2010/main" val="20767349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23. You must hit the nail on the head.</a:t>
            </a:r>
          </a:p>
          <a:p>
            <a:r>
              <a:rPr lang="en-IN" sz="4000" dirty="0"/>
              <a:t>(a) The nail must hit on the head.</a:t>
            </a:r>
          </a:p>
          <a:p>
            <a:r>
              <a:rPr lang="en-IN" sz="4000" dirty="0"/>
              <a:t>(b) The nail must be hit on the head.</a:t>
            </a:r>
          </a:p>
          <a:p>
            <a:r>
              <a:rPr lang="en-IN" sz="4000" dirty="0"/>
              <a:t>(c) The nail has to be hit on the head.</a:t>
            </a:r>
          </a:p>
          <a:p>
            <a:r>
              <a:rPr lang="en-IN" sz="4000" dirty="0"/>
              <a:t>(d) The nail on the head must be hit.</a:t>
            </a:r>
          </a:p>
        </p:txBody>
      </p:sp>
    </p:spTree>
    <p:extLst>
      <p:ext uri="{BB962C8B-B14F-4D97-AF65-F5344CB8AC3E}">
        <p14:creationId xmlns:p14="http://schemas.microsoft.com/office/powerpoint/2010/main" val="174384798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23. (b)</a:t>
            </a:r>
            <a:endParaRPr lang="en-IN" dirty="0"/>
          </a:p>
        </p:txBody>
      </p:sp>
    </p:spTree>
    <p:extLst>
      <p:ext uri="{BB962C8B-B14F-4D97-AF65-F5344CB8AC3E}">
        <p14:creationId xmlns:p14="http://schemas.microsoft.com/office/powerpoint/2010/main" val="209401465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600" b="1" dirty="0"/>
              <a:t>24. Those mangoes smell sweet.</a:t>
            </a:r>
          </a:p>
          <a:p>
            <a:r>
              <a:rPr lang="en-IN" sz="3600" dirty="0"/>
              <a:t>(a) Those mangoes are sweet when they are smell.</a:t>
            </a:r>
          </a:p>
          <a:p>
            <a:r>
              <a:rPr lang="en-IN" sz="3600" dirty="0"/>
              <a:t>(b) Those mangoes are sweet when they are smelt</a:t>
            </a:r>
          </a:p>
          <a:p>
            <a:r>
              <a:rPr lang="en-IN" sz="3600" dirty="0"/>
              <a:t>(c) Those mangoes were sweet when those are smelt.</a:t>
            </a:r>
          </a:p>
          <a:p>
            <a:r>
              <a:rPr lang="en-IN" sz="3600" dirty="0"/>
              <a:t>(d) Sweet are smelt by those mangoes.</a:t>
            </a:r>
          </a:p>
        </p:txBody>
      </p:sp>
    </p:spTree>
    <p:extLst>
      <p:ext uri="{BB962C8B-B14F-4D97-AF65-F5344CB8AC3E}">
        <p14:creationId xmlns:p14="http://schemas.microsoft.com/office/powerpoint/2010/main" val="234721677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24. (b)</a:t>
            </a:r>
            <a:endParaRPr lang="en-IN" dirty="0"/>
          </a:p>
          <a:p>
            <a:endParaRPr lang="en-IN" dirty="0"/>
          </a:p>
        </p:txBody>
      </p:sp>
    </p:spTree>
    <p:extLst>
      <p:ext uri="{BB962C8B-B14F-4D97-AF65-F5344CB8AC3E}">
        <p14:creationId xmlns:p14="http://schemas.microsoft.com/office/powerpoint/2010/main" val="294425858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200" b="1" dirty="0"/>
              <a:t>25. The little boy asked the man the way to Athens.</a:t>
            </a:r>
          </a:p>
          <a:p>
            <a:r>
              <a:rPr lang="en-IN" sz="3200" dirty="0"/>
              <a:t>(a) The man has been asked the way to Athens by the little boy.</a:t>
            </a:r>
          </a:p>
          <a:p>
            <a:r>
              <a:rPr lang="en-IN" sz="3200" dirty="0"/>
              <a:t>(b) The man was asked the way to Athens by the little boy.</a:t>
            </a:r>
          </a:p>
          <a:p>
            <a:r>
              <a:rPr lang="en-IN" sz="3200" dirty="0"/>
              <a:t>(c) The man was being asked the way to Athens by the little boy.</a:t>
            </a:r>
          </a:p>
          <a:p>
            <a:r>
              <a:rPr lang="en-IN" sz="3200" dirty="0"/>
              <a:t>(d) The way to Athens was asked by the man from the little boy.</a:t>
            </a:r>
          </a:p>
        </p:txBody>
      </p:sp>
    </p:spTree>
    <p:extLst>
      <p:ext uri="{BB962C8B-B14F-4D97-AF65-F5344CB8AC3E}">
        <p14:creationId xmlns:p14="http://schemas.microsoft.com/office/powerpoint/2010/main" val="239401982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25. (b)</a:t>
            </a:r>
            <a:endParaRPr lang="en-IN" dirty="0"/>
          </a:p>
        </p:txBody>
      </p:sp>
    </p:spTree>
    <p:extLst>
      <p:ext uri="{BB962C8B-B14F-4D97-AF65-F5344CB8AC3E}">
        <p14:creationId xmlns:p14="http://schemas.microsoft.com/office/powerpoint/2010/main" val="39008255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26. Shut the door and go away.</a:t>
            </a:r>
          </a:p>
          <a:p>
            <a:r>
              <a:rPr lang="en-IN" sz="3600" dirty="0"/>
              <a:t>(a) Let the door be shut and you are ordered to go away.</a:t>
            </a:r>
          </a:p>
          <a:p>
            <a:r>
              <a:rPr lang="en-IN" sz="3600" dirty="0"/>
              <a:t>(b) You are ordered to go away and shut the door.</a:t>
            </a:r>
          </a:p>
          <a:p>
            <a:r>
              <a:rPr lang="en-IN" sz="3600" dirty="0"/>
              <a:t>(c) Let the door be shut and let you be gone.</a:t>
            </a:r>
          </a:p>
          <a:p>
            <a:r>
              <a:rPr lang="en-IN" sz="3600" dirty="0"/>
              <a:t>(d) Shut the door and let you be gone.</a:t>
            </a:r>
          </a:p>
          <a:p>
            <a:endParaRPr lang="en-IN" sz="3600" dirty="0"/>
          </a:p>
          <a:p>
            <a:endParaRPr lang="en-IN" sz="3600" dirty="0"/>
          </a:p>
          <a:p>
            <a:endParaRPr lang="en-IN" sz="3600" dirty="0"/>
          </a:p>
          <a:p>
            <a:endParaRPr lang="en-IN" sz="3600" dirty="0"/>
          </a:p>
        </p:txBody>
      </p:sp>
    </p:spTree>
    <p:extLst>
      <p:ext uri="{BB962C8B-B14F-4D97-AF65-F5344CB8AC3E}">
        <p14:creationId xmlns:p14="http://schemas.microsoft.com/office/powerpoint/2010/main" val="306292475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26. (a)</a:t>
            </a:r>
            <a:endParaRPr lang="en-IN" dirty="0"/>
          </a:p>
          <a:p>
            <a:endParaRPr lang="en-IN" dirty="0"/>
          </a:p>
        </p:txBody>
      </p:sp>
    </p:spTree>
    <p:extLst>
      <p:ext uri="{BB962C8B-B14F-4D97-AF65-F5344CB8AC3E}">
        <p14:creationId xmlns:p14="http://schemas.microsoft.com/office/powerpoint/2010/main" val="238715011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200" b="1" dirty="0"/>
              <a:t>27. Your proposal was objected to and everyone laughed at you.</a:t>
            </a:r>
          </a:p>
          <a:p>
            <a:r>
              <a:rPr lang="en-IN" sz="3200" dirty="0"/>
              <a:t>(a) Everyone objected your proposal and laughed at you.</a:t>
            </a:r>
          </a:p>
          <a:p>
            <a:r>
              <a:rPr lang="en-IN" sz="3200" dirty="0"/>
              <a:t>(b) Everyone objected to your proposal and you were laughed at.</a:t>
            </a:r>
          </a:p>
          <a:p>
            <a:r>
              <a:rPr lang="en-IN" sz="3200" dirty="0"/>
              <a:t>(c) Everyone objected to and laughed at you and your proposal.</a:t>
            </a:r>
          </a:p>
          <a:p>
            <a:r>
              <a:rPr lang="en-IN" sz="3200" dirty="0"/>
              <a:t>(d) Your proposal was objected and you were laughed.</a:t>
            </a:r>
          </a:p>
        </p:txBody>
      </p:sp>
    </p:spTree>
    <p:extLst>
      <p:ext uri="{BB962C8B-B14F-4D97-AF65-F5344CB8AC3E}">
        <p14:creationId xmlns:p14="http://schemas.microsoft.com/office/powerpoint/2010/main" val="350887037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27. (b)</a:t>
            </a:r>
          </a:p>
        </p:txBody>
      </p:sp>
    </p:spTree>
    <p:extLst>
      <p:ext uri="{BB962C8B-B14F-4D97-AF65-F5344CB8AC3E}">
        <p14:creationId xmlns:p14="http://schemas.microsoft.com/office/powerpoint/2010/main" val="21242591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28. Let everyone be given a chance.</a:t>
            </a:r>
          </a:p>
          <a:p>
            <a:r>
              <a:rPr lang="en-IN" sz="3600" dirty="0"/>
              <a:t>(a) Give everyone a chance.</a:t>
            </a:r>
          </a:p>
          <a:p>
            <a:r>
              <a:rPr lang="en-IN" sz="3600" dirty="0"/>
              <a:t>(b) Give a chance for everyone.</a:t>
            </a:r>
          </a:p>
          <a:p>
            <a:r>
              <a:rPr lang="en-IN" sz="3600" dirty="0"/>
              <a:t>(c) Let a chance be given to everyone.</a:t>
            </a:r>
          </a:p>
          <a:p>
            <a:r>
              <a:rPr lang="en-IN" sz="3600" dirty="0"/>
              <a:t>(d) I will give up a chance.</a:t>
            </a:r>
          </a:p>
          <a:p>
            <a:endParaRPr lang="en-IN" sz="3600" dirty="0"/>
          </a:p>
          <a:p>
            <a:endParaRPr lang="en-IN" sz="3600" dirty="0"/>
          </a:p>
        </p:txBody>
      </p:sp>
    </p:spTree>
    <p:extLst>
      <p:ext uri="{BB962C8B-B14F-4D97-AF65-F5344CB8AC3E}">
        <p14:creationId xmlns:p14="http://schemas.microsoft.com/office/powerpoint/2010/main" val="139544306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28. (a)</a:t>
            </a:r>
            <a:endParaRPr lang="en-IN" dirty="0"/>
          </a:p>
          <a:p>
            <a:endParaRPr lang="en-IN" dirty="0"/>
          </a:p>
        </p:txBody>
      </p:sp>
    </p:spTree>
    <p:extLst>
      <p:ext uri="{BB962C8B-B14F-4D97-AF65-F5344CB8AC3E}">
        <p14:creationId xmlns:p14="http://schemas.microsoft.com/office/powerpoint/2010/main" val="313197599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29. Do not make a noise.</a:t>
            </a:r>
          </a:p>
          <a:p>
            <a:r>
              <a:rPr lang="en-IN" sz="4000" dirty="0"/>
              <a:t>(a) Let a noise be made not.</a:t>
            </a:r>
          </a:p>
          <a:p>
            <a:r>
              <a:rPr lang="en-IN" sz="4000" dirty="0"/>
              <a:t>(b) You are requested to not make a noise.</a:t>
            </a:r>
          </a:p>
          <a:p>
            <a:r>
              <a:rPr lang="en-IN" sz="4000" dirty="0"/>
              <a:t>(c) You are ordered to not make a noise.</a:t>
            </a:r>
          </a:p>
          <a:p>
            <a:r>
              <a:rPr lang="en-IN" sz="4000" dirty="0"/>
              <a:t>(d) You are forbidden to make a noise.</a:t>
            </a:r>
          </a:p>
        </p:txBody>
      </p:sp>
    </p:spTree>
    <p:extLst>
      <p:ext uri="{BB962C8B-B14F-4D97-AF65-F5344CB8AC3E}">
        <p14:creationId xmlns:p14="http://schemas.microsoft.com/office/powerpoint/2010/main" val="217438788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29. (d</a:t>
            </a:r>
            <a:endParaRPr lang="en-IN" dirty="0"/>
          </a:p>
        </p:txBody>
      </p:sp>
    </p:spTree>
    <p:extLst>
      <p:ext uri="{BB962C8B-B14F-4D97-AF65-F5344CB8AC3E}">
        <p14:creationId xmlns:p14="http://schemas.microsoft.com/office/powerpoint/2010/main" val="354586644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176963"/>
          </a:xfrm>
        </p:spPr>
        <p:txBody>
          <a:bodyPr>
            <a:normAutofit/>
          </a:bodyPr>
          <a:lstStyle/>
          <a:p>
            <a:r>
              <a:rPr lang="en-IN" sz="3600" b="1" dirty="0"/>
              <a:t>30. People are raising a hue and cry and are breaking the furniture.</a:t>
            </a:r>
          </a:p>
          <a:p>
            <a:r>
              <a:rPr lang="en-IN" sz="3600" dirty="0"/>
              <a:t>(a) A hue and cry is being raised and the furniture is being broken by the people.</a:t>
            </a:r>
          </a:p>
          <a:p>
            <a:r>
              <a:rPr lang="en-IN" sz="3600" dirty="0"/>
              <a:t>(b) A hue and cry is being raised and the furniture are being broken by the people.</a:t>
            </a:r>
          </a:p>
          <a:p>
            <a:r>
              <a:rPr lang="en-IN" sz="3600" dirty="0"/>
              <a:t>(c) Hue and cry and the furniture is being broken.</a:t>
            </a:r>
          </a:p>
          <a:p>
            <a:r>
              <a:rPr lang="en-IN" sz="3600" dirty="0"/>
              <a:t>(d) A hue and cry has been raised and the furniture has been broke.</a:t>
            </a:r>
          </a:p>
        </p:txBody>
      </p:sp>
    </p:spTree>
    <p:extLst>
      <p:ext uri="{BB962C8B-B14F-4D97-AF65-F5344CB8AC3E}">
        <p14:creationId xmlns:p14="http://schemas.microsoft.com/office/powerpoint/2010/main" val="271617239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 30. (a)</a:t>
            </a:r>
            <a:endParaRPr lang="en-IN" dirty="0"/>
          </a:p>
        </p:txBody>
      </p:sp>
    </p:spTree>
    <p:extLst>
      <p:ext uri="{BB962C8B-B14F-4D97-AF65-F5344CB8AC3E}">
        <p14:creationId xmlns:p14="http://schemas.microsoft.com/office/powerpoint/2010/main" val="159846101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31. (c)</a:t>
            </a:r>
            <a:endParaRPr lang="en-IN" dirty="0"/>
          </a:p>
        </p:txBody>
      </p:sp>
    </p:spTree>
    <p:extLst>
      <p:ext uri="{BB962C8B-B14F-4D97-AF65-F5344CB8AC3E}">
        <p14:creationId xmlns:p14="http://schemas.microsoft.com/office/powerpoint/2010/main" val="810984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31. The fur coats were imported from Sweden by us.</a:t>
            </a:r>
          </a:p>
          <a:p>
            <a:r>
              <a:rPr lang="en-IN" sz="4000" dirty="0"/>
              <a:t>(a) Sweden imported the fur coats.</a:t>
            </a:r>
          </a:p>
          <a:p>
            <a:r>
              <a:rPr lang="en-IN" sz="4000" dirty="0"/>
              <a:t>(b) Sweden was imported the fur coats.</a:t>
            </a:r>
          </a:p>
          <a:p>
            <a:r>
              <a:rPr lang="en-IN" sz="4000" dirty="0"/>
              <a:t>(c) We imported the fur coats from Sweden.</a:t>
            </a:r>
          </a:p>
          <a:p>
            <a:r>
              <a:rPr lang="en-IN" sz="4000" dirty="0"/>
              <a:t>(d) We had imported the fur coats from Sweden.</a:t>
            </a:r>
          </a:p>
        </p:txBody>
      </p:sp>
    </p:spTree>
    <p:extLst>
      <p:ext uri="{BB962C8B-B14F-4D97-AF65-F5344CB8AC3E}">
        <p14:creationId xmlns:p14="http://schemas.microsoft.com/office/powerpoint/2010/main" val="388880802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32. (b)</a:t>
            </a:r>
            <a:endParaRPr lang="en-IN" dirty="0"/>
          </a:p>
        </p:txBody>
      </p:sp>
    </p:spTree>
    <p:extLst>
      <p:ext uri="{BB962C8B-B14F-4D97-AF65-F5344CB8AC3E}">
        <p14:creationId xmlns:p14="http://schemas.microsoft.com/office/powerpoint/2010/main" val="92254963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32. A bullet in the chest is adored by the brave.</a:t>
            </a:r>
          </a:p>
          <a:p>
            <a:r>
              <a:rPr lang="en-IN" sz="4000" dirty="0"/>
              <a:t>(a) The brave adores a bullet in the chest.</a:t>
            </a:r>
          </a:p>
          <a:p>
            <a:r>
              <a:rPr lang="en-IN" sz="4000" dirty="0"/>
              <a:t>(b) The brave adore a bullet in the chest.</a:t>
            </a:r>
          </a:p>
          <a:p>
            <a:r>
              <a:rPr lang="en-IN" sz="4000" dirty="0"/>
              <a:t>(c) The brave adored a bullet in the chest.</a:t>
            </a:r>
          </a:p>
          <a:p>
            <a:r>
              <a:rPr lang="en-IN" sz="4000" dirty="0"/>
              <a:t>(d) The brave have adored a bullet in the chest.</a:t>
            </a:r>
          </a:p>
        </p:txBody>
      </p:sp>
    </p:spTree>
    <p:extLst>
      <p:ext uri="{BB962C8B-B14F-4D97-AF65-F5344CB8AC3E}">
        <p14:creationId xmlns:p14="http://schemas.microsoft.com/office/powerpoint/2010/main" val="353155784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33. (b)</a:t>
            </a:r>
            <a:endParaRPr lang="en-IN" dirty="0"/>
          </a:p>
          <a:p>
            <a:endParaRPr lang="en-IN" dirty="0"/>
          </a:p>
        </p:txBody>
      </p:sp>
    </p:spTree>
    <p:extLst>
      <p:ext uri="{BB962C8B-B14F-4D97-AF65-F5344CB8AC3E}">
        <p14:creationId xmlns:p14="http://schemas.microsoft.com/office/powerpoint/2010/main" val="8952884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33. Decisions must be taken.</a:t>
            </a:r>
          </a:p>
          <a:p>
            <a:r>
              <a:rPr lang="en-IN" sz="4400" dirty="0"/>
              <a:t>(a) Decisions should be taken.</a:t>
            </a:r>
          </a:p>
          <a:p>
            <a:r>
              <a:rPr lang="en-IN" sz="4400" dirty="0"/>
              <a:t>(b) We must take decisions.</a:t>
            </a:r>
          </a:p>
          <a:p>
            <a:r>
              <a:rPr lang="en-IN" sz="4400" dirty="0"/>
              <a:t>(c) It is good to take decisions.</a:t>
            </a:r>
          </a:p>
          <a:p>
            <a:r>
              <a:rPr lang="en-IN" sz="4400" dirty="0"/>
              <a:t>(d) We should take decisions.</a:t>
            </a:r>
          </a:p>
        </p:txBody>
      </p:sp>
    </p:spTree>
    <p:extLst>
      <p:ext uri="{BB962C8B-B14F-4D97-AF65-F5344CB8AC3E}">
        <p14:creationId xmlns:p14="http://schemas.microsoft.com/office/powerpoint/2010/main" val="327161358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248547414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34. Are they not cheating us?.</a:t>
            </a:r>
          </a:p>
          <a:p>
            <a:r>
              <a:rPr lang="en-IN" sz="4400" dirty="0"/>
              <a:t>(a) Are we not being cheated?</a:t>
            </a:r>
          </a:p>
          <a:p>
            <a:r>
              <a:rPr lang="en-IN" sz="4400" dirty="0"/>
              <a:t>(b) Are not we being cheated?</a:t>
            </a:r>
          </a:p>
          <a:p>
            <a:r>
              <a:rPr lang="en-IN" sz="4400" dirty="0"/>
              <a:t>(c) Are we being not cheated?</a:t>
            </a:r>
          </a:p>
          <a:p>
            <a:r>
              <a:rPr lang="en-IN" sz="4400" dirty="0"/>
              <a:t>(d) Are we being cheated?</a:t>
            </a:r>
          </a:p>
          <a:p>
            <a:endParaRPr lang="en-IN" sz="4400" dirty="0"/>
          </a:p>
          <a:p>
            <a:endParaRPr lang="en-IN" sz="4400" dirty="0"/>
          </a:p>
          <a:p>
            <a:endParaRPr lang="en-IN" sz="4400" dirty="0"/>
          </a:p>
        </p:txBody>
      </p:sp>
    </p:spTree>
    <p:extLst>
      <p:ext uri="{BB962C8B-B14F-4D97-AF65-F5344CB8AC3E}">
        <p14:creationId xmlns:p14="http://schemas.microsoft.com/office/powerpoint/2010/main" val="635179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34. (a)</a:t>
            </a:r>
            <a:endParaRPr lang="en-IN" dirty="0"/>
          </a:p>
          <a:p>
            <a:endParaRPr lang="en-IN" dirty="0"/>
          </a:p>
          <a:p>
            <a:endParaRPr lang="en-IN" dirty="0"/>
          </a:p>
        </p:txBody>
      </p:sp>
    </p:spTree>
    <p:extLst>
      <p:ext uri="{BB962C8B-B14F-4D97-AF65-F5344CB8AC3E}">
        <p14:creationId xmlns:p14="http://schemas.microsoft.com/office/powerpoint/2010/main" val="21937453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35. The room was cleaned.</a:t>
            </a:r>
          </a:p>
          <a:p>
            <a:r>
              <a:rPr lang="en-IN" sz="4000" dirty="0"/>
              <a:t>(a) The cleaner cleaned the room.</a:t>
            </a:r>
          </a:p>
          <a:p>
            <a:r>
              <a:rPr lang="en-IN" sz="4000" dirty="0"/>
              <a:t>(b) The room should be cleaned.</a:t>
            </a:r>
          </a:p>
          <a:p>
            <a:r>
              <a:rPr lang="en-IN" sz="4000" dirty="0"/>
              <a:t>(c) I cleaned the room.</a:t>
            </a:r>
          </a:p>
          <a:p>
            <a:r>
              <a:rPr lang="en-IN" sz="4000" dirty="0"/>
              <a:t>(d) Someone cleaned the room.</a:t>
            </a:r>
          </a:p>
        </p:txBody>
      </p:sp>
    </p:spTree>
    <p:extLst>
      <p:ext uri="{BB962C8B-B14F-4D97-AF65-F5344CB8AC3E}">
        <p14:creationId xmlns:p14="http://schemas.microsoft.com/office/powerpoint/2010/main" val="292249109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35. (a)</a:t>
            </a:r>
            <a:endParaRPr lang="en-IN" dirty="0"/>
          </a:p>
          <a:p>
            <a:endParaRPr lang="en-IN" dirty="0"/>
          </a:p>
          <a:p>
            <a:endParaRPr lang="en-IN" dirty="0"/>
          </a:p>
        </p:txBody>
      </p:sp>
    </p:spTree>
    <p:extLst>
      <p:ext uri="{BB962C8B-B14F-4D97-AF65-F5344CB8AC3E}">
        <p14:creationId xmlns:p14="http://schemas.microsoft.com/office/powerpoint/2010/main" val="352080653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36. I should have met him yesterday.</a:t>
            </a:r>
          </a:p>
          <a:p>
            <a:r>
              <a:rPr lang="en-IN" sz="3600" dirty="0"/>
              <a:t>(a) He should have met by me yesterday.</a:t>
            </a:r>
          </a:p>
          <a:p>
            <a:r>
              <a:rPr lang="en-IN" sz="3600" dirty="0"/>
              <a:t>(b) He should be meeting me yesterday.</a:t>
            </a:r>
          </a:p>
          <a:p>
            <a:r>
              <a:rPr lang="en-IN" sz="3600" dirty="0"/>
              <a:t>(c) He should have been meeting by me yesterday.</a:t>
            </a:r>
          </a:p>
          <a:p>
            <a:r>
              <a:rPr lang="en-IN" sz="3600" dirty="0"/>
              <a:t>(d) He should have been met by me yesterday.</a:t>
            </a:r>
          </a:p>
          <a:p>
            <a:endParaRPr lang="en-IN" sz="3600" dirty="0"/>
          </a:p>
          <a:p>
            <a:endParaRPr lang="en-IN" sz="3600" dirty="0"/>
          </a:p>
          <a:p>
            <a:endParaRPr lang="en-IN" sz="3600" dirty="0"/>
          </a:p>
          <a:p>
            <a:endParaRPr lang="en-IN" sz="3600" dirty="0"/>
          </a:p>
        </p:txBody>
      </p:sp>
    </p:spTree>
    <p:extLst>
      <p:ext uri="{BB962C8B-B14F-4D97-AF65-F5344CB8AC3E}">
        <p14:creationId xmlns:p14="http://schemas.microsoft.com/office/powerpoint/2010/main" val="253204012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36. (d)</a:t>
            </a:r>
          </a:p>
        </p:txBody>
      </p:sp>
    </p:spTree>
    <p:extLst>
      <p:ext uri="{BB962C8B-B14F-4D97-AF65-F5344CB8AC3E}">
        <p14:creationId xmlns:p14="http://schemas.microsoft.com/office/powerpoint/2010/main" val="398010442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37. One could see her lying on the flowerbeds.</a:t>
            </a:r>
          </a:p>
          <a:p>
            <a:r>
              <a:rPr lang="en-IN" sz="4000" dirty="0"/>
              <a:t>(a) Flowerbeds could be seen lying on her.</a:t>
            </a:r>
          </a:p>
          <a:p>
            <a:r>
              <a:rPr lang="en-IN" sz="4000" dirty="0"/>
              <a:t>(b) She could see on lying on flowerbeds.</a:t>
            </a:r>
          </a:p>
          <a:p>
            <a:r>
              <a:rPr lang="en-IN" sz="4000" dirty="0"/>
              <a:t>(c) She could be seen lying on flowerbeds.</a:t>
            </a:r>
          </a:p>
          <a:p>
            <a:r>
              <a:rPr lang="en-IN" sz="4000" dirty="0"/>
              <a:t>(d) She could be lying on flowerbeds seen.</a:t>
            </a:r>
          </a:p>
        </p:txBody>
      </p:sp>
    </p:spTree>
    <p:extLst>
      <p:ext uri="{BB962C8B-B14F-4D97-AF65-F5344CB8AC3E}">
        <p14:creationId xmlns:p14="http://schemas.microsoft.com/office/powerpoint/2010/main" val="118856601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37. (c)</a:t>
            </a:r>
            <a:endParaRPr lang="en-IN" dirty="0"/>
          </a:p>
        </p:txBody>
      </p:sp>
    </p:spTree>
    <p:extLst>
      <p:ext uri="{BB962C8B-B14F-4D97-AF65-F5344CB8AC3E}">
        <p14:creationId xmlns:p14="http://schemas.microsoft.com/office/powerpoint/2010/main" val="219478796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38. We expect good news.</a:t>
            </a:r>
          </a:p>
          <a:p>
            <a:r>
              <a:rPr lang="en-IN" sz="4000" dirty="0"/>
              <a:t>(a) Good news is expected by us.</a:t>
            </a:r>
          </a:p>
          <a:p>
            <a:r>
              <a:rPr lang="en-IN" sz="4000" dirty="0"/>
              <a:t>(b) Let good news be expected.</a:t>
            </a:r>
          </a:p>
          <a:p>
            <a:r>
              <a:rPr lang="en-IN" sz="4000" dirty="0"/>
              <a:t>(c) Let us expect good news.</a:t>
            </a:r>
          </a:p>
          <a:p>
            <a:r>
              <a:rPr lang="en-IN" sz="4000" dirty="0"/>
              <a:t>(d) Expecting good news from them.</a:t>
            </a:r>
          </a:p>
        </p:txBody>
      </p:sp>
    </p:spTree>
    <p:extLst>
      <p:ext uri="{BB962C8B-B14F-4D97-AF65-F5344CB8AC3E}">
        <p14:creationId xmlns:p14="http://schemas.microsoft.com/office/powerpoint/2010/main" val="165139689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38. (a)</a:t>
            </a:r>
            <a:endParaRPr lang="en-IN" dirty="0"/>
          </a:p>
        </p:txBody>
      </p:sp>
    </p:spTree>
    <p:extLst>
      <p:ext uri="{BB962C8B-B14F-4D97-AF65-F5344CB8AC3E}">
        <p14:creationId xmlns:p14="http://schemas.microsoft.com/office/powerpoint/2010/main" val="68937288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600" b="1" dirty="0"/>
              <a:t>39. My teacher gave me a journal to read.</a:t>
            </a:r>
          </a:p>
          <a:p>
            <a:r>
              <a:rPr lang="en-IN" sz="3600" dirty="0"/>
              <a:t>(a) I was given a journal by my teacher to be read.</a:t>
            </a:r>
          </a:p>
          <a:p>
            <a:r>
              <a:rPr lang="en-IN" sz="3600" dirty="0"/>
              <a:t>(b) A journal to read was given to me by my teacher.</a:t>
            </a:r>
          </a:p>
          <a:p>
            <a:r>
              <a:rPr lang="en-IN" sz="3600" dirty="0"/>
              <a:t>(c) A journal was given me to read by my teacher.</a:t>
            </a:r>
          </a:p>
          <a:p>
            <a:r>
              <a:rPr lang="en-IN" sz="3600" dirty="0"/>
              <a:t>(d) I was given a journal by my teacher to read.</a:t>
            </a:r>
          </a:p>
        </p:txBody>
      </p:sp>
    </p:spTree>
    <p:extLst>
      <p:ext uri="{BB962C8B-B14F-4D97-AF65-F5344CB8AC3E}">
        <p14:creationId xmlns:p14="http://schemas.microsoft.com/office/powerpoint/2010/main" val="28758998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39. (d)</a:t>
            </a:r>
            <a:endParaRPr lang="en-IN" dirty="0"/>
          </a:p>
        </p:txBody>
      </p:sp>
    </p:spTree>
    <p:extLst>
      <p:ext uri="{BB962C8B-B14F-4D97-AF65-F5344CB8AC3E}">
        <p14:creationId xmlns:p14="http://schemas.microsoft.com/office/powerpoint/2010/main" val="229460896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40. It is impossible to do this.</a:t>
            </a:r>
          </a:p>
          <a:p>
            <a:r>
              <a:rPr lang="en-IN" sz="4000" dirty="0"/>
              <a:t>(a) This is impossible to be done.</a:t>
            </a:r>
          </a:p>
          <a:p>
            <a:r>
              <a:rPr lang="en-IN" sz="4000" dirty="0"/>
              <a:t>(b) To do this by it is impossible.</a:t>
            </a:r>
          </a:p>
          <a:p>
            <a:r>
              <a:rPr lang="en-IN" sz="4000" dirty="0"/>
              <a:t>(c) It is impossible to have done this.</a:t>
            </a:r>
          </a:p>
          <a:p>
            <a:r>
              <a:rPr lang="en-IN" sz="4000" dirty="0"/>
              <a:t>(d) It can’t be done.</a:t>
            </a:r>
          </a:p>
        </p:txBody>
      </p:sp>
    </p:spTree>
    <p:extLst>
      <p:ext uri="{BB962C8B-B14F-4D97-AF65-F5344CB8AC3E}">
        <p14:creationId xmlns:p14="http://schemas.microsoft.com/office/powerpoint/2010/main" val="379028747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40. (a)</a:t>
            </a:r>
            <a:endParaRPr lang="en-IN" dirty="0"/>
          </a:p>
          <a:p>
            <a:endParaRPr lang="en-IN" dirty="0"/>
          </a:p>
        </p:txBody>
      </p:sp>
    </p:spTree>
    <p:extLst>
      <p:ext uri="{BB962C8B-B14F-4D97-AF65-F5344CB8AC3E}">
        <p14:creationId xmlns:p14="http://schemas.microsoft.com/office/powerpoint/2010/main" val="284434864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6533" y="627889"/>
            <a:ext cx="10515600" cy="4351338"/>
          </a:xfrm>
        </p:spPr>
        <p:txBody>
          <a:bodyPr>
            <a:noAutofit/>
          </a:bodyPr>
          <a:lstStyle/>
          <a:p>
            <a:r>
              <a:rPr lang="en-IN" sz="3200" b="1" dirty="0"/>
              <a:t>41. Physically challenged people should not be laughed at by the public.</a:t>
            </a:r>
          </a:p>
          <a:p>
            <a:r>
              <a:rPr lang="en-IN" sz="3200" dirty="0"/>
              <a:t>(a) Physically challenged people should not laugh at the public.</a:t>
            </a:r>
          </a:p>
          <a:p>
            <a:r>
              <a:rPr lang="en-IN" sz="3200" dirty="0"/>
              <a:t>(b) The public will not be laughing at physically challenged people.</a:t>
            </a:r>
          </a:p>
          <a:p>
            <a:r>
              <a:rPr lang="en-IN" sz="3200" dirty="0"/>
              <a:t>(c) The public shall not be laughing at physically challenged people.</a:t>
            </a:r>
          </a:p>
          <a:p>
            <a:r>
              <a:rPr lang="en-IN" sz="3200" dirty="0"/>
              <a:t>(d) The public should not laugh at physically challenged people.</a:t>
            </a:r>
          </a:p>
        </p:txBody>
      </p:sp>
    </p:spTree>
    <p:extLst>
      <p:ext uri="{BB962C8B-B14F-4D97-AF65-F5344CB8AC3E}">
        <p14:creationId xmlns:p14="http://schemas.microsoft.com/office/powerpoint/2010/main" val="367875462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41. (d</a:t>
            </a:r>
            <a:endParaRPr lang="en-IN" dirty="0"/>
          </a:p>
        </p:txBody>
      </p:sp>
    </p:spTree>
    <p:extLst>
      <p:ext uri="{BB962C8B-B14F-4D97-AF65-F5344CB8AC3E}">
        <p14:creationId xmlns:p14="http://schemas.microsoft.com/office/powerpoint/2010/main" val="211205569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600" b="1" dirty="0"/>
              <a:t>42. They say that people live on distant planets .</a:t>
            </a:r>
          </a:p>
          <a:p>
            <a:r>
              <a:rPr lang="en-IN" sz="3600" dirty="0"/>
              <a:t>(a) It was said that people live on distant planets .</a:t>
            </a:r>
          </a:p>
          <a:p>
            <a:r>
              <a:rPr lang="en-IN" sz="3600" dirty="0"/>
              <a:t>(b) It is being said that people live on distant planets .</a:t>
            </a:r>
          </a:p>
          <a:p>
            <a:r>
              <a:rPr lang="en-IN" sz="3600" dirty="0"/>
              <a:t>(c) It is said that people live on distant planets .</a:t>
            </a:r>
          </a:p>
          <a:p>
            <a:r>
              <a:rPr lang="en-IN" sz="3600" dirty="0"/>
              <a:t>(d) It is saying that people live on distant planets .</a:t>
            </a:r>
          </a:p>
        </p:txBody>
      </p:sp>
    </p:spTree>
    <p:extLst>
      <p:ext uri="{BB962C8B-B14F-4D97-AF65-F5344CB8AC3E}">
        <p14:creationId xmlns:p14="http://schemas.microsoft.com/office/powerpoint/2010/main" val="329825361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 42. (c)</a:t>
            </a:r>
            <a:endParaRPr lang="en-IN" dirty="0"/>
          </a:p>
        </p:txBody>
      </p:sp>
    </p:spTree>
    <p:extLst>
      <p:ext uri="{BB962C8B-B14F-4D97-AF65-F5344CB8AC3E}">
        <p14:creationId xmlns:p14="http://schemas.microsoft.com/office/powerpoint/2010/main" val="102471697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43. Can we send the parcel tomorrow?</a:t>
            </a:r>
          </a:p>
          <a:p>
            <a:r>
              <a:rPr lang="en-IN" sz="4000" dirty="0"/>
              <a:t>(a) Can be the parcel sent by us tomorrow?</a:t>
            </a:r>
          </a:p>
          <a:p>
            <a:r>
              <a:rPr lang="en-IN" sz="4000" dirty="0"/>
              <a:t>(b) Can we be sent by the parcel tomorrow?</a:t>
            </a:r>
          </a:p>
          <a:p>
            <a:r>
              <a:rPr lang="en-IN" sz="4000" dirty="0"/>
              <a:t>(c) Can the parcel be sent by us tomorrow?</a:t>
            </a:r>
          </a:p>
          <a:p>
            <a:r>
              <a:rPr lang="en-IN" sz="4000" dirty="0"/>
              <a:t>(d) Can the parcel sent by us tomorrow?</a:t>
            </a:r>
          </a:p>
          <a:p>
            <a:endParaRPr lang="en-IN" sz="4000" dirty="0"/>
          </a:p>
          <a:p>
            <a:endParaRPr lang="en-IN" sz="4000" dirty="0"/>
          </a:p>
          <a:p>
            <a:endParaRPr lang="en-IN" sz="4000" dirty="0"/>
          </a:p>
          <a:p>
            <a:endParaRPr lang="en-IN" sz="4000" dirty="0"/>
          </a:p>
        </p:txBody>
      </p:sp>
    </p:spTree>
    <p:extLst>
      <p:ext uri="{BB962C8B-B14F-4D97-AF65-F5344CB8AC3E}">
        <p14:creationId xmlns:p14="http://schemas.microsoft.com/office/powerpoint/2010/main" val="262544849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43. (c)</a:t>
            </a:r>
            <a:endParaRPr lang="en-IN" dirty="0"/>
          </a:p>
        </p:txBody>
      </p:sp>
    </p:spTree>
    <p:extLst>
      <p:ext uri="{BB962C8B-B14F-4D97-AF65-F5344CB8AC3E}">
        <p14:creationId xmlns:p14="http://schemas.microsoft.com/office/powerpoint/2010/main" val="334868777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1986" y="486223"/>
            <a:ext cx="10515600" cy="4351338"/>
          </a:xfrm>
        </p:spPr>
        <p:txBody>
          <a:bodyPr>
            <a:noAutofit/>
          </a:bodyPr>
          <a:lstStyle/>
          <a:p>
            <a:r>
              <a:rPr lang="en-IN" sz="3600" b="1" dirty="0"/>
              <a:t>44. A detective arrested him as soon as he got home.</a:t>
            </a:r>
          </a:p>
          <a:p>
            <a:r>
              <a:rPr lang="en-IN" sz="3600" dirty="0"/>
              <a:t>(a) An arrest was made by a detective as soon as he got home.</a:t>
            </a:r>
          </a:p>
          <a:p>
            <a:r>
              <a:rPr lang="en-IN" sz="3600" dirty="0"/>
              <a:t>(b) He was arrested by a detective as soon as he got home.</a:t>
            </a:r>
          </a:p>
          <a:p>
            <a:r>
              <a:rPr lang="en-IN" sz="3600" dirty="0"/>
              <a:t>(c) A detective was arrested by him as soon as he got home.</a:t>
            </a:r>
          </a:p>
          <a:p>
            <a:r>
              <a:rPr lang="en-IN" sz="3600" dirty="0"/>
              <a:t>(d) An arrest was detected by him as soon as he got home.</a:t>
            </a:r>
          </a:p>
          <a:p>
            <a:endParaRPr lang="en-IN" sz="3600" dirty="0"/>
          </a:p>
          <a:p>
            <a:endParaRPr lang="en-IN" sz="3600" dirty="0"/>
          </a:p>
          <a:p>
            <a:endParaRPr lang="en-IN" sz="3600" dirty="0"/>
          </a:p>
        </p:txBody>
      </p:sp>
    </p:spTree>
    <p:extLst>
      <p:ext uri="{BB962C8B-B14F-4D97-AF65-F5344CB8AC3E}">
        <p14:creationId xmlns:p14="http://schemas.microsoft.com/office/powerpoint/2010/main" val="336908988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44. (b)</a:t>
            </a:r>
            <a:endParaRPr lang="en-IN" dirty="0"/>
          </a:p>
          <a:p>
            <a:endParaRPr lang="en-IN" dirty="0"/>
          </a:p>
        </p:txBody>
      </p:sp>
    </p:spTree>
    <p:extLst>
      <p:ext uri="{BB962C8B-B14F-4D97-AF65-F5344CB8AC3E}">
        <p14:creationId xmlns:p14="http://schemas.microsoft.com/office/powerpoint/2010/main" val="307624469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600" b="1" dirty="0"/>
              <a:t>45. They cooked the food and sent it to the orphanage.</a:t>
            </a:r>
          </a:p>
          <a:p>
            <a:r>
              <a:rPr lang="en-IN" sz="3600" dirty="0"/>
              <a:t>(a) They cooked food was sent to the orphanage by them.</a:t>
            </a:r>
          </a:p>
          <a:p>
            <a:r>
              <a:rPr lang="en-IN" sz="3600" dirty="0"/>
              <a:t>(b) The food was cooked and sent to the orphanage by them.</a:t>
            </a:r>
          </a:p>
          <a:p>
            <a:r>
              <a:rPr lang="en-IN" sz="3600" dirty="0"/>
              <a:t>(c) The food was sent to the orphanage by them.</a:t>
            </a:r>
          </a:p>
          <a:p>
            <a:r>
              <a:rPr lang="en-IN" sz="3600" dirty="0"/>
              <a:t>(d) The food was cooked and sent by them.</a:t>
            </a:r>
          </a:p>
        </p:txBody>
      </p:sp>
    </p:spTree>
    <p:extLst>
      <p:ext uri="{BB962C8B-B14F-4D97-AF65-F5344CB8AC3E}">
        <p14:creationId xmlns:p14="http://schemas.microsoft.com/office/powerpoint/2010/main" val="23263601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45. (b)</a:t>
            </a:r>
          </a:p>
          <a:p>
            <a:endParaRPr lang="en-IN" dirty="0"/>
          </a:p>
          <a:p>
            <a:endParaRPr lang="en-IN" dirty="0"/>
          </a:p>
        </p:txBody>
      </p:sp>
    </p:spTree>
    <p:extLst>
      <p:ext uri="{BB962C8B-B14F-4D97-AF65-F5344CB8AC3E}">
        <p14:creationId xmlns:p14="http://schemas.microsoft.com/office/powerpoint/2010/main" val="367444763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46. Where were they playing the cricket match?</a:t>
            </a:r>
          </a:p>
          <a:p>
            <a:r>
              <a:rPr lang="en-IN" sz="4000" dirty="0"/>
              <a:t>(a) Where was the cricket match played?</a:t>
            </a:r>
          </a:p>
          <a:p>
            <a:r>
              <a:rPr lang="en-IN" sz="4000" dirty="0"/>
              <a:t>(b) Where has the cricket match been played?</a:t>
            </a:r>
          </a:p>
          <a:p>
            <a:r>
              <a:rPr lang="en-IN" sz="4000" dirty="0"/>
              <a:t>(c) Where will the cricket match be played?</a:t>
            </a:r>
          </a:p>
          <a:p>
            <a:r>
              <a:rPr lang="en-IN" sz="4000" dirty="0"/>
              <a:t>(d) Where was the cricket match being played?</a:t>
            </a:r>
          </a:p>
        </p:txBody>
      </p:sp>
    </p:spTree>
    <p:extLst>
      <p:ext uri="{BB962C8B-B14F-4D97-AF65-F5344CB8AC3E}">
        <p14:creationId xmlns:p14="http://schemas.microsoft.com/office/powerpoint/2010/main" val="144366396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46. (d)</a:t>
            </a:r>
            <a:endParaRPr lang="en-IN" dirty="0"/>
          </a:p>
        </p:txBody>
      </p:sp>
    </p:spTree>
    <p:extLst>
      <p:ext uri="{BB962C8B-B14F-4D97-AF65-F5344CB8AC3E}">
        <p14:creationId xmlns:p14="http://schemas.microsoft.com/office/powerpoint/2010/main" val="426271500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600" b="1" dirty="0"/>
              <a:t>47. They say he can teach almost anything in this world.</a:t>
            </a:r>
          </a:p>
          <a:p>
            <a:r>
              <a:rPr lang="en-IN" sz="3600" dirty="0"/>
              <a:t>(a) It is said that almost anything in this world can be taught by him.</a:t>
            </a:r>
          </a:p>
          <a:p>
            <a:r>
              <a:rPr lang="en-IN" sz="3600" dirty="0"/>
              <a:t>(b) It was said that almost anything could be taught by him.</a:t>
            </a:r>
          </a:p>
          <a:p>
            <a:r>
              <a:rPr lang="en-IN" sz="3600" dirty="0"/>
              <a:t>(c) They say almost anything could be taught by him.</a:t>
            </a:r>
          </a:p>
          <a:p>
            <a:r>
              <a:rPr lang="en-IN" sz="3600" dirty="0"/>
              <a:t>(d) They say anything almost will be taught by him.</a:t>
            </a:r>
          </a:p>
        </p:txBody>
      </p:sp>
    </p:spTree>
    <p:extLst>
      <p:ext uri="{BB962C8B-B14F-4D97-AF65-F5344CB8AC3E}">
        <p14:creationId xmlns:p14="http://schemas.microsoft.com/office/powerpoint/2010/main" val="174813915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47. (a</a:t>
            </a:r>
            <a:endParaRPr lang="en-IN" dirty="0"/>
          </a:p>
        </p:txBody>
      </p:sp>
    </p:spTree>
    <p:extLst>
      <p:ext uri="{BB962C8B-B14F-4D97-AF65-F5344CB8AC3E}">
        <p14:creationId xmlns:p14="http://schemas.microsoft.com/office/powerpoint/2010/main" val="189344813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48. Please enter by the left door.</a:t>
            </a:r>
          </a:p>
          <a:p>
            <a:r>
              <a:rPr lang="en-IN" sz="4000" dirty="0"/>
              <a:t>(a) Let the left door be entered by you.</a:t>
            </a:r>
          </a:p>
          <a:p>
            <a:r>
              <a:rPr lang="en-IN" sz="4000" dirty="0"/>
              <a:t>(b) You are requested to enter by the left door.</a:t>
            </a:r>
          </a:p>
          <a:p>
            <a:r>
              <a:rPr lang="en-IN" sz="4000" dirty="0"/>
              <a:t>(c) Let it be entered by the left door.</a:t>
            </a:r>
          </a:p>
          <a:p>
            <a:r>
              <a:rPr lang="en-IN" sz="4000" dirty="0"/>
              <a:t>(d) The left door is requested to be entered.</a:t>
            </a:r>
          </a:p>
        </p:txBody>
      </p:sp>
    </p:spTree>
    <p:extLst>
      <p:ext uri="{BB962C8B-B14F-4D97-AF65-F5344CB8AC3E}">
        <p14:creationId xmlns:p14="http://schemas.microsoft.com/office/powerpoint/2010/main" val="343550971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 48. (b)</a:t>
            </a:r>
            <a:endParaRPr lang="en-IN" dirty="0"/>
          </a:p>
          <a:p>
            <a:endParaRPr lang="en-IN" dirty="0"/>
          </a:p>
          <a:p>
            <a:endParaRPr lang="en-IN" dirty="0"/>
          </a:p>
        </p:txBody>
      </p:sp>
    </p:spTree>
    <p:extLst>
      <p:ext uri="{BB962C8B-B14F-4D97-AF65-F5344CB8AC3E}">
        <p14:creationId xmlns:p14="http://schemas.microsoft.com/office/powerpoint/2010/main" val="374475014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1820"/>
            <a:ext cx="10515600" cy="5945143"/>
          </a:xfrm>
        </p:spPr>
        <p:txBody>
          <a:bodyPr>
            <a:normAutofit/>
          </a:bodyPr>
          <a:lstStyle/>
          <a:p>
            <a:r>
              <a:rPr lang="en-IN" sz="3600" b="1" dirty="0"/>
              <a:t>49. I would advise you not to get on the wrong side of your boss.</a:t>
            </a:r>
          </a:p>
          <a:p>
            <a:r>
              <a:rPr lang="en-IN" sz="3600" dirty="0"/>
              <a:t>(a) It would be advised by me not to get on the wrong side of your boss.</a:t>
            </a:r>
          </a:p>
          <a:p>
            <a:r>
              <a:rPr lang="en-IN" sz="3600" dirty="0"/>
              <a:t>(b) It would be my advice not to get on the wrong side of your boss.</a:t>
            </a:r>
          </a:p>
          <a:p>
            <a:r>
              <a:rPr lang="en-IN" sz="3600" dirty="0"/>
              <a:t>(c) You would be advised by me not to get on the wrong side of your boss.</a:t>
            </a:r>
          </a:p>
          <a:p>
            <a:r>
              <a:rPr lang="en-IN" sz="3600" dirty="0"/>
              <a:t>(d) My advice to you would be not to get on the wrong side of your boss.</a:t>
            </a:r>
          </a:p>
        </p:txBody>
      </p:sp>
    </p:spTree>
    <p:extLst>
      <p:ext uri="{BB962C8B-B14F-4D97-AF65-F5344CB8AC3E}">
        <p14:creationId xmlns:p14="http://schemas.microsoft.com/office/powerpoint/2010/main" val="199397052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49. (c)</a:t>
            </a:r>
            <a:endParaRPr lang="en-IN" dirty="0"/>
          </a:p>
        </p:txBody>
      </p:sp>
    </p:spTree>
    <p:extLst>
      <p:ext uri="{BB962C8B-B14F-4D97-AF65-F5344CB8AC3E}">
        <p14:creationId xmlns:p14="http://schemas.microsoft.com/office/powerpoint/2010/main" val="387274291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50. They have done this to defuse the crisis.</a:t>
            </a:r>
          </a:p>
          <a:p>
            <a:r>
              <a:rPr lang="en-IN" sz="4000" dirty="0"/>
              <a:t>(a) The crisis has been defused by them.</a:t>
            </a:r>
          </a:p>
          <a:p>
            <a:r>
              <a:rPr lang="en-IN" sz="4000" dirty="0"/>
              <a:t>(b) This has been done by them to defuse the crisis .</a:t>
            </a:r>
          </a:p>
          <a:p>
            <a:r>
              <a:rPr lang="en-IN" sz="4000" dirty="0"/>
              <a:t>(c) To defuse the crisis this was done by them.</a:t>
            </a:r>
          </a:p>
          <a:p>
            <a:r>
              <a:rPr lang="en-IN" sz="4000" dirty="0"/>
              <a:t>(d) To defuse the crisis this is done by them.</a:t>
            </a:r>
          </a:p>
          <a:p>
            <a:endParaRPr lang="en-IN" sz="4000" dirty="0"/>
          </a:p>
          <a:p>
            <a:endParaRPr lang="en-IN" sz="4000" dirty="0"/>
          </a:p>
          <a:p>
            <a:endParaRPr lang="en-IN" sz="4000" dirty="0"/>
          </a:p>
          <a:p>
            <a:endParaRPr lang="en-IN" sz="4000" dirty="0"/>
          </a:p>
        </p:txBody>
      </p:sp>
    </p:spTree>
    <p:extLst>
      <p:ext uri="{BB962C8B-B14F-4D97-AF65-F5344CB8AC3E}">
        <p14:creationId xmlns:p14="http://schemas.microsoft.com/office/powerpoint/2010/main" val="37710097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50. (b)</a:t>
            </a:r>
            <a:endParaRPr lang="en-IN" dirty="0"/>
          </a:p>
        </p:txBody>
      </p:sp>
    </p:spTree>
    <p:extLst>
      <p:ext uri="{BB962C8B-B14F-4D97-AF65-F5344CB8AC3E}">
        <p14:creationId xmlns:p14="http://schemas.microsoft.com/office/powerpoint/2010/main" val="180617979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51. Open the door.</a:t>
            </a:r>
          </a:p>
          <a:p>
            <a:r>
              <a:rPr lang="en-IN" sz="4000" dirty="0"/>
              <a:t>(a) The door must be opened.</a:t>
            </a:r>
          </a:p>
          <a:p>
            <a:r>
              <a:rPr lang="en-IN" sz="4000" dirty="0"/>
              <a:t>(b) The door will be opened.</a:t>
            </a:r>
          </a:p>
          <a:p>
            <a:r>
              <a:rPr lang="en-IN" sz="4000" dirty="0"/>
              <a:t>(c) The door is opened.</a:t>
            </a:r>
          </a:p>
          <a:p>
            <a:r>
              <a:rPr lang="en-IN" sz="4000" dirty="0"/>
              <a:t>(d) Let the door be opened.</a:t>
            </a:r>
          </a:p>
        </p:txBody>
      </p:sp>
    </p:spTree>
    <p:extLst>
      <p:ext uri="{BB962C8B-B14F-4D97-AF65-F5344CB8AC3E}">
        <p14:creationId xmlns:p14="http://schemas.microsoft.com/office/powerpoint/2010/main" val="276235702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51. (d)</a:t>
            </a:r>
            <a:endParaRPr lang="en-IN" dirty="0"/>
          </a:p>
          <a:p>
            <a:endParaRPr lang="en-IN" dirty="0"/>
          </a:p>
        </p:txBody>
      </p:sp>
    </p:spTree>
    <p:extLst>
      <p:ext uri="{BB962C8B-B14F-4D97-AF65-F5344CB8AC3E}">
        <p14:creationId xmlns:p14="http://schemas.microsoft.com/office/powerpoint/2010/main" val="211695653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52. I did not trust anybody.</a:t>
            </a:r>
          </a:p>
          <a:p>
            <a:r>
              <a:rPr lang="en-IN" sz="4000" dirty="0"/>
              <a:t>(a) Nobody was trusted by me.</a:t>
            </a:r>
          </a:p>
          <a:p>
            <a:r>
              <a:rPr lang="en-IN" sz="4000" dirty="0"/>
              <a:t>(b) Anybody had been trusted by me.</a:t>
            </a:r>
          </a:p>
          <a:p>
            <a:r>
              <a:rPr lang="en-IN" sz="4000" dirty="0"/>
              <a:t>(c) Nobody would be trusted by me.</a:t>
            </a:r>
          </a:p>
          <a:p>
            <a:r>
              <a:rPr lang="en-IN" sz="4000" dirty="0"/>
              <a:t>(d) Nobody has been trusted by me.</a:t>
            </a:r>
          </a:p>
          <a:p>
            <a:endParaRPr lang="en-IN" sz="4000" dirty="0"/>
          </a:p>
          <a:p>
            <a:endParaRPr lang="en-IN" sz="4000" dirty="0"/>
          </a:p>
          <a:p>
            <a:endParaRPr lang="en-IN" sz="4000" dirty="0"/>
          </a:p>
        </p:txBody>
      </p:sp>
    </p:spTree>
    <p:extLst>
      <p:ext uri="{BB962C8B-B14F-4D97-AF65-F5344CB8AC3E}">
        <p14:creationId xmlns:p14="http://schemas.microsoft.com/office/powerpoint/2010/main" val="357445443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52. (a)</a:t>
            </a:r>
            <a:endParaRPr lang="en-IN" dirty="0"/>
          </a:p>
        </p:txBody>
      </p:sp>
    </p:spTree>
    <p:extLst>
      <p:ext uri="{BB962C8B-B14F-4D97-AF65-F5344CB8AC3E}">
        <p14:creationId xmlns:p14="http://schemas.microsoft.com/office/powerpoint/2010/main" val="112753083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53. Did he remember the date and time?</a:t>
            </a:r>
          </a:p>
          <a:p>
            <a:r>
              <a:rPr lang="en-IN" sz="4000" dirty="0"/>
              <a:t>(a) Are the date and time remembered by him?</a:t>
            </a:r>
          </a:p>
          <a:p>
            <a:r>
              <a:rPr lang="en-IN" sz="4000" dirty="0"/>
              <a:t>(b) Was he remembering the date and time?</a:t>
            </a:r>
          </a:p>
          <a:p>
            <a:r>
              <a:rPr lang="en-IN" sz="4000" dirty="0"/>
              <a:t>(c) Were the date and time remembered by him?</a:t>
            </a:r>
          </a:p>
          <a:p>
            <a:r>
              <a:rPr lang="en-IN" sz="4000" dirty="0"/>
              <a:t>(d) Did the date and time be remembered by him?</a:t>
            </a:r>
          </a:p>
        </p:txBody>
      </p:sp>
    </p:spTree>
    <p:extLst>
      <p:ext uri="{BB962C8B-B14F-4D97-AF65-F5344CB8AC3E}">
        <p14:creationId xmlns:p14="http://schemas.microsoft.com/office/powerpoint/2010/main" val="423870542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53. (c)</a:t>
            </a:r>
            <a:endParaRPr lang="en-IN" dirty="0"/>
          </a:p>
          <a:p>
            <a:endParaRPr lang="en-IN" dirty="0"/>
          </a:p>
        </p:txBody>
      </p:sp>
    </p:spTree>
    <p:extLst>
      <p:ext uri="{BB962C8B-B14F-4D97-AF65-F5344CB8AC3E}">
        <p14:creationId xmlns:p14="http://schemas.microsoft.com/office/powerpoint/2010/main" val="390201034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54. The boys were digging a hole in the ground.</a:t>
            </a:r>
          </a:p>
          <a:p>
            <a:r>
              <a:rPr lang="en-IN" sz="3600" dirty="0"/>
              <a:t>(a) A hole was being dug in the ground by the boys.</a:t>
            </a:r>
          </a:p>
          <a:p>
            <a:r>
              <a:rPr lang="en-IN" sz="3600" dirty="0"/>
              <a:t>(b) In the ground, the boys dug a hole.</a:t>
            </a:r>
          </a:p>
          <a:p>
            <a:r>
              <a:rPr lang="en-IN" sz="3600" dirty="0"/>
              <a:t>(c) A hole in the ground has been dug by the boys.</a:t>
            </a:r>
          </a:p>
          <a:p>
            <a:r>
              <a:rPr lang="en-IN" sz="3600" dirty="0"/>
              <a:t>(d) A hole in the ground has been dug by the boys.</a:t>
            </a:r>
          </a:p>
        </p:txBody>
      </p:sp>
    </p:spTree>
    <p:extLst>
      <p:ext uri="{BB962C8B-B14F-4D97-AF65-F5344CB8AC3E}">
        <p14:creationId xmlns:p14="http://schemas.microsoft.com/office/powerpoint/2010/main" val="318239560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54. (a)</a:t>
            </a:r>
            <a:endParaRPr lang="en-IN" dirty="0"/>
          </a:p>
          <a:p>
            <a:endParaRPr lang="en-IN" dirty="0"/>
          </a:p>
        </p:txBody>
      </p:sp>
    </p:spTree>
    <p:extLst>
      <p:ext uri="{BB962C8B-B14F-4D97-AF65-F5344CB8AC3E}">
        <p14:creationId xmlns:p14="http://schemas.microsoft.com/office/powerpoint/2010/main" val="327077612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4000" b="1" dirty="0"/>
              <a:t>55. We must now deal with these problems.</a:t>
            </a:r>
          </a:p>
          <a:p>
            <a:r>
              <a:rPr lang="en-IN" sz="4000" dirty="0"/>
              <a:t>(a) These problems must now be dealt with by us.</a:t>
            </a:r>
          </a:p>
          <a:p>
            <a:r>
              <a:rPr lang="en-IN" sz="4000" dirty="0"/>
              <a:t>(b) These problems must now be dealing with by us.</a:t>
            </a:r>
          </a:p>
          <a:p>
            <a:r>
              <a:rPr lang="en-IN" sz="4000" dirty="0"/>
              <a:t>(c) These problems must now deal with by us.</a:t>
            </a:r>
          </a:p>
          <a:p>
            <a:r>
              <a:rPr lang="en-IN" sz="4000" dirty="0"/>
              <a:t>(d) These problems are to be dealt with by us.</a:t>
            </a:r>
          </a:p>
        </p:txBody>
      </p:sp>
    </p:spTree>
    <p:extLst>
      <p:ext uri="{BB962C8B-B14F-4D97-AF65-F5344CB8AC3E}">
        <p14:creationId xmlns:p14="http://schemas.microsoft.com/office/powerpoint/2010/main" val="30367065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55. (a)</a:t>
            </a:r>
            <a:endParaRPr lang="en-IN" dirty="0"/>
          </a:p>
        </p:txBody>
      </p:sp>
    </p:spTree>
    <p:extLst>
      <p:ext uri="{BB962C8B-B14F-4D97-AF65-F5344CB8AC3E}">
        <p14:creationId xmlns:p14="http://schemas.microsoft.com/office/powerpoint/2010/main" val="62998790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600" b="1" dirty="0"/>
              <a:t>56. The audience loudly cheered the leader’s speech.</a:t>
            </a:r>
          </a:p>
          <a:p>
            <a:r>
              <a:rPr lang="en-IN" sz="3600" dirty="0"/>
              <a:t>(a) The leader’s speech was loudly cheered by the audience.</a:t>
            </a:r>
          </a:p>
          <a:p>
            <a:r>
              <a:rPr lang="en-IN" sz="3600" dirty="0"/>
              <a:t>(b) The leader’s speech in loudly cheered by the audience.</a:t>
            </a:r>
          </a:p>
          <a:p>
            <a:r>
              <a:rPr lang="en-IN" sz="3600" dirty="0"/>
              <a:t>(c) The audience loudly cheered the leader for his speech.</a:t>
            </a:r>
          </a:p>
          <a:p>
            <a:r>
              <a:rPr lang="en-IN" sz="3600" dirty="0"/>
              <a:t>(d) The speech of the leader was loudly cheered by the audience.</a:t>
            </a:r>
          </a:p>
        </p:txBody>
      </p:sp>
    </p:spTree>
    <p:extLst>
      <p:ext uri="{BB962C8B-B14F-4D97-AF65-F5344CB8AC3E}">
        <p14:creationId xmlns:p14="http://schemas.microsoft.com/office/powerpoint/2010/main" val="230098538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56. (a)</a:t>
            </a:r>
            <a:endParaRPr lang="en-IN" dirty="0"/>
          </a:p>
        </p:txBody>
      </p:sp>
    </p:spTree>
    <p:extLst>
      <p:ext uri="{BB962C8B-B14F-4D97-AF65-F5344CB8AC3E}">
        <p14:creationId xmlns:p14="http://schemas.microsoft.com/office/powerpoint/2010/main" val="169505133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57. Someone is following us.</a:t>
            </a:r>
          </a:p>
          <a:p>
            <a:r>
              <a:rPr lang="en-IN" sz="4000" dirty="0"/>
              <a:t>(a) We are following by someone.</a:t>
            </a:r>
          </a:p>
          <a:p>
            <a:r>
              <a:rPr lang="en-IN" sz="4000" dirty="0"/>
              <a:t>(b) We are being followed by someone.</a:t>
            </a:r>
          </a:p>
          <a:p>
            <a:r>
              <a:rPr lang="en-IN" sz="4000" dirty="0"/>
              <a:t>(c) We were being followed by someone.</a:t>
            </a:r>
          </a:p>
          <a:p>
            <a:r>
              <a:rPr lang="en-IN" sz="4000" dirty="0"/>
              <a:t>(d) We had been followed by someone.</a:t>
            </a:r>
          </a:p>
        </p:txBody>
      </p:sp>
    </p:spTree>
    <p:extLst>
      <p:ext uri="{BB962C8B-B14F-4D97-AF65-F5344CB8AC3E}">
        <p14:creationId xmlns:p14="http://schemas.microsoft.com/office/powerpoint/2010/main" val="91803618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57. (b)</a:t>
            </a:r>
            <a:endParaRPr lang="en-IN" dirty="0"/>
          </a:p>
        </p:txBody>
      </p:sp>
    </p:spTree>
    <p:extLst>
      <p:ext uri="{BB962C8B-B14F-4D97-AF65-F5344CB8AC3E}">
        <p14:creationId xmlns:p14="http://schemas.microsoft.com/office/powerpoint/2010/main" val="28837392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58. He hasn’t slept in his bed.</a:t>
            </a:r>
          </a:p>
          <a:p>
            <a:r>
              <a:rPr lang="en-IN" sz="4400" dirty="0"/>
              <a:t>(a) His bed hasn’t been slept in.</a:t>
            </a:r>
          </a:p>
          <a:p>
            <a:r>
              <a:rPr lang="en-IN" sz="4400" dirty="0"/>
              <a:t>(b) He had not been slept in his bed.</a:t>
            </a:r>
          </a:p>
          <a:p>
            <a:r>
              <a:rPr lang="en-IN" sz="4400" dirty="0"/>
              <a:t>(c) His bed had been slept in.</a:t>
            </a:r>
          </a:p>
          <a:p>
            <a:r>
              <a:rPr lang="en-IN" sz="4400" dirty="0"/>
              <a:t>(d) His bed had not been slept in.</a:t>
            </a:r>
          </a:p>
        </p:txBody>
      </p:sp>
    </p:spTree>
    <p:extLst>
      <p:ext uri="{BB962C8B-B14F-4D97-AF65-F5344CB8AC3E}">
        <p14:creationId xmlns:p14="http://schemas.microsoft.com/office/powerpoint/2010/main" val="87266024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58. (a)</a:t>
            </a:r>
            <a:endParaRPr lang="en-IN" dirty="0"/>
          </a:p>
        </p:txBody>
      </p:sp>
    </p:spTree>
    <p:extLst>
      <p:ext uri="{BB962C8B-B14F-4D97-AF65-F5344CB8AC3E}">
        <p14:creationId xmlns:p14="http://schemas.microsoft.com/office/powerpoint/2010/main" val="214043712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59. I was recommended another lawyer.</a:t>
            </a:r>
          </a:p>
          <a:p>
            <a:r>
              <a:rPr lang="en-IN" sz="4000" dirty="0"/>
              <a:t>(a) Somebody recommended another lawyer.</a:t>
            </a:r>
          </a:p>
          <a:p>
            <a:r>
              <a:rPr lang="en-IN" sz="4000" dirty="0"/>
              <a:t>(b) Somebody recommended me to another lawyer.</a:t>
            </a:r>
          </a:p>
          <a:p>
            <a:r>
              <a:rPr lang="en-IN" sz="4000" dirty="0"/>
              <a:t>(c) Somebody recommended me another lawyer.</a:t>
            </a:r>
          </a:p>
          <a:p>
            <a:r>
              <a:rPr lang="en-IN" sz="4000" dirty="0"/>
              <a:t>(d) Somebody recommends me another lawyer.</a:t>
            </a:r>
          </a:p>
        </p:txBody>
      </p:sp>
    </p:spTree>
    <p:extLst>
      <p:ext uri="{BB962C8B-B14F-4D97-AF65-F5344CB8AC3E}">
        <p14:creationId xmlns:p14="http://schemas.microsoft.com/office/powerpoint/2010/main" val="210444146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59. (c)</a:t>
            </a:r>
            <a:endParaRPr lang="en-IN" dirty="0"/>
          </a:p>
          <a:p>
            <a:endParaRPr lang="en-IN" dirty="0"/>
          </a:p>
        </p:txBody>
      </p:sp>
    </p:spTree>
    <p:extLst>
      <p:ext uri="{BB962C8B-B14F-4D97-AF65-F5344CB8AC3E}">
        <p14:creationId xmlns:p14="http://schemas.microsoft.com/office/powerpoint/2010/main" val="429008261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0926" y="975619"/>
            <a:ext cx="10515600" cy="5592606"/>
          </a:xfrm>
        </p:spPr>
        <p:txBody>
          <a:bodyPr>
            <a:noAutofit/>
          </a:bodyPr>
          <a:lstStyle/>
          <a:p>
            <a:r>
              <a:rPr lang="en-IN" sz="3600" b="1" dirty="0"/>
              <a:t>60. Many a person has been saved from the man-eaters by these hunters.</a:t>
            </a:r>
          </a:p>
          <a:p>
            <a:r>
              <a:rPr lang="en-IN" sz="3600" dirty="0"/>
              <a:t>(a) These hunters will save many a person from the man-eaters.</a:t>
            </a:r>
          </a:p>
          <a:p>
            <a:r>
              <a:rPr lang="en-IN" sz="3600" dirty="0"/>
              <a:t>(b) These hunters say many a person from the man-eaters.</a:t>
            </a:r>
          </a:p>
          <a:p>
            <a:r>
              <a:rPr lang="en-IN" sz="3600" dirty="0"/>
              <a:t>(c) These hunters saved many a person from the man-eaters.</a:t>
            </a:r>
          </a:p>
          <a:p>
            <a:r>
              <a:rPr lang="en-IN" sz="3600" dirty="0"/>
              <a:t>(d) These hunters have saved many a person from the man-eaters.</a:t>
            </a:r>
          </a:p>
          <a:p>
            <a:endParaRPr lang="en-IN" sz="3600" dirty="0"/>
          </a:p>
          <a:p>
            <a:endParaRPr lang="en-IN" sz="3600" dirty="0"/>
          </a:p>
          <a:p>
            <a:endParaRPr lang="en-IN" sz="3600" dirty="0"/>
          </a:p>
          <a:p>
            <a:endParaRPr lang="en-IN" sz="3600" dirty="0"/>
          </a:p>
          <a:p>
            <a:endParaRPr lang="en-IN" sz="3600" dirty="0"/>
          </a:p>
          <a:p>
            <a:endParaRPr lang="en-IN" sz="3600" dirty="0"/>
          </a:p>
          <a:p>
            <a:endParaRPr lang="en-IN" sz="3600" dirty="0"/>
          </a:p>
        </p:txBody>
      </p:sp>
    </p:spTree>
    <p:extLst>
      <p:ext uri="{BB962C8B-B14F-4D97-AF65-F5344CB8AC3E}">
        <p14:creationId xmlns:p14="http://schemas.microsoft.com/office/powerpoint/2010/main" val="63373510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60. (d)</a:t>
            </a:r>
            <a:endParaRPr lang="en-IN" dirty="0"/>
          </a:p>
        </p:txBody>
      </p:sp>
    </p:spTree>
    <p:extLst>
      <p:ext uri="{BB962C8B-B14F-4D97-AF65-F5344CB8AC3E}">
        <p14:creationId xmlns:p14="http://schemas.microsoft.com/office/powerpoint/2010/main" val="3069448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61. Must we cut this tree?</a:t>
            </a:r>
          </a:p>
          <a:p>
            <a:r>
              <a:rPr lang="en-IN" sz="4400" dirty="0"/>
              <a:t>(a) Must this tree will cut?</a:t>
            </a:r>
          </a:p>
          <a:p>
            <a:r>
              <a:rPr lang="en-IN" sz="4400" dirty="0"/>
              <a:t>(b) Must this tree be cut?</a:t>
            </a:r>
          </a:p>
          <a:p>
            <a:r>
              <a:rPr lang="en-IN" sz="4400" dirty="0"/>
              <a:t>(c) Must his tree was cut?</a:t>
            </a:r>
          </a:p>
          <a:p>
            <a:r>
              <a:rPr lang="en-IN" sz="4400" dirty="0"/>
              <a:t>(d) Must his tree is cut?</a:t>
            </a:r>
          </a:p>
        </p:txBody>
      </p:sp>
    </p:spTree>
    <p:extLst>
      <p:ext uri="{BB962C8B-B14F-4D97-AF65-F5344CB8AC3E}">
        <p14:creationId xmlns:p14="http://schemas.microsoft.com/office/powerpoint/2010/main" val="212294709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61. (b)</a:t>
            </a:r>
            <a:endParaRPr lang="en-IN" dirty="0"/>
          </a:p>
        </p:txBody>
      </p:sp>
    </p:spTree>
    <p:extLst>
      <p:ext uri="{BB962C8B-B14F-4D97-AF65-F5344CB8AC3E}">
        <p14:creationId xmlns:p14="http://schemas.microsoft.com/office/powerpoint/2010/main" val="54514893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62. You will be looked after well.</a:t>
            </a:r>
          </a:p>
          <a:p>
            <a:r>
              <a:rPr lang="en-IN" sz="4400" dirty="0"/>
              <a:t>(a) They will look after you well.</a:t>
            </a:r>
          </a:p>
          <a:p>
            <a:r>
              <a:rPr lang="en-IN" sz="4400" dirty="0"/>
              <a:t>(b) They can’t look after you well.</a:t>
            </a:r>
          </a:p>
          <a:p>
            <a:r>
              <a:rPr lang="en-IN" sz="4400" dirty="0"/>
              <a:t>(c) They may look after well.</a:t>
            </a:r>
          </a:p>
          <a:p>
            <a:r>
              <a:rPr lang="en-IN" sz="4400" dirty="0"/>
              <a:t>(d) They shall look after you well.</a:t>
            </a:r>
          </a:p>
          <a:p>
            <a:endParaRPr lang="en-IN" sz="4400" dirty="0"/>
          </a:p>
        </p:txBody>
      </p:sp>
    </p:spTree>
    <p:extLst>
      <p:ext uri="{BB962C8B-B14F-4D97-AF65-F5344CB8AC3E}">
        <p14:creationId xmlns:p14="http://schemas.microsoft.com/office/powerpoint/2010/main" val="182049803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62. (a)</a:t>
            </a:r>
            <a:endParaRPr lang="en-IN" dirty="0"/>
          </a:p>
        </p:txBody>
      </p:sp>
    </p:spTree>
    <p:extLst>
      <p:ext uri="{BB962C8B-B14F-4D97-AF65-F5344CB8AC3E}">
        <p14:creationId xmlns:p14="http://schemas.microsoft.com/office/powerpoint/2010/main" val="150972842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4000" b="1" dirty="0"/>
              <a:t>63. Didn’t they tell you to be here by six o’clock?</a:t>
            </a:r>
          </a:p>
          <a:p>
            <a:r>
              <a:rPr lang="en-IN" sz="4000" dirty="0"/>
              <a:t>(a) Weren’t you told to be here by six o’clock?</a:t>
            </a:r>
          </a:p>
          <a:p>
            <a:r>
              <a:rPr lang="en-IN" sz="4000" dirty="0"/>
              <a:t>(b) Haven’t they told you to be here by six o’clock?</a:t>
            </a:r>
          </a:p>
          <a:p>
            <a:r>
              <a:rPr lang="en-IN" sz="4000" dirty="0"/>
              <a:t>(c) You were expected to be here by six o’clock.</a:t>
            </a:r>
          </a:p>
          <a:p>
            <a:r>
              <a:rPr lang="en-IN" sz="4000" dirty="0"/>
              <a:t>(d) They expected you to be here by six O’clock.</a:t>
            </a:r>
          </a:p>
        </p:txBody>
      </p:sp>
    </p:spTree>
    <p:extLst>
      <p:ext uri="{BB962C8B-B14F-4D97-AF65-F5344CB8AC3E}">
        <p14:creationId xmlns:p14="http://schemas.microsoft.com/office/powerpoint/2010/main" val="230738667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63. (a)</a:t>
            </a:r>
          </a:p>
        </p:txBody>
      </p:sp>
    </p:spTree>
    <p:extLst>
      <p:ext uri="{BB962C8B-B14F-4D97-AF65-F5344CB8AC3E}">
        <p14:creationId xmlns:p14="http://schemas.microsoft.com/office/powerpoint/2010/main" val="350978128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64. Don’t touch this switch.</a:t>
            </a:r>
          </a:p>
          <a:p>
            <a:r>
              <a:rPr lang="en-IN" sz="4400" dirty="0"/>
              <a:t>(a) This switch does not be touched.</a:t>
            </a:r>
          </a:p>
          <a:p>
            <a:r>
              <a:rPr lang="en-IN" sz="4400" dirty="0"/>
              <a:t>(b) This switch must not be touched.</a:t>
            </a:r>
          </a:p>
          <a:p>
            <a:r>
              <a:rPr lang="en-IN" sz="4400" dirty="0"/>
              <a:t>(c) This switch don’t be touched.</a:t>
            </a:r>
          </a:p>
          <a:p>
            <a:r>
              <a:rPr lang="en-IN" sz="4400" dirty="0"/>
              <a:t>(d) This switch need not be touched.</a:t>
            </a:r>
          </a:p>
        </p:txBody>
      </p:sp>
    </p:spTree>
    <p:extLst>
      <p:ext uri="{BB962C8B-B14F-4D97-AF65-F5344CB8AC3E}">
        <p14:creationId xmlns:p14="http://schemas.microsoft.com/office/powerpoint/2010/main" val="377040060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64. (b)</a:t>
            </a:r>
          </a:p>
        </p:txBody>
      </p:sp>
    </p:spTree>
    <p:extLst>
      <p:ext uri="{BB962C8B-B14F-4D97-AF65-F5344CB8AC3E}">
        <p14:creationId xmlns:p14="http://schemas.microsoft.com/office/powerpoint/2010/main" val="179083222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65. One cannot gather grapes from thistles.</a:t>
            </a:r>
          </a:p>
          <a:p>
            <a:r>
              <a:rPr lang="en-IN" sz="4000" dirty="0"/>
              <a:t>(a) Thistles cannot be gathered from grapes.</a:t>
            </a:r>
          </a:p>
          <a:p>
            <a:r>
              <a:rPr lang="en-IN" sz="4000" dirty="0"/>
              <a:t>(b) Grapes cannot be gathered from thistles.</a:t>
            </a:r>
          </a:p>
          <a:p>
            <a:r>
              <a:rPr lang="en-IN" sz="4000" dirty="0"/>
              <a:t>(c) Grapes and thistles cannot be gathered by one.</a:t>
            </a:r>
          </a:p>
          <a:p>
            <a:r>
              <a:rPr lang="en-IN" sz="4000" dirty="0"/>
              <a:t>(d) Grapes cannot be gathered by them.</a:t>
            </a:r>
          </a:p>
        </p:txBody>
      </p:sp>
    </p:spTree>
    <p:extLst>
      <p:ext uri="{BB962C8B-B14F-4D97-AF65-F5344CB8AC3E}">
        <p14:creationId xmlns:p14="http://schemas.microsoft.com/office/powerpoint/2010/main" val="346248872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65. (b)</a:t>
            </a:r>
          </a:p>
          <a:p>
            <a:endParaRPr lang="en-IN" dirty="0"/>
          </a:p>
          <a:p>
            <a:endParaRPr lang="en-IN" dirty="0"/>
          </a:p>
          <a:p>
            <a:endParaRPr lang="en-IN" dirty="0"/>
          </a:p>
        </p:txBody>
      </p:sp>
    </p:spTree>
    <p:extLst>
      <p:ext uri="{BB962C8B-B14F-4D97-AF65-F5344CB8AC3E}">
        <p14:creationId xmlns:p14="http://schemas.microsoft.com/office/powerpoint/2010/main" val="146861422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0622" y="421827"/>
            <a:ext cx="10515600" cy="5553969"/>
          </a:xfrm>
        </p:spPr>
        <p:txBody>
          <a:bodyPr>
            <a:noAutofit/>
          </a:bodyPr>
          <a:lstStyle/>
          <a:p>
            <a:r>
              <a:rPr lang="en-IN" sz="3600" b="1" dirty="0"/>
              <a:t>66. They will have completed the work by the time we get there.</a:t>
            </a:r>
          </a:p>
          <a:p>
            <a:r>
              <a:rPr lang="en-IN" sz="3600" dirty="0"/>
              <a:t>(a) The work will be completed by the time we get there.</a:t>
            </a:r>
          </a:p>
          <a:p>
            <a:r>
              <a:rPr lang="en-IN" sz="3600" dirty="0"/>
              <a:t>(b) The work will have been completed by the time we get there.</a:t>
            </a:r>
          </a:p>
          <a:p>
            <a:r>
              <a:rPr lang="en-IN" sz="3600" dirty="0"/>
              <a:t>(c) The work will have completed by the time we get there.</a:t>
            </a:r>
          </a:p>
          <a:p>
            <a:r>
              <a:rPr lang="en-IN" sz="3600" dirty="0"/>
              <a:t>(d) The work will have been completed by the time we have got there.</a:t>
            </a:r>
          </a:p>
        </p:txBody>
      </p:sp>
    </p:spTree>
    <p:extLst>
      <p:ext uri="{BB962C8B-B14F-4D97-AF65-F5344CB8AC3E}">
        <p14:creationId xmlns:p14="http://schemas.microsoft.com/office/powerpoint/2010/main" val="172788819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66. (b)</a:t>
            </a:r>
          </a:p>
        </p:txBody>
      </p:sp>
    </p:spTree>
    <p:extLst>
      <p:ext uri="{BB962C8B-B14F-4D97-AF65-F5344CB8AC3E}">
        <p14:creationId xmlns:p14="http://schemas.microsoft.com/office/powerpoint/2010/main" val="90960133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1972"/>
            <a:ext cx="10515600" cy="5854991"/>
          </a:xfrm>
        </p:spPr>
        <p:txBody>
          <a:bodyPr>
            <a:normAutofit/>
          </a:bodyPr>
          <a:lstStyle/>
          <a:p>
            <a:r>
              <a:rPr lang="en-IN" b="1" dirty="0"/>
              <a:t>67. You will have to pull down this sky-scraper as you have not complied with the town planning regulations.</a:t>
            </a:r>
          </a:p>
          <a:p>
            <a:r>
              <a:rPr lang="en-IN" dirty="0"/>
              <a:t>(a) This sky-scraper will have to be pulled down as the town planning regulations have not been complied with.</a:t>
            </a:r>
          </a:p>
          <a:p>
            <a:r>
              <a:rPr lang="en-IN" dirty="0"/>
              <a:t>(b) This sky-scraper will have to be pulled down by you as the town planning regulations have not been complied by you.</a:t>
            </a:r>
          </a:p>
          <a:p>
            <a:r>
              <a:rPr lang="en-IN" dirty="0"/>
              <a:t>(c) This sky-scraper will be pulled down as the town planning regulations have not been complied with.</a:t>
            </a:r>
          </a:p>
          <a:p>
            <a:r>
              <a:rPr lang="en-IN" dirty="0"/>
              <a:t>(d) This sky-scraper will have to be pulled down as the town planning regulations have not been complied.</a:t>
            </a:r>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86891710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67. (a)</a:t>
            </a:r>
          </a:p>
        </p:txBody>
      </p:sp>
    </p:spTree>
    <p:extLst>
      <p:ext uri="{BB962C8B-B14F-4D97-AF65-F5344CB8AC3E}">
        <p14:creationId xmlns:p14="http://schemas.microsoft.com/office/powerpoint/2010/main" val="88500657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896" y="1078650"/>
            <a:ext cx="10515600" cy="4351338"/>
          </a:xfrm>
        </p:spPr>
        <p:txBody>
          <a:bodyPr>
            <a:noAutofit/>
          </a:bodyPr>
          <a:lstStyle/>
          <a:p>
            <a:r>
              <a:rPr lang="en-IN" sz="3600" b="1" dirty="0"/>
              <a:t>68. He has written a poem which fascinates every one.</a:t>
            </a:r>
          </a:p>
          <a:p>
            <a:r>
              <a:rPr lang="en-IN" sz="3600" dirty="0"/>
              <a:t>(a) A poem has been written by him which fascinates every one.</a:t>
            </a:r>
          </a:p>
          <a:p>
            <a:r>
              <a:rPr lang="en-IN" sz="3600" dirty="0"/>
              <a:t>(b) Everyone is fascinated by the poem which has been written by him.</a:t>
            </a:r>
          </a:p>
          <a:p>
            <a:r>
              <a:rPr lang="en-IN" sz="3600" dirty="0"/>
              <a:t>(c) Poem written by him fascinates everyone.</a:t>
            </a:r>
          </a:p>
          <a:p>
            <a:r>
              <a:rPr lang="en-IN" sz="3600" dirty="0"/>
              <a:t>(d) Every one fascinates the poem which is written by him.</a:t>
            </a:r>
          </a:p>
        </p:txBody>
      </p:sp>
    </p:spTree>
    <p:extLst>
      <p:ext uri="{BB962C8B-B14F-4D97-AF65-F5344CB8AC3E}">
        <p14:creationId xmlns:p14="http://schemas.microsoft.com/office/powerpoint/2010/main" val="2712175817"/>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68. (b)</a:t>
            </a:r>
          </a:p>
          <a:p>
            <a:endParaRPr lang="en-IN" dirty="0"/>
          </a:p>
          <a:p>
            <a:endParaRPr lang="en-IN" dirty="0"/>
          </a:p>
          <a:p>
            <a:endParaRPr lang="en-IN" dirty="0"/>
          </a:p>
        </p:txBody>
      </p:sp>
    </p:spTree>
    <p:extLst>
      <p:ext uri="{BB962C8B-B14F-4D97-AF65-F5344CB8AC3E}">
        <p14:creationId xmlns:p14="http://schemas.microsoft.com/office/powerpoint/2010/main" val="208300662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69. Will those happy days be ever forgotten by me?</a:t>
            </a:r>
          </a:p>
          <a:p>
            <a:r>
              <a:rPr lang="en-IN" sz="4000" dirty="0"/>
              <a:t>(a) Will I ever forget those happy days?</a:t>
            </a:r>
          </a:p>
          <a:p>
            <a:r>
              <a:rPr lang="en-IN" sz="4000" dirty="0"/>
              <a:t>(b) Shall I ever forget those happy days?</a:t>
            </a:r>
          </a:p>
          <a:p>
            <a:r>
              <a:rPr lang="en-IN" sz="4000" dirty="0"/>
              <a:t>(c) Would I forget these happy days?</a:t>
            </a:r>
          </a:p>
          <a:p>
            <a:r>
              <a:rPr lang="en-IN" sz="4000" dirty="0"/>
              <a:t>(d) Ever shall I forget those happy days?</a:t>
            </a:r>
          </a:p>
        </p:txBody>
      </p:sp>
    </p:spTree>
    <p:extLst>
      <p:ext uri="{BB962C8B-B14F-4D97-AF65-F5344CB8AC3E}">
        <p14:creationId xmlns:p14="http://schemas.microsoft.com/office/powerpoint/2010/main" val="250463476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69. (b)</a:t>
            </a:r>
          </a:p>
          <a:p>
            <a:endParaRPr lang="en-IN" dirty="0"/>
          </a:p>
        </p:txBody>
      </p:sp>
    </p:spTree>
    <p:extLst>
      <p:ext uri="{BB962C8B-B14F-4D97-AF65-F5344CB8AC3E}">
        <p14:creationId xmlns:p14="http://schemas.microsoft.com/office/powerpoint/2010/main" val="423855097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70. You are requested to permit him.</a:t>
            </a:r>
          </a:p>
          <a:p>
            <a:r>
              <a:rPr lang="en-IN" sz="4400" dirty="0"/>
              <a:t>(a) Please permit him.</a:t>
            </a:r>
          </a:p>
          <a:p>
            <a:r>
              <a:rPr lang="en-IN" sz="4400" dirty="0"/>
              <a:t>(b) I request you to permit me.</a:t>
            </a:r>
          </a:p>
          <a:p>
            <a:r>
              <a:rPr lang="en-IN" sz="4400" dirty="0"/>
              <a:t>(c) He requests to permit him.</a:t>
            </a:r>
          </a:p>
          <a:p>
            <a:r>
              <a:rPr lang="en-IN" sz="4400" dirty="0"/>
              <a:t>(d) I plead you to permit him.</a:t>
            </a:r>
          </a:p>
        </p:txBody>
      </p:sp>
    </p:spTree>
    <p:extLst>
      <p:ext uri="{BB962C8B-B14F-4D97-AF65-F5344CB8AC3E}">
        <p14:creationId xmlns:p14="http://schemas.microsoft.com/office/powerpoint/2010/main" val="105239396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 70. (a) </a:t>
            </a:r>
          </a:p>
        </p:txBody>
      </p:sp>
    </p:spTree>
    <p:extLst>
      <p:ext uri="{BB962C8B-B14F-4D97-AF65-F5344CB8AC3E}">
        <p14:creationId xmlns:p14="http://schemas.microsoft.com/office/powerpoint/2010/main" val="348872770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256" y="0"/>
            <a:ext cx="10515600" cy="4351338"/>
          </a:xfrm>
        </p:spPr>
        <p:txBody>
          <a:bodyPr>
            <a:noAutofit/>
          </a:bodyPr>
          <a:lstStyle/>
          <a:p>
            <a:r>
              <a:rPr lang="en-IN" sz="4000" b="1" dirty="0"/>
              <a:t>71. I am not going to tolerate this nonsense anymore.</a:t>
            </a:r>
          </a:p>
          <a:p>
            <a:r>
              <a:rPr lang="en-IN" sz="4000" dirty="0"/>
              <a:t>(a) This nonsense is not going to be tolerated by me anymore.</a:t>
            </a:r>
          </a:p>
          <a:p>
            <a:r>
              <a:rPr lang="en-IN" sz="4000" dirty="0"/>
              <a:t>(b) This nonsense is not being gone to be tolerated by me anymore.</a:t>
            </a:r>
          </a:p>
          <a:p>
            <a:r>
              <a:rPr lang="en-IN" sz="4000" dirty="0"/>
              <a:t>(c) This nonsense is not being going to be tolerated by me anymore.</a:t>
            </a:r>
          </a:p>
          <a:p>
            <a:r>
              <a:rPr lang="en-IN" sz="4000" dirty="0"/>
              <a:t>(d) Tolerate is not being going to be done by me of this nonsense.</a:t>
            </a:r>
          </a:p>
        </p:txBody>
      </p:sp>
    </p:spTree>
    <p:extLst>
      <p:ext uri="{BB962C8B-B14F-4D97-AF65-F5344CB8AC3E}">
        <p14:creationId xmlns:p14="http://schemas.microsoft.com/office/powerpoint/2010/main" val="325722410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72. (b)</a:t>
            </a:r>
            <a:r>
              <a:rPr lang="pt-BR" dirty="0"/>
              <a:t> </a:t>
            </a:r>
            <a:endParaRPr lang="en-IN" dirty="0"/>
          </a:p>
        </p:txBody>
      </p:sp>
    </p:spTree>
    <p:extLst>
      <p:ext uri="{BB962C8B-B14F-4D97-AF65-F5344CB8AC3E}">
        <p14:creationId xmlns:p14="http://schemas.microsoft.com/office/powerpoint/2010/main" val="130518367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3350" y="-1"/>
            <a:ext cx="10515600" cy="6207617"/>
          </a:xfrm>
        </p:spPr>
        <p:txBody>
          <a:bodyPr>
            <a:normAutofit/>
          </a:bodyPr>
          <a:lstStyle/>
          <a:p>
            <a:r>
              <a:rPr lang="en-IN" sz="3600" b="1" dirty="0"/>
              <a:t>72. The boys were being laughed at by the passers-by on the busy thoroughfare last evening.</a:t>
            </a:r>
          </a:p>
          <a:p>
            <a:r>
              <a:rPr lang="en-IN" sz="3600" dirty="0"/>
              <a:t>(a) The passers-by laughed at the boys on the busy thoroughfare last evening.</a:t>
            </a:r>
          </a:p>
          <a:p>
            <a:r>
              <a:rPr lang="en-IN" sz="3600" dirty="0"/>
              <a:t>(b) The passers-by were laughing at the boys on the busy thoroughfare last evening.</a:t>
            </a:r>
          </a:p>
          <a:p>
            <a:r>
              <a:rPr lang="en-IN" sz="3600" dirty="0"/>
              <a:t>(c) The boys were laughing at the passers-by on the busy thoroughfare last evening.</a:t>
            </a:r>
          </a:p>
          <a:p>
            <a:r>
              <a:rPr lang="en-IN" sz="3600" dirty="0"/>
              <a:t>(d) None of the above.</a:t>
            </a:r>
          </a:p>
        </p:txBody>
      </p:sp>
    </p:spTree>
    <p:extLst>
      <p:ext uri="{BB962C8B-B14F-4D97-AF65-F5344CB8AC3E}">
        <p14:creationId xmlns:p14="http://schemas.microsoft.com/office/powerpoint/2010/main" val="734103640"/>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73. (d) </a:t>
            </a:r>
            <a:endParaRPr lang="en-IN" dirty="0"/>
          </a:p>
          <a:p>
            <a:endParaRPr lang="en-IN" dirty="0"/>
          </a:p>
        </p:txBody>
      </p:sp>
    </p:spTree>
    <p:extLst>
      <p:ext uri="{BB962C8B-B14F-4D97-AF65-F5344CB8AC3E}">
        <p14:creationId xmlns:p14="http://schemas.microsoft.com/office/powerpoint/2010/main" val="91034199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IN" sz="3600" b="1" dirty="0"/>
              <a:t>73. The police are questioning </a:t>
            </a:r>
            <a:r>
              <a:rPr lang="en-IN" sz="3600" b="1" dirty="0" err="1"/>
              <a:t>Mr.</a:t>
            </a:r>
            <a:r>
              <a:rPr lang="en-IN" sz="3600" b="1" dirty="0"/>
              <a:t> and </a:t>
            </a:r>
            <a:r>
              <a:rPr lang="en-IN" sz="3600" b="1" dirty="0" err="1"/>
              <a:t>Mrs.</a:t>
            </a:r>
            <a:r>
              <a:rPr lang="en-IN" sz="3600" b="1" dirty="0"/>
              <a:t> Sharma.</a:t>
            </a:r>
          </a:p>
          <a:p>
            <a:r>
              <a:rPr lang="en-IN" sz="3600" dirty="0"/>
              <a:t>(a) </a:t>
            </a:r>
            <a:r>
              <a:rPr lang="en-IN" sz="3600" dirty="0" err="1"/>
              <a:t>Mr.</a:t>
            </a:r>
            <a:r>
              <a:rPr lang="en-IN" sz="3600" dirty="0"/>
              <a:t> and </a:t>
            </a:r>
            <a:r>
              <a:rPr lang="en-IN" sz="3600" dirty="0" err="1"/>
              <a:t>Mrs.</a:t>
            </a:r>
            <a:r>
              <a:rPr lang="en-IN" sz="3600" dirty="0"/>
              <a:t> Sharma are questioned by the police.</a:t>
            </a:r>
          </a:p>
          <a:p>
            <a:r>
              <a:rPr lang="en-IN" sz="3600" dirty="0"/>
              <a:t>(b) </a:t>
            </a:r>
            <a:r>
              <a:rPr lang="en-IN" sz="3600" dirty="0" err="1"/>
              <a:t>Mr.</a:t>
            </a:r>
            <a:r>
              <a:rPr lang="en-IN" sz="3600" dirty="0"/>
              <a:t> and </a:t>
            </a:r>
            <a:r>
              <a:rPr lang="en-IN" sz="3600" dirty="0" err="1"/>
              <a:t>Mrs.</a:t>
            </a:r>
            <a:r>
              <a:rPr lang="en-IN" sz="3600" dirty="0"/>
              <a:t> Sharma have been questioning the police.</a:t>
            </a:r>
          </a:p>
          <a:p>
            <a:r>
              <a:rPr lang="en-IN" sz="3600" dirty="0"/>
              <a:t>(c) </a:t>
            </a:r>
            <a:r>
              <a:rPr lang="en-IN" sz="3600" dirty="0" err="1"/>
              <a:t>Mr.</a:t>
            </a:r>
            <a:r>
              <a:rPr lang="en-IN" sz="3600" dirty="0"/>
              <a:t> and </a:t>
            </a:r>
            <a:r>
              <a:rPr lang="en-IN" sz="3600" dirty="0" err="1"/>
              <a:t>Mrs.</a:t>
            </a:r>
            <a:r>
              <a:rPr lang="en-IN" sz="3600" dirty="0"/>
              <a:t> Sharma have been questioned by the police.</a:t>
            </a:r>
          </a:p>
          <a:p>
            <a:r>
              <a:rPr lang="en-IN" sz="3600" dirty="0"/>
              <a:t>(d) </a:t>
            </a:r>
            <a:r>
              <a:rPr lang="en-IN" sz="3600" dirty="0" err="1"/>
              <a:t>Mr.</a:t>
            </a:r>
            <a:r>
              <a:rPr lang="en-IN" sz="3600" dirty="0"/>
              <a:t> and </a:t>
            </a:r>
            <a:r>
              <a:rPr lang="en-IN" sz="3600" dirty="0" err="1"/>
              <a:t>Mrs.</a:t>
            </a:r>
            <a:r>
              <a:rPr lang="en-IN" sz="3600" dirty="0"/>
              <a:t> Sharma are being questioned by the police.</a:t>
            </a:r>
          </a:p>
          <a:p>
            <a:endParaRPr lang="en-IN" sz="3600" dirty="0"/>
          </a:p>
          <a:p>
            <a:endParaRPr lang="en-IN" sz="3600" dirty="0"/>
          </a:p>
          <a:p>
            <a:endParaRPr lang="en-IN" sz="3600" dirty="0"/>
          </a:p>
          <a:p>
            <a:endParaRPr lang="en-IN" sz="3600" dirty="0"/>
          </a:p>
        </p:txBody>
      </p:sp>
    </p:spTree>
    <p:extLst>
      <p:ext uri="{BB962C8B-B14F-4D97-AF65-F5344CB8AC3E}">
        <p14:creationId xmlns:p14="http://schemas.microsoft.com/office/powerpoint/2010/main" val="284704266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74. (a) </a:t>
            </a:r>
            <a:endParaRPr lang="en-IN" dirty="0"/>
          </a:p>
        </p:txBody>
      </p:sp>
    </p:spTree>
    <p:extLst>
      <p:ext uri="{BB962C8B-B14F-4D97-AF65-F5344CB8AC3E}">
        <p14:creationId xmlns:p14="http://schemas.microsoft.com/office/powerpoint/2010/main" val="160938565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8955" y="280161"/>
            <a:ext cx="10515600" cy="5863062"/>
          </a:xfrm>
        </p:spPr>
        <p:txBody>
          <a:bodyPr>
            <a:noAutofit/>
          </a:bodyPr>
          <a:lstStyle/>
          <a:p>
            <a:r>
              <a:rPr lang="en-IN" sz="3600" b="1" dirty="0"/>
              <a:t>74. Before they invented printing, people had to write everything by hand.</a:t>
            </a:r>
          </a:p>
          <a:p>
            <a:r>
              <a:rPr lang="en-IN" sz="3600" dirty="0"/>
              <a:t>(a) Before printing was invented everything had to be written by hand.</a:t>
            </a:r>
          </a:p>
          <a:p>
            <a:r>
              <a:rPr lang="en-IN" sz="3600" dirty="0"/>
              <a:t>(b) Before printing was invented by them, everything had to be written.</a:t>
            </a:r>
          </a:p>
          <a:p>
            <a:r>
              <a:rPr lang="en-IN" sz="3600" dirty="0"/>
              <a:t>(c) Before printing was invented people had to write everything by hand.</a:t>
            </a:r>
          </a:p>
          <a:p>
            <a:r>
              <a:rPr lang="en-IN" sz="3600" dirty="0"/>
              <a:t>(d) Before printing was invented everything was written by hand.</a:t>
            </a:r>
          </a:p>
        </p:txBody>
      </p:sp>
    </p:spTree>
    <p:extLst>
      <p:ext uri="{BB962C8B-B14F-4D97-AF65-F5344CB8AC3E}">
        <p14:creationId xmlns:p14="http://schemas.microsoft.com/office/powerpoint/2010/main" val="3225199699"/>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75. (a) </a:t>
            </a:r>
            <a:endParaRPr lang="en-IN" dirty="0"/>
          </a:p>
        </p:txBody>
      </p:sp>
    </p:spTree>
    <p:extLst>
      <p:ext uri="{BB962C8B-B14F-4D97-AF65-F5344CB8AC3E}">
        <p14:creationId xmlns:p14="http://schemas.microsoft.com/office/powerpoint/2010/main" val="148152339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8048" y="215766"/>
            <a:ext cx="10515600" cy="4351338"/>
          </a:xfrm>
        </p:spPr>
        <p:txBody>
          <a:bodyPr>
            <a:noAutofit/>
          </a:bodyPr>
          <a:lstStyle/>
          <a:p>
            <a:r>
              <a:rPr lang="en-IN" sz="3600" b="1" dirty="0"/>
              <a:t>76. Why did your father refuse to give the money to you?</a:t>
            </a:r>
          </a:p>
          <a:p>
            <a:r>
              <a:rPr lang="en-IN" sz="3600" dirty="0"/>
              <a:t>(a) Why was your father refused money to you?</a:t>
            </a:r>
          </a:p>
          <a:p>
            <a:r>
              <a:rPr lang="en-IN" sz="3600" dirty="0"/>
              <a:t>(b) Why was the money not given to you by your father?</a:t>
            </a:r>
          </a:p>
          <a:p>
            <a:r>
              <a:rPr lang="en-IN" sz="3600" dirty="0"/>
              <a:t>(c) Why was the money refused to be given to you by your father?</a:t>
            </a:r>
          </a:p>
          <a:p>
            <a:r>
              <a:rPr lang="en-IN" sz="3600" dirty="0"/>
              <a:t>(d) Why the money was refused to be given to you by your father?</a:t>
            </a:r>
          </a:p>
        </p:txBody>
      </p:sp>
    </p:spTree>
    <p:extLst>
      <p:ext uri="{BB962C8B-B14F-4D97-AF65-F5344CB8AC3E}">
        <p14:creationId xmlns:p14="http://schemas.microsoft.com/office/powerpoint/2010/main" val="3418560349"/>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76. (c) </a:t>
            </a:r>
            <a:endParaRPr lang="en-IN" dirty="0"/>
          </a:p>
        </p:txBody>
      </p:sp>
    </p:spTree>
    <p:extLst>
      <p:ext uri="{BB962C8B-B14F-4D97-AF65-F5344CB8AC3E}">
        <p14:creationId xmlns:p14="http://schemas.microsoft.com/office/powerpoint/2010/main" val="9051344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684" y="331675"/>
            <a:ext cx="10515600" cy="4351338"/>
          </a:xfrm>
        </p:spPr>
        <p:txBody>
          <a:bodyPr>
            <a:noAutofit/>
          </a:bodyPr>
          <a:lstStyle/>
          <a:p>
            <a:r>
              <a:rPr lang="en-IN" sz="3600" b="1" dirty="0"/>
              <a:t>77. Do you expect your parents to come from Hyderabad today?</a:t>
            </a:r>
          </a:p>
          <a:p>
            <a:r>
              <a:rPr lang="en-IN" sz="3600" dirty="0"/>
              <a:t>(a) Did your parents come today from Hyderabad?</a:t>
            </a:r>
          </a:p>
          <a:p>
            <a:r>
              <a:rPr lang="en-IN" sz="3600" dirty="0"/>
              <a:t>(b) Were your parents expected to come from Hyderabad today?</a:t>
            </a:r>
          </a:p>
          <a:p>
            <a:r>
              <a:rPr lang="en-IN" sz="3600" dirty="0"/>
              <a:t>(c) Are your parents expected to come today from Hyderabad?</a:t>
            </a:r>
          </a:p>
          <a:p>
            <a:r>
              <a:rPr lang="en-IN" sz="3600" dirty="0"/>
              <a:t>(d) Do your parents are expected to come today from Hyderabad?</a:t>
            </a:r>
          </a:p>
        </p:txBody>
      </p:sp>
    </p:spTree>
    <p:extLst>
      <p:ext uri="{BB962C8B-B14F-4D97-AF65-F5344CB8AC3E}">
        <p14:creationId xmlns:p14="http://schemas.microsoft.com/office/powerpoint/2010/main" val="307651640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77. (c) </a:t>
            </a:r>
            <a:endParaRPr lang="en-IN" dirty="0"/>
          </a:p>
        </p:txBody>
      </p:sp>
    </p:spTree>
    <p:extLst>
      <p:ext uri="{BB962C8B-B14F-4D97-AF65-F5344CB8AC3E}">
        <p14:creationId xmlns:p14="http://schemas.microsoft.com/office/powerpoint/2010/main" val="286106899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4000" b="1" dirty="0"/>
              <a:t>78. Why are you raising a hue and cry?</a:t>
            </a:r>
          </a:p>
          <a:p>
            <a:r>
              <a:rPr lang="en-IN" sz="4000" dirty="0"/>
              <a:t>(a) Why are a hue and cry being raised by you?</a:t>
            </a:r>
          </a:p>
          <a:p>
            <a:r>
              <a:rPr lang="en-IN" sz="4000" dirty="0"/>
              <a:t>(b) Why is a hue and cry being raised by you?</a:t>
            </a:r>
          </a:p>
          <a:p>
            <a:r>
              <a:rPr lang="en-IN" sz="4000" dirty="0"/>
              <a:t>(c) Why a hue and cry are being raised by you?</a:t>
            </a:r>
          </a:p>
          <a:p>
            <a:r>
              <a:rPr lang="en-IN" sz="4000" dirty="0"/>
              <a:t>(d) Why a hue and cry is being raised by you?</a:t>
            </a:r>
          </a:p>
        </p:txBody>
      </p:sp>
    </p:spTree>
    <p:extLst>
      <p:ext uri="{BB962C8B-B14F-4D97-AF65-F5344CB8AC3E}">
        <p14:creationId xmlns:p14="http://schemas.microsoft.com/office/powerpoint/2010/main" val="304842988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78. (b) </a:t>
            </a:r>
            <a:endParaRPr lang="en-IN" dirty="0"/>
          </a:p>
        </p:txBody>
      </p:sp>
    </p:spTree>
    <p:extLst>
      <p:ext uri="{BB962C8B-B14F-4D97-AF65-F5344CB8AC3E}">
        <p14:creationId xmlns:p14="http://schemas.microsoft.com/office/powerpoint/2010/main" val="141359142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79. They say that there are living beings on Mars.</a:t>
            </a:r>
          </a:p>
          <a:p>
            <a:r>
              <a:rPr lang="en-IN" sz="4000" dirty="0"/>
              <a:t>(a) They say that Mars has living beings.</a:t>
            </a:r>
          </a:p>
          <a:p>
            <a:r>
              <a:rPr lang="en-IN" sz="4000" dirty="0"/>
              <a:t>(b) It is said that there are people living on Mars.</a:t>
            </a:r>
          </a:p>
          <a:p>
            <a:r>
              <a:rPr lang="en-IN" sz="4000" dirty="0"/>
              <a:t>(c) On Mars, there are living beings.</a:t>
            </a:r>
          </a:p>
          <a:p>
            <a:r>
              <a:rPr lang="en-IN" sz="4000" dirty="0"/>
              <a:t>(d) It is said that there are living beings on Mars.</a:t>
            </a:r>
          </a:p>
        </p:txBody>
      </p:sp>
    </p:spTree>
    <p:extLst>
      <p:ext uri="{BB962C8B-B14F-4D97-AF65-F5344CB8AC3E}">
        <p14:creationId xmlns:p14="http://schemas.microsoft.com/office/powerpoint/2010/main" val="3858794720"/>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79. (d) </a:t>
            </a:r>
            <a:endParaRPr lang="en-IN" dirty="0"/>
          </a:p>
          <a:p>
            <a:endParaRPr lang="en-IN" dirty="0"/>
          </a:p>
          <a:p>
            <a:endParaRPr lang="en-IN" dirty="0"/>
          </a:p>
          <a:p>
            <a:endParaRPr lang="en-IN" dirty="0"/>
          </a:p>
        </p:txBody>
      </p:sp>
    </p:spTree>
    <p:extLst>
      <p:ext uri="{BB962C8B-B14F-4D97-AF65-F5344CB8AC3E}">
        <p14:creationId xmlns:p14="http://schemas.microsoft.com/office/powerpoint/2010/main" val="50879796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3487"/>
            <a:ext cx="10515600" cy="5803476"/>
          </a:xfrm>
        </p:spPr>
        <p:txBody>
          <a:bodyPr>
            <a:normAutofit lnSpcReduction="10000"/>
          </a:bodyPr>
          <a:lstStyle/>
          <a:p>
            <a:r>
              <a:rPr lang="en-IN" b="1" dirty="0"/>
              <a:t>80. A fortnight after he was convicted for the rape and murder of his classmate, the Delhi High Court sentenced him to death on Monday.</a:t>
            </a:r>
          </a:p>
          <a:p>
            <a:r>
              <a:rPr lang="en-IN" dirty="0"/>
              <a:t>(a) A fortnight after he had been convicted for the rape and murder of his classmate he had been sentenced to death by the Delhi High Court on Monday.</a:t>
            </a:r>
          </a:p>
          <a:p>
            <a:r>
              <a:rPr lang="en-IN" dirty="0"/>
              <a:t>(b) A fortnight after he was convicted for the rape and murder of his classmate he has been sentenced to death by the Delhi High Court on Monday.</a:t>
            </a:r>
          </a:p>
          <a:p>
            <a:r>
              <a:rPr lang="en-IN" dirty="0"/>
              <a:t>(c) A fortnight after he was convicted for the rape and murder of his classmate he  was sentenced to death by the Delhi High Court on Monday.</a:t>
            </a:r>
          </a:p>
          <a:p>
            <a:r>
              <a:rPr lang="en-IN" dirty="0"/>
              <a:t>(d) A fortnight after he was been convicted for the rape and murder of his classmate  he was sentenced to death by the Delhi High Court on Monday.</a:t>
            </a:r>
          </a:p>
        </p:txBody>
      </p:sp>
    </p:spTree>
    <p:extLst>
      <p:ext uri="{BB962C8B-B14F-4D97-AF65-F5344CB8AC3E}">
        <p14:creationId xmlns:p14="http://schemas.microsoft.com/office/powerpoint/2010/main" val="173647317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80. (c) </a:t>
            </a:r>
            <a:endParaRPr lang="en-IN" dirty="0"/>
          </a:p>
        </p:txBody>
      </p:sp>
    </p:spTree>
    <p:extLst>
      <p:ext uri="{BB962C8B-B14F-4D97-AF65-F5344CB8AC3E}">
        <p14:creationId xmlns:p14="http://schemas.microsoft.com/office/powerpoint/2010/main" val="1584882319"/>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81. Their dog bit our neighbour yesterday.</a:t>
            </a:r>
          </a:p>
          <a:p>
            <a:r>
              <a:rPr lang="en-IN" sz="3600" dirty="0"/>
              <a:t>(a) Our neighbour bit their dog yesterday.</a:t>
            </a:r>
          </a:p>
          <a:p>
            <a:r>
              <a:rPr lang="en-IN" sz="3600" dirty="0"/>
              <a:t>(b) Our neighbour bitten by their do yesterday.</a:t>
            </a:r>
          </a:p>
          <a:p>
            <a:r>
              <a:rPr lang="en-IN" sz="3600" dirty="0"/>
              <a:t>(c) Our neighbour was bitten by their dog yesterday.</a:t>
            </a:r>
          </a:p>
          <a:p>
            <a:r>
              <a:rPr lang="en-IN" sz="3600" dirty="0"/>
              <a:t>(d) Our neighbour were bit by their dog yesterday.</a:t>
            </a:r>
          </a:p>
          <a:p>
            <a:endParaRPr lang="en-IN" sz="3600" dirty="0"/>
          </a:p>
          <a:p>
            <a:endParaRPr lang="en-IN" sz="3600" dirty="0"/>
          </a:p>
          <a:p>
            <a:endParaRPr lang="en-IN" sz="3600" dirty="0"/>
          </a:p>
        </p:txBody>
      </p:sp>
    </p:spTree>
    <p:extLst>
      <p:ext uri="{BB962C8B-B14F-4D97-AF65-F5344CB8AC3E}">
        <p14:creationId xmlns:p14="http://schemas.microsoft.com/office/powerpoint/2010/main" val="2999016551"/>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81. (c) </a:t>
            </a:r>
            <a:endParaRPr lang="en-IN" dirty="0"/>
          </a:p>
        </p:txBody>
      </p:sp>
    </p:spTree>
    <p:extLst>
      <p:ext uri="{BB962C8B-B14F-4D97-AF65-F5344CB8AC3E}">
        <p14:creationId xmlns:p14="http://schemas.microsoft.com/office/powerpoint/2010/main" val="21790494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4000" b="1" dirty="0"/>
              <a:t>82. The MD told us about the new project.</a:t>
            </a:r>
          </a:p>
          <a:p>
            <a:r>
              <a:rPr lang="en-IN" sz="4000" dirty="0"/>
              <a:t>(a) We were told about the new project by the MD.</a:t>
            </a:r>
          </a:p>
          <a:p>
            <a:r>
              <a:rPr lang="en-IN" sz="4000" dirty="0"/>
              <a:t>(b) We are told about the new project by the MD.</a:t>
            </a:r>
          </a:p>
          <a:p>
            <a:r>
              <a:rPr lang="en-IN" sz="4000" dirty="0"/>
              <a:t>(c) We told by MD about the new project.</a:t>
            </a:r>
          </a:p>
          <a:p>
            <a:r>
              <a:rPr lang="en-IN" sz="4000" dirty="0"/>
              <a:t>(d) We had been told by MD about project.</a:t>
            </a:r>
          </a:p>
        </p:txBody>
      </p:sp>
    </p:spTree>
    <p:extLst>
      <p:ext uri="{BB962C8B-B14F-4D97-AF65-F5344CB8AC3E}">
        <p14:creationId xmlns:p14="http://schemas.microsoft.com/office/powerpoint/2010/main" val="2302518551"/>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82. (a)</a:t>
            </a:r>
          </a:p>
        </p:txBody>
      </p:sp>
    </p:spTree>
    <p:extLst>
      <p:ext uri="{BB962C8B-B14F-4D97-AF65-F5344CB8AC3E}">
        <p14:creationId xmlns:p14="http://schemas.microsoft.com/office/powerpoint/2010/main" val="595057425"/>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1820"/>
            <a:ext cx="10515600" cy="5945143"/>
          </a:xfrm>
        </p:spPr>
        <p:txBody>
          <a:bodyPr>
            <a:normAutofit/>
          </a:bodyPr>
          <a:lstStyle/>
          <a:p>
            <a:r>
              <a:rPr lang="en-IN" sz="3600" b="1" dirty="0"/>
              <a:t>83. The Minister had already informed his Cabinet about his decision.</a:t>
            </a:r>
          </a:p>
          <a:p>
            <a:r>
              <a:rPr lang="en-IN" sz="3600" dirty="0"/>
              <a:t>(a) His Cabinet was already informed about the Minister’s decision.</a:t>
            </a:r>
          </a:p>
          <a:p>
            <a:r>
              <a:rPr lang="en-IN" sz="3600" dirty="0"/>
              <a:t>(b) His Cabinet has already informed the Minister about his decision.</a:t>
            </a:r>
          </a:p>
          <a:p>
            <a:r>
              <a:rPr lang="en-IN" sz="3600" dirty="0"/>
              <a:t>(c) His Cabinet had already been informed about his decision by the Minister.</a:t>
            </a:r>
          </a:p>
          <a:p>
            <a:r>
              <a:rPr lang="en-IN" sz="3600" dirty="0"/>
              <a:t>(d) His Cabinet will have already been informed about the Minister’s decision.</a:t>
            </a:r>
          </a:p>
          <a:p>
            <a:endParaRPr lang="en-IN" sz="3600" dirty="0"/>
          </a:p>
        </p:txBody>
      </p:sp>
    </p:spTree>
    <p:extLst>
      <p:ext uri="{BB962C8B-B14F-4D97-AF65-F5344CB8AC3E}">
        <p14:creationId xmlns:p14="http://schemas.microsoft.com/office/powerpoint/2010/main" val="412380613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83. (c)</a:t>
            </a:r>
            <a:endParaRPr lang="en-IN" dirty="0"/>
          </a:p>
        </p:txBody>
      </p:sp>
    </p:spTree>
    <p:extLst>
      <p:ext uri="{BB962C8B-B14F-4D97-AF65-F5344CB8AC3E}">
        <p14:creationId xmlns:p14="http://schemas.microsoft.com/office/powerpoint/2010/main" val="1565449769"/>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4000" b="1" dirty="0"/>
              <a:t>84. </a:t>
            </a:r>
            <a:r>
              <a:rPr lang="en-IN" sz="4000" b="1" dirty="0" err="1"/>
              <a:t>Sayali</a:t>
            </a:r>
            <a:r>
              <a:rPr lang="en-IN" sz="4000" b="1" dirty="0"/>
              <a:t> gave the beggar an old sari.</a:t>
            </a:r>
          </a:p>
          <a:p>
            <a:r>
              <a:rPr lang="en-IN" sz="4000" dirty="0"/>
              <a:t>(a) An old sari was given to </a:t>
            </a:r>
            <a:r>
              <a:rPr lang="en-IN" sz="4000" dirty="0" err="1"/>
              <a:t>Sayali</a:t>
            </a:r>
            <a:r>
              <a:rPr lang="en-IN" sz="4000" dirty="0"/>
              <a:t> by the beggar.</a:t>
            </a:r>
          </a:p>
          <a:p>
            <a:r>
              <a:rPr lang="en-IN" sz="4000" dirty="0"/>
              <a:t>(b) An old sari was given to the </a:t>
            </a:r>
            <a:r>
              <a:rPr lang="en-IN" sz="4000" dirty="0" err="1"/>
              <a:t>begger</a:t>
            </a:r>
            <a:r>
              <a:rPr lang="en-IN" sz="4000" dirty="0"/>
              <a:t> by </a:t>
            </a:r>
            <a:r>
              <a:rPr lang="en-IN" sz="4000" dirty="0" err="1"/>
              <a:t>Sayali</a:t>
            </a:r>
            <a:r>
              <a:rPr lang="en-IN" sz="4000" dirty="0"/>
              <a:t>.</a:t>
            </a:r>
          </a:p>
          <a:p>
            <a:r>
              <a:rPr lang="en-IN" sz="4000" dirty="0"/>
              <a:t>(c) The </a:t>
            </a:r>
            <a:r>
              <a:rPr lang="en-IN" sz="4000" dirty="0" err="1"/>
              <a:t>begger</a:t>
            </a:r>
            <a:r>
              <a:rPr lang="en-IN" sz="4000" dirty="0"/>
              <a:t> was being given on old sari by </a:t>
            </a:r>
            <a:r>
              <a:rPr lang="en-IN" sz="4000" dirty="0" err="1"/>
              <a:t>Sayali</a:t>
            </a:r>
            <a:r>
              <a:rPr lang="en-IN" sz="4000" dirty="0"/>
              <a:t>.</a:t>
            </a:r>
          </a:p>
          <a:p>
            <a:r>
              <a:rPr lang="en-IN" sz="4000" dirty="0"/>
              <a:t>(d) The </a:t>
            </a:r>
            <a:r>
              <a:rPr lang="en-IN" sz="4000" dirty="0" err="1"/>
              <a:t>begger</a:t>
            </a:r>
            <a:r>
              <a:rPr lang="en-IN" sz="4000" dirty="0"/>
              <a:t> had to be given on old sari by </a:t>
            </a:r>
            <a:r>
              <a:rPr lang="en-IN" sz="4000" dirty="0" err="1"/>
              <a:t>Sayali</a:t>
            </a:r>
            <a:r>
              <a:rPr lang="en-IN" sz="4000" dirty="0"/>
              <a:t>.</a:t>
            </a:r>
          </a:p>
        </p:txBody>
      </p:sp>
    </p:spTree>
    <p:extLst>
      <p:ext uri="{BB962C8B-B14F-4D97-AF65-F5344CB8AC3E}">
        <p14:creationId xmlns:p14="http://schemas.microsoft.com/office/powerpoint/2010/main" val="2836695739"/>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84. (b)</a:t>
            </a:r>
            <a:endParaRPr lang="en-IN" dirty="0"/>
          </a:p>
          <a:p>
            <a:endParaRPr lang="en-IN" dirty="0"/>
          </a:p>
          <a:p>
            <a:endParaRPr lang="en-IN" dirty="0"/>
          </a:p>
          <a:p>
            <a:endParaRPr lang="en-IN" dirty="0"/>
          </a:p>
        </p:txBody>
      </p:sp>
    </p:spTree>
    <p:extLst>
      <p:ext uri="{BB962C8B-B14F-4D97-AF65-F5344CB8AC3E}">
        <p14:creationId xmlns:p14="http://schemas.microsoft.com/office/powerpoint/2010/main" val="1122172539"/>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85. They are going to perform “Hamlet”.</a:t>
            </a:r>
          </a:p>
          <a:p>
            <a:r>
              <a:rPr lang="en-IN" sz="4000" dirty="0"/>
              <a:t>(a) “Hamlet” is going to be performed by them.</a:t>
            </a:r>
          </a:p>
          <a:p>
            <a:r>
              <a:rPr lang="en-IN" sz="4000" dirty="0"/>
              <a:t>(b) “Hamlet” is going to perform by them.</a:t>
            </a:r>
          </a:p>
          <a:p>
            <a:r>
              <a:rPr lang="en-IN" sz="4000" dirty="0"/>
              <a:t>(c) “Hamlet” is to perform.</a:t>
            </a:r>
          </a:p>
          <a:p>
            <a:r>
              <a:rPr lang="en-IN" sz="4000" dirty="0"/>
              <a:t>(d) “Hamlet” has to be performed.</a:t>
            </a:r>
          </a:p>
        </p:txBody>
      </p:sp>
    </p:spTree>
    <p:extLst>
      <p:ext uri="{BB962C8B-B14F-4D97-AF65-F5344CB8AC3E}">
        <p14:creationId xmlns:p14="http://schemas.microsoft.com/office/powerpoint/2010/main" val="1227526794"/>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85. (a)</a:t>
            </a:r>
            <a:endParaRPr lang="en-IN" dirty="0"/>
          </a:p>
        </p:txBody>
      </p:sp>
    </p:spTree>
    <p:extLst>
      <p:ext uri="{BB962C8B-B14F-4D97-AF65-F5344CB8AC3E}">
        <p14:creationId xmlns:p14="http://schemas.microsoft.com/office/powerpoint/2010/main" val="2965382431"/>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86. I was shocked by the letter.</a:t>
            </a:r>
          </a:p>
          <a:p>
            <a:r>
              <a:rPr lang="en-IN" sz="4000" dirty="0"/>
              <a:t>(a) They shocked me with the letter.</a:t>
            </a:r>
          </a:p>
          <a:p>
            <a:r>
              <a:rPr lang="en-IN" sz="4000" dirty="0"/>
              <a:t>(b) I am shocked.</a:t>
            </a:r>
          </a:p>
          <a:p>
            <a:r>
              <a:rPr lang="en-IN" sz="4000" dirty="0"/>
              <a:t>(c) The letter shocked me.</a:t>
            </a:r>
          </a:p>
          <a:p>
            <a:r>
              <a:rPr lang="en-IN" sz="4000" dirty="0"/>
              <a:t>(d) I shocked with the letter.</a:t>
            </a:r>
          </a:p>
        </p:txBody>
      </p:sp>
    </p:spTree>
    <p:extLst>
      <p:ext uri="{BB962C8B-B14F-4D97-AF65-F5344CB8AC3E}">
        <p14:creationId xmlns:p14="http://schemas.microsoft.com/office/powerpoint/2010/main" val="383267279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86. (c)</a:t>
            </a:r>
            <a:endParaRPr lang="en-IN" dirty="0"/>
          </a:p>
        </p:txBody>
      </p:sp>
    </p:spTree>
    <p:extLst>
      <p:ext uri="{BB962C8B-B14F-4D97-AF65-F5344CB8AC3E}">
        <p14:creationId xmlns:p14="http://schemas.microsoft.com/office/powerpoint/2010/main" val="276067874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87. Somebody stole my car last week.</a:t>
            </a:r>
          </a:p>
          <a:p>
            <a:r>
              <a:rPr lang="en-IN" sz="4000" dirty="0"/>
              <a:t>(a) Last week my car was steal by somebody.</a:t>
            </a:r>
          </a:p>
          <a:p>
            <a:r>
              <a:rPr lang="en-IN" sz="4000" dirty="0"/>
              <a:t>(b) My car was stolen last week by somebody.</a:t>
            </a:r>
          </a:p>
          <a:p>
            <a:r>
              <a:rPr lang="en-IN" sz="4000" dirty="0"/>
              <a:t>(c) My car was stolen that week by somebody.</a:t>
            </a:r>
          </a:p>
          <a:p>
            <a:r>
              <a:rPr lang="en-IN" sz="4000" dirty="0"/>
              <a:t>(d) Somebody last week has stolen my car.</a:t>
            </a:r>
          </a:p>
          <a:p>
            <a:endParaRPr lang="en-IN" sz="4000" dirty="0"/>
          </a:p>
        </p:txBody>
      </p:sp>
    </p:spTree>
    <p:extLst>
      <p:ext uri="{BB962C8B-B14F-4D97-AF65-F5344CB8AC3E}">
        <p14:creationId xmlns:p14="http://schemas.microsoft.com/office/powerpoint/2010/main" val="207793963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87. (b)</a:t>
            </a:r>
            <a:endParaRPr lang="en-IN" dirty="0"/>
          </a:p>
        </p:txBody>
      </p:sp>
    </p:spTree>
    <p:extLst>
      <p:ext uri="{BB962C8B-B14F-4D97-AF65-F5344CB8AC3E}">
        <p14:creationId xmlns:p14="http://schemas.microsoft.com/office/powerpoint/2010/main" val="101343123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88. Do they sell construction material?</a:t>
            </a:r>
          </a:p>
          <a:p>
            <a:r>
              <a:rPr lang="en-IN" sz="4000" dirty="0"/>
              <a:t>(a) Does construction material sold by them?</a:t>
            </a:r>
          </a:p>
          <a:p>
            <a:r>
              <a:rPr lang="en-IN" sz="4000" dirty="0"/>
              <a:t>(b) Is construction material selling by them?</a:t>
            </a:r>
          </a:p>
          <a:p>
            <a:r>
              <a:rPr lang="en-IN" sz="4000" dirty="0"/>
              <a:t>(c) Is construction material sold by them?</a:t>
            </a:r>
          </a:p>
          <a:p>
            <a:r>
              <a:rPr lang="en-IN" sz="4000" dirty="0"/>
              <a:t>(d) Does construction material sell by them?</a:t>
            </a:r>
          </a:p>
        </p:txBody>
      </p:sp>
    </p:spTree>
    <p:extLst>
      <p:ext uri="{BB962C8B-B14F-4D97-AF65-F5344CB8AC3E}">
        <p14:creationId xmlns:p14="http://schemas.microsoft.com/office/powerpoint/2010/main" val="224999105"/>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88. (c)</a:t>
            </a:r>
            <a:endParaRPr lang="en-IN" dirty="0"/>
          </a:p>
        </p:txBody>
      </p:sp>
    </p:spTree>
    <p:extLst>
      <p:ext uri="{BB962C8B-B14F-4D97-AF65-F5344CB8AC3E}">
        <p14:creationId xmlns:p14="http://schemas.microsoft.com/office/powerpoint/2010/main" val="3745469640"/>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r>
              <a:rPr lang="en-IN" sz="3600" b="1" dirty="0"/>
              <a:t>89. Sharma was cleaning the house.</a:t>
            </a:r>
          </a:p>
          <a:p>
            <a:r>
              <a:rPr lang="en-IN" sz="3600" dirty="0"/>
              <a:t>(a) The house was cleaned by Sharma.</a:t>
            </a:r>
          </a:p>
          <a:p>
            <a:r>
              <a:rPr lang="en-IN" sz="3600" dirty="0"/>
              <a:t>(b) The house will be cleaned by Sharma.</a:t>
            </a:r>
          </a:p>
          <a:p>
            <a:r>
              <a:rPr lang="en-IN" sz="3600" dirty="0"/>
              <a:t>(c) The house was being cleaned by Sharma.</a:t>
            </a:r>
          </a:p>
          <a:p>
            <a:r>
              <a:rPr lang="en-IN" sz="3600" dirty="0"/>
              <a:t>(d) The house is being cleaned by Sharma.</a:t>
            </a:r>
          </a:p>
          <a:p>
            <a:endParaRPr lang="en-IN" sz="3600" dirty="0"/>
          </a:p>
        </p:txBody>
      </p:sp>
    </p:spTree>
    <p:extLst>
      <p:ext uri="{BB962C8B-B14F-4D97-AF65-F5344CB8AC3E}">
        <p14:creationId xmlns:p14="http://schemas.microsoft.com/office/powerpoint/2010/main" val="161211482"/>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89. (c)</a:t>
            </a:r>
            <a:endParaRPr lang="en-IN" dirty="0"/>
          </a:p>
        </p:txBody>
      </p:sp>
    </p:spTree>
    <p:extLst>
      <p:ext uri="{BB962C8B-B14F-4D97-AF65-F5344CB8AC3E}">
        <p14:creationId xmlns:p14="http://schemas.microsoft.com/office/powerpoint/2010/main" val="1639582167"/>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90. I bought a new shirt last week.</a:t>
            </a:r>
          </a:p>
          <a:p>
            <a:r>
              <a:rPr lang="en-IN" sz="4000" dirty="0"/>
              <a:t>(a) Last week a new shirt was bought by I.</a:t>
            </a:r>
          </a:p>
          <a:p>
            <a:r>
              <a:rPr lang="en-IN" sz="4000" dirty="0"/>
              <a:t>(b) Last week a new shirt is bought by I.</a:t>
            </a:r>
          </a:p>
          <a:p>
            <a:r>
              <a:rPr lang="en-IN" sz="4000" dirty="0"/>
              <a:t>(c) Last week a new shirt was bought by me.</a:t>
            </a:r>
          </a:p>
          <a:p>
            <a:r>
              <a:rPr lang="en-IN" sz="4000" dirty="0"/>
              <a:t>(d) Last week a new shirt had been bought by me.</a:t>
            </a:r>
          </a:p>
        </p:txBody>
      </p:sp>
    </p:spTree>
    <p:extLst>
      <p:ext uri="{BB962C8B-B14F-4D97-AF65-F5344CB8AC3E}">
        <p14:creationId xmlns:p14="http://schemas.microsoft.com/office/powerpoint/2010/main" val="2414630378"/>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90. (c)</a:t>
            </a:r>
          </a:p>
          <a:p>
            <a:endParaRPr lang="en-IN" dirty="0"/>
          </a:p>
        </p:txBody>
      </p:sp>
    </p:spTree>
    <p:extLst>
      <p:ext uri="{BB962C8B-B14F-4D97-AF65-F5344CB8AC3E}">
        <p14:creationId xmlns:p14="http://schemas.microsoft.com/office/powerpoint/2010/main" val="126029199"/>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91. The plants have been watered by the gardener.</a:t>
            </a:r>
          </a:p>
          <a:p>
            <a:r>
              <a:rPr lang="en-IN" sz="4000" dirty="0"/>
              <a:t>(a) The gardener is watering the plants.</a:t>
            </a:r>
          </a:p>
          <a:p>
            <a:r>
              <a:rPr lang="en-IN" sz="4000" dirty="0"/>
              <a:t>(b) The gardener has been watering the plants.</a:t>
            </a:r>
          </a:p>
          <a:p>
            <a:r>
              <a:rPr lang="en-IN" sz="4000" dirty="0"/>
              <a:t>(c) The gardener has watered the plants.</a:t>
            </a:r>
          </a:p>
          <a:p>
            <a:r>
              <a:rPr lang="en-IN" sz="4000" dirty="0"/>
              <a:t>(d) The gardener have watered the plants.</a:t>
            </a:r>
          </a:p>
          <a:p>
            <a:endParaRPr lang="en-IN" sz="4000" dirty="0"/>
          </a:p>
        </p:txBody>
      </p:sp>
    </p:spTree>
    <p:extLst>
      <p:ext uri="{BB962C8B-B14F-4D97-AF65-F5344CB8AC3E}">
        <p14:creationId xmlns:p14="http://schemas.microsoft.com/office/powerpoint/2010/main" val="3936418803"/>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91. (c)</a:t>
            </a:r>
            <a:endParaRPr lang="en-IN" dirty="0"/>
          </a:p>
        </p:txBody>
      </p:sp>
    </p:spTree>
    <p:extLst>
      <p:ext uri="{BB962C8B-B14F-4D97-AF65-F5344CB8AC3E}">
        <p14:creationId xmlns:p14="http://schemas.microsoft.com/office/powerpoint/2010/main" val="240471275"/>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92. The children could use the place always.</a:t>
            </a:r>
          </a:p>
          <a:p>
            <a:r>
              <a:rPr lang="en-IN" sz="3600" dirty="0"/>
              <a:t>(a) The place can be used by children always.</a:t>
            </a:r>
          </a:p>
          <a:p>
            <a:r>
              <a:rPr lang="en-IN" sz="3600" dirty="0"/>
              <a:t>(b) The place is used by children always.</a:t>
            </a:r>
          </a:p>
          <a:p>
            <a:r>
              <a:rPr lang="en-IN" sz="3600" dirty="0"/>
              <a:t>(c) The place could always be used by children.</a:t>
            </a:r>
          </a:p>
          <a:p>
            <a:r>
              <a:rPr lang="en-IN" sz="3600" dirty="0"/>
              <a:t>(d) The place has been used by children always.</a:t>
            </a:r>
          </a:p>
        </p:txBody>
      </p:sp>
    </p:spTree>
    <p:extLst>
      <p:ext uri="{BB962C8B-B14F-4D97-AF65-F5344CB8AC3E}">
        <p14:creationId xmlns:p14="http://schemas.microsoft.com/office/powerpoint/2010/main" val="5794410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92. (c)</a:t>
            </a:r>
            <a:endParaRPr lang="en-IN" dirty="0"/>
          </a:p>
        </p:txBody>
      </p:sp>
    </p:spTree>
    <p:extLst>
      <p:ext uri="{BB962C8B-B14F-4D97-AF65-F5344CB8AC3E}">
        <p14:creationId xmlns:p14="http://schemas.microsoft.com/office/powerpoint/2010/main" val="4218357317"/>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93. They say that the earth is round.</a:t>
            </a:r>
          </a:p>
          <a:p>
            <a:r>
              <a:rPr lang="en-IN" sz="4000" dirty="0"/>
              <a:t>(a) It has been said that the earth is round.</a:t>
            </a:r>
          </a:p>
          <a:p>
            <a:r>
              <a:rPr lang="en-IN" sz="4000" dirty="0"/>
              <a:t>(b) That the earth is round is said by them.</a:t>
            </a:r>
          </a:p>
          <a:p>
            <a:r>
              <a:rPr lang="en-IN" sz="4000" dirty="0"/>
              <a:t>(c) It is said that the earth is round.</a:t>
            </a:r>
          </a:p>
          <a:p>
            <a:r>
              <a:rPr lang="en-IN" sz="4000" dirty="0"/>
              <a:t>(d) It was said that the earth was round.</a:t>
            </a:r>
          </a:p>
        </p:txBody>
      </p:sp>
    </p:spTree>
    <p:extLst>
      <p:ext uri="{BB962C8B-B14F-4D97-AF65-F5344CB8AC3E}">
        <p14:creationId xmlns:p14="http://schemas.microsoft.com/office/powerpoint/2010/main" val="615220963"/>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93. (c)</a:t>
            </a:r>
            <a:endParaRPr lang="en-IN" dirty="0"/>
          </a:p>
        </p:txBody>
      </p:sp>
    </p:spTree>
    <p:extLst>
      <p:ext uri="{BB962C8B-B14F-4D97-AF65-F5344CB8AC3E}">
        <p14:creationId xmlns:p14="http://schemas.microsoft.com/office/powerpoint/2010/main" val="411807239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94. This machine must not be used after 5.30 p.m.</a:t>
            </a:r>
          </a:p>
          <a:p>
            <a:r>
              <a:rPr lang="en-IN" sz="4000" dirty="0"/>
              <a:t>(a) You can’t use the machine after 5.30 p.m.</a:t>
            </a:r>
          </a:p>
          <a:p>
            <a:r>
              <a:rPr lang="en-IN" sz="4000" dirty="0"/>
              <a:t>(b) You mayn’t use the machine after 5.30 p.m.</a:t>
            </a:r>
          </a:p>
          <a:p>
            <a:r>
              <a:rPr lang="en-IN" sz="4000" dirty="0"/>
              <a:t>(c) You need not you the machine after 5.30 p.m.</a:t>
            </a:r>
          </a:p>
          <a:p>
            <a:r>
              <a:rPr lang="en-IN" sz="4000" dirty="0"/>
              <a:t>(d) You must not use the machine after 5.30 p.m.</a:t>
            </a:r>
          </a:p>
        </p:txBody>
      </p:sp>
    </p:spTree>
    <p:extLst>
      <p:ext uri="{BB962C8B-B14F-4D97-AF65-F5344CB8AC3E}">
        <p14:creationId xmlns:p14="http://schemas.microsoft.com/office/powerpoint/2010/main" val="193358534"/>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94. (d)</a:t>
            </a:r>
            <a:endParaRPr lang="en-IN" dirty="0"/>
          </a:p>
        </p:txBody>
      </p:sp>
    </p:spTree>
    <p:extLst>
      <p:ext uri="{BB962C8B-B14F-4D97-AF65-F5344CB8AC3E}">
        <p14:creationId xmlns:p14="http://schemas.microsoft.com/office/powerpoint/2010/main" val="4128696791"/>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95. Tiny houses dot the landscape.</a:t>
            </a:r>
          </a:p>
          <a:p>
            <a:r>
              <a:rPr lang="en-IN" sz="3600" dirty="0"/>
              <a:t>(a) The landscape was dotted by tiny houses.</a:t>
            </a:r>
          </a:p>
          <a:p>
            <a:r>
              <a:rPr lang="en-IN" sz="3600" dirty="0"/>
              <a:t>(b) The landscape is being dotted by tiny houses.</a:t>
            </a:r>
          </a:p>
          <a:p>
            <a:r>
              <a:rPr lang="en-IN" sz="3600" dirty="0"/>
              <a:t>(c) The landscape is dotted by tiny houses.</a:t>
            </a:r>
          </a:p>
          <a:p>
            <a:r>
              <a:rPr lang="en-IN" sz="3600" dirty="0"/>
              <a:t>(d) The landscape has been dotted by tiny houses.</a:t>
            </a:r>
          </a:p>
          <a:p>
            <a:endParaRPr lang="en-IN" sz="3600" dirty="0"/>
          </a:p>
          <a:p>
            <a:endParaRPr lang="en-IN" sz="3600" dirty="0"/>
          </a:p>
        </p:txBody>
      </p:sp>
    </p:spTree>
    <p:extLst>
      <p:ext uri="{BB962C8B-B14F-4D97-AF65-F5344CB8AC3E}">
        <p14:creationId xmlns:p14="http://schemas.microsoft.com/office/powerpoint/2010/main" val="2176092386"/>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95. (c)</a:t>
            </a:r>
            <a:endParaRPr lang="en-IN" dirty="0"/>
          </a:p>
        </p:txBody>
      </p:sp>
    </p:spTree>
    <p:extLst>
      <p:ext uri="{BB962C8B-B14F-4D97-AF65-F5344CB8AC3E}">
        <p14:creationId xmlns:p14="http://schemas.microsoft.com/office/powerpoint/2010/main" val="273643685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r>
              <a:rPr lang="en-IN" sz="4000" b="1" dirty="0"/>
              <a:t>96. Dogs always chase cats.</a:t>
            </a:r>
          </a:p>
          <a:p>
            <a:r>
              <a:rPr lang="en-IN" sz="4000" dirty="0"/>
              <a:t>(a) Cats are always chasing dogs.</a:t>
            </a:r>
          </a:p>
          <a:p>
            <a:r>
              <a:rPr lang="en-IN" sz="4000" dirty="0"/>
              <a:t>(b) Cats have been always chased by dogs.</a:t>
            </a:r>
          </a:p>
          <a:p>
            <a:r>
              <a:rPr lang="en-IN" sz="4000" dirty="0"/>
              <a:t>(c) Cats are always chased by dogs.</a:t>
            </a:r>
          </a:p>
          <a:p>
            <a:r>
              <a:rPr lang="en-IN" sz="4000" dirty="0"/>
              <a:t>(d) Cats are being always chased by dogs.</a:t>
            </a:r>
          </a:p>
        </p:txBody>
      </p:sp>
    </p:spTree>
    <p:extLst>
      <p:ext uri="{BB962C8B-B14F-4D97-AF65-F5344CB8AC3E}">
        <p14:creationId xmlns:p14="http://schemas.microsoft.com/office/powerpoint/2010/main" val="3507392703"/>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96. (c)</a:t>
            </a:r>
            <a:endParaRPr lang="en-IN" dirty="0"/>
          </a:p>
        </p:txBody>
      </p:sp>
    </p:spTree>
    <p:extLst>
      <p:ext uri="{BB962C8B-B14F-4D97-AF65-F5344CB8AC3E}">
        <p14:creationId xmlns:p14="http://schemas.microsoft.com/office/powerpoint/2010/main" val="103019846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97. The farmer prepared the field.</a:t>
            </a:r>
          </a:p>
          <a:p>
            <a:r>
              <a:rPr lang="en-IN" sz="4000" dirty="0"/>
              <a:t>(a) The field was prepared by the farmer.</a:t>
            </a:r>
          </a:p>
          <a:p>
            <a:r>
              <a:rPr lang="en-IN" sz="4000" dirty="0"/>
              <a:t>(b) The field was being prepared by the farmer.</a:t>
            </a:r>
          </a:p>
          <a:p>
            <a:r>
              <a:rPr lang="en-IN" sz="4000" dirty="0"/>
              <a:t>(c) The field were prepared by the farmer.</a:t>
            </a:r>
          </a:p>
          <a:p>
            <a:r>
              <a:rPr lang="en-IN" sz="4000" dirty="0"/>
              <a:t>(d) The field were being prepared by the farmer.</a:t>
            </a:r>
          </a:p>
          <a:p>
            <a:endParaRPr lang="en-IN" sz="4000" dirty="0"/>
          </a:p>
          <a:p>
            <a:endParaRPr lang="en-IN" sz="4000" dirty="0"/>
          </a:p>
          <a:p>
            <a:endParaRPr lang="en-IN" sz="4000" dirty="0"/>
          </a:p>
          <a:p>
            <a:endParaRPr lang="en-IN" sz="4000" dirty="0"/>
          </a:p>
          <a:p>
            <a:endParaRPr lang="en-IN" sz="4000" dirty="0"/>
          </a:p>
          <a:p>
            <a:endParaRPr lang="en-IN" sz="4000" dirty="0"/>
          </a:p>
          <a:p>
            <a:endParaRPr lang="en-IN" sz="4000" dirty="0"/>
          </a:p>
          <a:p>
            <a:endParaRPr lang="en-IN" sz="4000" dirty="0"/>
          </a:p>
          <a:p>
            <a:endParaRPr lang="en-IN" sz="4000" dirty="0"/>
          </a:p>
        </p:txBody>
      </p:sp>
    </p:spTree>
    <p:extLst>
      <p:ext uri="{BB962C8B-B14F-4D97-AF65-F5344CB8AC3E}">
        <p14:creationId xmlns:p14="http://schemas.microsoft.com/office/powerpoint/2010/main" val="410644596"/>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97. (a)</a:t>
            </a:r>
            <a:endParaRPr lang="en-IN" dirty="0"/>
          </a:p>
        </p:txBody>
      </p:sp>
    </p:spTree>
    <p:extLst>
      <p:ext uri="{BB962C8B-B14F-4D97-AF65-F5344CB8AC3E}">
        <p14:creationId xmlns:p14="http://schemas.microsoft.com/office/powerpoint/2010/main" val="4019550381"/>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3349" y="141668"/>
            <a:ext cx="10515600" cy="6716332"/>
          </a:xfrm>
        </p:spPr>
        <p:txBody>
          <a:bodyPr>
            <a:normAutofit/>
          </a:bodyPr>
          <a:lstStyle/>
          <a:p>
            <a:r>
              <a:rPr lang="en-IN" b="1" dirty="0"/>
              <a:t>98. Teachers should be respected.</a:t>
            </a:r>
          </a:p>
          <a:p>
            <a:r>
              <a:rPr lang="en-IN" dirty="0"/>
              <a:t>(a) Teachers deserve respect.</a:t>
            </a:r>
          </a:p>
          <a:p>
            <a:r>
              <a:rPr lang="en-IN" dirty="0"/>
              <a:t>(b) Teachers are to be respected.</a:t>
            </a:r>
          </a:p>
          <a:p>
            <a:r>
              <a:rPr lang="en-IN" dirty="0"/>
              <a:t>(c) We shall respect teaches.</a:t>
            </a:r>
          </a:p>
          <a:p>
            <a:r>
              <a:rPr lang="en-IN" dirty="0"/>
              <a:t>(d) We should respect teachers.</a:t>
            </a:r>
          </a:p>
          <a:p>
            <a:r>
              <a:rPr lang="en-IN" b="1" dirty="0"/>
              <a:t>99. He will do the work tomorrow.</a:t>
            </a:r>
          </a:p>
          <a:p>
            <a:r>
              <a:rPr lang="en-IN" dirty="0"/>
              <a:t>(a) The work will be done by him tomorrow.</a:t>
            </a:r>
          </a:p>
          <a:p>
            <a:r>
              <a:rPr lang="en-IN" dirty="0"/>
              <a:t>(b) The work would be done by him tomorrow.</a:t>
            </a:r>
          </a:p>
          <a:p>
            <a:r>
              <a:rPr lang="en-IN" dirty="0"/>
              <a:t>(c) The work could be done by him tomorrow.</a:t>
            </a:r>
          </a:p>
          <a:p>
            <a:r>
              <a:rPr lang="en-IN" dirty="0"/>
              <a:t>(d) The work will have been done by him tomorrow.</a:t>
            </a:r>
          </a:p>
        </p:txBody>
      </p:sp>
    </p:spTree>
    <p:extLst>
      <p:ext uri="{BB962C8B-B14F-4D97-AF65-F5344CB8AC3E}">
        <p14:creationId xmlns:p14="http://schemas.microsoft.com/office/powerpoint/2010/main" val="298413245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98. (d) 99. (a)</a:t>
            </a:r>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47098457"/>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100. She gave me a book.</a:t>
            </a:r>
          </a:p>
          <a:p>
            <a:r>
              <a:rPr lang="en-IN" sz="4000" dirty="0"/>
              <a:t>(a) I was given a book by her.</a:t>
            </a:r>
          </a:p>
          <a:p>
            <a:r>
              <a:rPr lang="en-IN" sz="4000" dirty="0"/>
              <a:t>(b) She was given a book.</a:t>
            </a:r>
          </a:p>
          <a:p>
            <a:r>
              <a:rPr lang="en-IN" sz="4000" dirty="0"/>
              <a:t>(c) A book is given by her to me.</a:t>
            </a:r>
          </a:p>
          <a:p>
            <a:r>
              <a:rPr lang="en-IN" sz="4000" dirty="0"/>
              <a:t>(d) I was given her a book.</a:t>
            </a:r>
          </a:p>
        </p:txBody>
      </p:sp>
    </p:spTree>
    <p:extLst>
      <p:ext uri="{BB962C8B-B14F-4D97-AF65-F5344CB8AC3E}">
        <p14:creationId xmlns:p14="http://schemas.microsoft.com/office/powerpoint/2010/main" val="173500631"/>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100. (a)</a:t>
            </a:r>
            <a:endParaRPr lang="en-IN" dirty="0"/>
          </a:p>
        </p:txBody>
      </p:sp>
    </p:spTree>
    <p:extLst>
      <p:ext uri="{BB962C8B-B14F-4D97-AF65-F5344CB8AC3E}">
        <p14:creationId xmlns:p14="http://schemas.microsoft.com/office/powerpoint/2010/main" val="3243981686"/>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101. I have bought a new car.</a:t>
            </a:r>
          </a:p>
          <a:p>
            <a:r>
              <a:rPr lang="en-IN" sz="4000" dirty="0"/>
              <a:t>(a) A new car was bought by me.</a:t>
            </a:r>
          </a:p>
          <a:p>
            <a:r>
              <a:rPr lang="en-IN" sz="4000" dirty="0"/>
              <a:t>(b) A new car is brought by me.</a:t>
            </a:r>
          </a:p>
          <a:p>
            <a:r>
              <a:rPr lang="en-IN" sz="4000" dirty="0"/>
              <a:t>(c) A new car has been bought by me.</a:t>
            </a:r>
          </a:p>
          <a:p>
            <a:r>
              <a:rPr lang="en-IN" sz="4000" dirty="0"/>
              <a:t>(d) A new car had been bought by me.</a:t>
            </a:r>
          </a:p>
        </p:txBody>
      </p:sp>
    </p:spTree>
    <p:extLst>
      <p:ext uri="{BB962C8B-B14F-4D97-AF65-F5344CB8AC3E}">
        <p14:creationId xmlns:p14="http://schemas.microsoft.com/office/powerpoint/2010/main" val="1923232049"/>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101. (c)</a:t>
            </a:r>
            <a:endParaRPr lang="en-IN" dirty="0"/>
          </a:p>
        </p:txBody>
      </p:sp>
    </p:spTree>
    <p:extLst>
      <p:ext uri="{BB962C8B-B14F-4D97-AF65-F5344CB8AC3E}">
        <p14:creationId xmlns:p14="http://schemas.microsoft.com/office/powerpoint/2010/main" val="3650777847"/>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1972"/>
            <a:ext cx="10515600" cy="5854991"/>
          </a:xfrm>
        </p:spPr>
        <p:txBody>
          <a:bodyPr>
            <a:normAutofit/>
          </a:bodyPr>
          <a:lstStyle/>
          <a:p>
            <a:r>
              <a:rPr lang="en-IN" sz="3600" b="1" dirty="0"/>
              <a:t>102. Teachers might have given their students some concessions.</a:t>
            </a:r>
          </a:p>
          <a:p>
            <a:r>
              <a:rPr lang="en-IN" sz="3600" dirty="0"/>
              <a:t>(a) Their students might have given some concessions to their teachers.</a:t>
            </a:r>
          </a:p>
          <a:p>
            <a:r>
              <a:rPr lang="en-IN" sz="3600" dirty="0"/>
              <a:t>(b) Their students might be given some concessions by their teachers.</a:t>
            </a:r>
          </a:p>
          <a:p>
            <a:r>
              <a:rPr lang="en-IN" sz="3600" dirty="0"/>
              <a:t>(c) Their students might be giving some concessions to their teachers.</a:t>
            </a:r>
          </a:p>
          <a:p>
            <a:r>
              <a:rPr lang="en-IN" sz="3600" dirty="0"/>
              <a:t>(d) Students might have been given some concessions by their teachers.</a:t>
            </a:r>
          </a:p>
        </p:txBody>
      </p:sp>
    </p:spTree>
    <p:extLst>
      <p:ext uri="{BB962C8B-B14F-4D97-AF65-F5344CB8AC3E}">
        <p14:creationId xmlns:p14="http://schemas.microsoft.com/office/powerpoint/2010/main" val="2366766231"/>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102. (d)</a:t>
            </a:r>
            <a:endParaRPr lang="en-IN" dirty="0"/>
          </a:p>
        </p:txBody>
      </p:sp>
    </p:spTree>
    <p:extLst>
      <p:ext uri="{BB962C8B-B14F-4D97-AF65-F5344CB8AC3E}">
        <p14:creationId xmlns:p14="http://schemas.microsoft.com/office/powerpoint/2010/main" val="3311165453"/>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103. You should not offer meat to vegetarians.</a:t>
            </a:r>
          </a:p>
          <a:p>
            <a:r>
              <a:rPr lang="en-IN" sz="3600" dirty="0"/>
              <a:t>(a) Vegetarians should not be offered meat.</a:t>
            </a:r>
          </a:p>
          <a:p>
            <a:r>
              <a:rPr lang="en-IN" sz="3600" dirty="0"/>
              <a:t>(b) Meat should be offered to non-vegetarians.</a:t>
            </a:r>
          </a:p>
          <a:p>
            <a:r>
              <a:rPr lang="en-IN" sz="3600" dirty="0"/>
              <a:t>(c) Vegetarians should not offer meat.</a:t>
            </a:r>
          </a:p>
          <a:p>
            <a:r>
              <a:rPr lang="en-IN" sz="3600" dirty="0"/>
              <a:t>(d) You should offer no meat to non-vegetarians.</a:t>
            </a:r>
          </a:p>
        </p:txBody>
      </p:sp>
    </p:spTree>
    <p:extLst>
      <p:ext uri="{BB962C8B-B14F-4D97-AF65-F5344CB8AC3E}">
        <p14:creationId xmlns:p14="http://schemas.microsoft.com/office/powerpoint/2010/main" val="3875371836"/>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103. (a)</a:t>
            </a:r>
            <a:endParaRPr lang="en-IN" dirty="0"/>
          </a:p>
          <a:p>
            <a:endParaRPr lang="en-IN" dirty="0"/>
          </a:p>
        </p:txBody>
      </p:sp>
    </p:spTree>
    <p:extLst>
      <p:ext uri="{BB962C8B-B14F-4D97-AF65-F5344CB8AC3E}">
        <p14:creationId xmlns:p14="http://schemas.microsoft.com/office/powerpoint/2010/main" val="2172440936"/>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4000" b="1" dirty="0"/>
              <a:t>104. You must write off all those bad debts.</a:t>
            </a:r>
          </a:p>
          <a:p>
            <a:r>
              <a:rPr lang="en-IN" sz="4000" dirty="0"/>
              <a:t>(a) You must be written off by all those bad debts.</a:t>
            </a:r>
          </a:p>
          <a:p>
            <a:r>
              <a:rPr lang="en-IN" sz="4000" dirty="0"/>
              <a:t>(b) All those bad debts must be written off by you.</a:t>
            </a:r>
          </a:p>
          <a:p>
            <a:r>
              <a:rPr lang="en-IN" sz="4000" dirty="0"/>
              <a:t>(c) Write off all those bad debts .</a:t>
            </a:r>
          </a:p>
          <a:p>
            <a:r>
              <a:rPr lang="en-IN" sz="4000" dirty="0"/>
              <a:t>(d) All those bad debts could be written off.</a:t>
            </a:r>
          </a:p>
        </p:txBody>
      </p:sp>
    </p:spTree>
    <p:extLst>
      <p:ext uri="{BB962C8B-B14F-4D97-AF65-F5344CB8AC3E}">
        <p14:creationId xmlns:p14="http://schemas.microsoft.com/office/powerpoint/2010/main" val="4047587727"/>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104. (b)</a:t>
            </a:r>
            <a:endParaRPr lang="en-IN" dirty="0"/>
          </a:p>
        </p:txBody>
      </p:sp>
    </p:spTree>
    <p:extLst>
      <p:ext uri="{BB962C8B-B14F-4D97-AF65-F5344CB8AC3E}">
        <p14:creationId xmlns:p14="http://schemas.microsoft.com/office/powerpoint/2010/main" val="3078255156"/>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283335" y="1825625"/>
            <a:ext cx="11758411" cy="4351338"/>
          </a:xfrm>
        </p:spPr>
        <p:txBody>
          <a:bodyPr>
            <a:normAutofit/>
          </a:bodyPr>
          <a:lstStyle/>
          <a:p>
            <a:r>
              <a:rPr lang="en-IN" sz="3600" b="1" dirty="0"/>
              <a:t>105. Are they receiving the chief guest at the station ?</a:t>
            </a:r>
          </a:p>
          <a:p>
            <a:r>
              <a:rPr lang="en-IN" sz="3600" dirty="0"/>
              <a:t>(a) Was the chief guest being received at the station ?</a:t>
            </a:r>
          </a:p>
          <a:p>
            <a:r>
              <a:rPr lang="en-IN" sz="3600" dirty="0"/>
              <a:t>(b) Is the chief guest being received at the station ?</a:t>
            </a:r>
          </a:p>
          <a:p>
            <a:r>
              <a:rPr lang="en-IN" sz="3600" dirty="0"/>
              <a:t>(c) Will they be received by the chief guest at the station ?</a:t>
            </a:r>
          </a:p>
          <a:p>
            <a:r>
              <a:rPr lang="en-IN" sz="3600" dirty="0"/>
              <a:t>(d) Will the chief guest be received at the station ?</a:t>
            </a:r>
          </a:p>
          <a:p>
            <a:endParaRPr lang="en-IN" sz="3600" dirty="0"/>
          </a:p>
          <a:p>
            <a:endParaRPr lang="en-IN" sz="3600" dirty="0"/>
          </a:p>
          <a:p>
            <a:endParaRPr lang="en-IN" sz="3600" dirty="0"/>
          </a:p>
          <a:p>
            <a:endParaRPr lang="en-IN" sz="3600" dirty="0"/>
          </a:p>
          <a:p>
            <a:endParaRPr lang="en-IN" sz="3600" dirty="0"/>
          </a:p>
          <a:p>
            <a:endParaRPr lang="en-IN" sz="3600" dirty="0"/>
          </a:p>
        </p:txBody>
      </p:sp>
    </p:spTree>
    <p:extLst>
      <p:ext uri="{BB962C8B-B14F-4D97-AF65-F5344CB8AC3E}">
        <p14:creationId xmlns:p14="http://schemas.microsoft.com/office/powerpoint/2010/main" val="510410134"/>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105. (b</a:t>
            </a:r>
            <a:endParaRPr lang="en-IN" dirty="0"/>
          </a:p>
          <a:p>
            <a:endParaRPr lang="en-IN" dirty="0"/>
          </a:p>
        </p:txBody>
      </p:sp>
    </p:spTree>
    <p:extLst>
      <p:ext uri="{BB962C8B-B14F-4D97-AF65-F5344CB8AC3E}">
        <p14:creationId xmlns:p14="http://schemas.microsoft.com/office/powerpoint/2010/main" val="856800510"/>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106. We make butter from milk.</a:t>
            </a:r>
          </a:p>
          <a:p>
            <a:r>
              <a:rPr lang="en-IN" sz="4000" dirty="0"/>
              <a:t>(a) Butter is make from milk by us.</a:t>
            </a:r>
          </a:p>
          <a:p>
            <a:r>
              <a:rPr lang="en-IN" sz="4000" dirty="0"/>
              <a:t>(b) Butter is made from milk by us.</a:t>
            </a:r>
          </a:p>
          <a:p>
            <a:r>
              <a:rPr lang="en-IN" sz="4000" dirty="0"/>
              <a:t>(c) Butter is make with milk by us.</a:t>
            </a:r>
          </a:p>
          <a:p>
            <a:r>
              <a:rPr lang="en-IN" sz="4000" dirty="0"/>
              <a:t>(d) From milk butter is made by us.</a:t>
            </a:r>
          </a:p>
          <a:p>
            <a:r>
              <a:rPr lang="en-IN" sz="4000" dirty="0"/>
              <a:t>.</a:t>
            </a:r>
          </a:p>
        </p:txBody>
      </p:sp>
    </p:spTree>
    <p:extLst>
      <p:ext uri="{BB962C8B-B14F-4D97-AF65-F5344CB8AC3E}">
        <p14:creationId xmlns:p14="http://schemas.microsoft.com/office/powerpoint/2010/main" val="1022439197"/>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 106. (b)</a:t>
            </a:r>
            <a:endParaRPr lang="en-IN" dirty="0"/>
          </a:p>
        </p:txBody>
      </p:sp>
    </p:spTree>
    <p:extLst>
      <p:ext uri="{BB962C8B-B14F-4D97-AF65-F5344CB8AC3E}">
        <p14:creationId xmlns:p14="http://schemas.microsoft.com/office/powerpoint/2010/main" val="4186992849"/>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107. I don’t like people telling me what to do.</a:t>
            </a:r>
          </a:p>
          <a:p>
            <a:r>
              <a:rPr lang="en-IN" sz="4000" dirty="0"/>
              <a:t>(a) I don’t like being told what to do.</a:t>
            </a:r>
          </a:p>
          <a:p>
            <a:r>
              <a:rPr lang="en-IN" sz="4000" dirty="0"/>
              <a:t>(b) People telling me what to do was not liked by me.</a:t>
            </a:r>
          </a:p>
          <a:p>
            <a:r>
              <a:rPr lang="en-IN" sz="4000" dirty="0"/>
              <a:t>(c) I do not like being told by the people.</a:t>
            </a:r>
          </a:p>
          <a:p>
            <a:r>
              <a:rPr lang="en-IN" sz="4000" dirty="0"/>
              <a:t>(d) People don’t like telling me what to do</a:t>
            </a:r>
          </a:p>
        </p:txBody>
      </p:sp>
    </p:spTree>
    <p:extLst>
      <p:ext uri="{BB962C8B-B14F-4D97-AF65-F5344CB8AC3E}">
        <p14:creationId xmlns:p14="http://schemas.microsoft.com/office/powerpoint/2010/main" val="747627988"/>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107. (a</a:t>
            </a:r>
            <a:endParaRPr lang="en-IN" dirty="0"/>
          </a:p>
          <a:p>
            <a:endParaRPr lang="en-IN" dirty="0"/>
          </a:p>
        </p:txBody>
      </p:sp>
    </p:spTree>
    <p:extLst>
      <p:ext uri="{BB962C8B-B14F-4D97-AF65-F5344CB8AC3E}">
        <p14:creationId xmlns:p14="http://schemas.microsoft.com/office/powerpoint/2010/main" val="403081322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108. The meeting has been called off by the chairman.</a:t>
            </a:r>
          </a:p>
          <a:p>
            <a:r>
              <a:rPr lang="en-IN" sz="4000" dirty="0"/>
              <a:t>(a) The chairman called off the meeting.</a:t>
            </a:r>
          </a:p>
          <a:p>
            <a:r>
              <a:rPr lang="en-IN" sz="4000" dirty="0"/>
              <a:t>(b) The chairman has called off the meeting.</a:t>
            </a:r>
          </a:p>
          <a:p>
            <a:r>
              <a:rPr lang="en-IN" sz="4000" dirty="0"/>
              <a:t>(c) The chairman is calling off the meeting.</a:t>
            </a:r>
          </a:p>
          <a:p>
            <a:r>
              <a:rPr lang="en-IN" sz="4000" dirty="0"/>
              <a:t>(d) The chairman had called off the meeting.</a:t>
            </a:r>
          </a:p>
        </p:txBody>
      </p:sp>
    </p:spTree>
    <p:extLst>
      <p:ext uri="{BB962C8B-B14F-4D97-AF65-F5344CB8AC3E}">
        <p14:creationId xmlns:p14="http://schemas.microsoft.com/office/powerpoint/2010/main" val="3399525667"/>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 108. (b)</a:t>
            </a:r>
          </a:p>
        </p:txBody>
      </p:sp>
    </p:spTree>
    <p:extLst>
      <p:ext uri="{BB962C8B-B14F-4D97-AF65-F5344CB8AC3E}">
        <p14:creationId xmlns:p14="http://schemas.microsoft.com/office/powerpoint/2010/main" val="2413518388"/>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0456"/>
            <a:ext cx="10515600" cy="5906507"/>
          </a:xfrm>
        </p:spPr>
        <p:txBody>
          <a:bodyPr>
            <a:normAutofit/>
          </a:bodyPr>
          <a:lstStyle/>
          <a:p>
            <a:r>
              <a:rPr lang="en-IN" sz="3200" b="1" dirty="0"/>
              <a:t>109. The police arrested 200 students on the University campus.</a:t>
            </a:r>
          </a:p>
          <a:p>
            <a:r>
              <a:rPr lang="en-IN" sz="3200" dirty="0"/>
              <a:t>(a) 200 students had been arrested on the University campus by the police.</a:t>
            </a:r>
          </a:p>
          <a:p>
            <a:r>
              <a:rPr lang="en-IN" sz="3200" dirty="0"/>
              <a:t>(b) 200 students has been arrested by the police on the University campus.</a:t>
            </a:r>
          </a:p>
          <a:p>
            <a:r>
              <a:rPr lang="en-IN" sz="3200" dirty="0"/>
              <a:t>(c) 200 students were arrested by the police on the University campus.</a:t>
            </a:r>
          </a:p>
          <a:p>
            <a:r>
              <a:rPr lang="en-IN" sz="3200" dirty="0"/>
              <a:t>(d) 200 students are arrested on the University campus by the police.</a:t>
            </a:r>
          </a:p>
        </p:txBody>
      </p:sp>
    </p:spTree>
    <p:extLst>
      <p:ext uri="{BB962C8B-B14F-4D97-AF65-F5344CB8AC3E}">
        <p14:creationId xmlns:p14="http://schemas.microsoft.com/office/powerpoint/2010/main" val="3032332052"/>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109. (c)</a:t>
            </a:r>
            <a:endParaRPr lang="en-IN" dirty="0"/>
          </a:p>
        </p:txBody>
      </p:sp>
    </p:spTree>
    <p:extLst>
      <p:ext uri="{BB962C8B-B14F-4D97-AF65-F5344CB8AC3E}">
        <p14:creationId xmlns:p14="http://schemas.microsoft.com/office/powerpoint/2010/main" val="2762795628"/>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820" y="321972"/>
            <a:ext cx="11121980" cy="6349284"/>
          </a:xfrm>
        </p:spPr>
        <p:txBody>
          <a:bodyPr>
            <a:normAutofit/>
          </a:bodyPr>
          <a:lstStyle/>
          <a:p>
            <a:r>
              <a:rPr lang="en-IN" b="1" dirty="0"/>
              <a:t>115. The Prime Minister has discussed the matter with the other ministers.</a:t>
            </a:r>
          </a:p>
          <a:p>
            <a:r>
              <a:rPr lang="en-IN" dirty="0"/>
              <a:t>(a) The matter was discussed by the Prime Minister with the other ministers.</a:t>
            </a:r>
          </a:p>
          <a:p>
            <a:r>
              <a:rPr lang="en-IN" dirty="0"/>
              <a:t>(b) The matter is discussed- by the Prime Minister with the other ministers.</a:t>
            </a:r>
          </a:p>
          <a:p>
            <a:r>
              <a:rPr lang="en-IN" dirty="0"/>
              <a:t>(c) The matter had been discussed by the Prime Minister with the other ministers.</a:t>
            </a:r>
          </a:p>
          <a:p>
            <a:r>
              <a:rPr lang="en-IN" dirty="0"/>
              <a:t>(d) The matter has been discussed by the Prime Minister with the other ministers.</a:t>
            </a:r>
          </a:p>
        </p:txBody>
      </p:sp>
    </p:spTree>
    <p:extLst>
      <p:ext uri="{BB962C8B-B14F-4D97-AF65-F5344CB8AC3E}">
        <p14:creationId xmlns:p14="http://schemas.microsoft.com/office/powerpoint/2010/main" val="2773443617"/>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 (b) 115. (d)</a:t>
            </a:r>
            <a:endParaRPr lang="en-IN" dirty="0"/>
          </a:p>
          <a:p>
            <a:endParaRPr lang="en-IN" dirty="0"/>
          </a:p>
          <a:p>
            <a:endParaRPr lang="en-IN" dirty="0"/>
          </a:p>
        </p:txBody>
      </p:sp>
    </p:spTree>
    <p:extLst>
      <p:ext uri="{BB962C8B-B14F-4D97-AF65-F5344CB8AC3E}">
        <p14:creationId xmlns:p14="http://schemas.microsoft.com/office/powerpoint/2010/main" val="2668985165"/>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3957" y="524859"/>
            <a:ext cx="10515600" cy="4351338"/>
          </a:xfrm>
        </p:spPr>
        <p:txBody>
          <a:bodyPr>
            <a:noAutofit/>
          </a:bodyPr>
          <a:lstStyle/>
          <a:p>
            <a:r>
              <a:rPr lang="en-IN" sz="3600" b="1" dirty="0"/>
              <a:t>116. The Principal will meet the students this evening.</a:t>
            </a:r>
          </a:p>
          <a:p>
            <a:r>
              <a:rPr lang="en-IN" sz="3600" dirty="0"/>
              <a:t>(a) The students will be met by the Principal this evening.</a:t>
            </a:r>
          </a:p>
          <a:p>
            <a:r>
              <a:rPr lang="en-IN" sz="3600" dirty="0"/>
              <a:t>(b) The students could be met by the Principal this evening. .</a:t>
            </a:r>
          </a:p>
          <a:p>
            <a:r>
              <a:rPr lang="en-IN" sz="3600" dirty="0"/>
              <a:t>(c) The students would be met by the Principal this evening.</a:t>
            </a:r>
          </a:p>
          <a:p>
            <a:r>
              <a:rPr lang="en-IN" sz="3600" dirty="0"/>
              <a:t>(d) The students will be meeting the Principal this evening. .</a:t>
            </a:r>
          </a:p>
        </p:txBody>
      </p:sp>
    </p:spTree>
    <p:extLst>
      <p:ext uri="{BB962C8B-B14F-4D97-AF65-F5344CB8AC3E}">
        <p14:creationId xmlns:p14="http://schemas.microsoft.com/office/powerpoint/2010/main" val="1580322745"/>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116. (a) 110. (c) 111. (c) 112. (c) 113. (c) 114</a:t>
            </a:r>
            <a:endParaRPr lang="en-IN" dirty="0"/>
          </a:p>
        </p:txBody>
      </p:sp>
    </p:spTree>
    <p:extLst>
      <p:ext uri="{BB962C8B-B14F-4D97-AF65-F5344CB8AC3E}">
        <p14:creationId xmlns:p14="http://schemas.microsoft.com/office/powerpoint/2010/main" val="1098980241"/>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117. The Chief Justice of India is appointed by the President.</a:t>
            </a:r>
          </a:p>
          <a:p>
            <a:r>
              <a:rPr lang="en-IN" sz="3600" dirty="0"/>
              <a:t>(a) The President “of India appointed the Chief Justice.</a:t>
            </a:r>
          </a:p>
          <a:p>
            <a:r>
              <a:rPr lang="en-IN" sz="3600" dirty="0"/>
              <a:t>(b) The President appoints the Chief Justice of India.</a:t>
            </a:r>
          </a:p>
          <a:p>
            <a:r>
              <a:rPr lang="en-IN" sz="3600" dirty="0"/>
              <a:t>(c) The President appointed the Chief Justice of India.</a:t>
            </a:r>
          </a:p>
          <a:p>
            <a:r>
              <a:rPr lang="en-IN" sz="3600" dirty="0"/>
              <a:t>(d) The appointment order of the Chief Justice of India was given by the President.</a:t>
            </a:r>
          </a:p>
        </p:txBody>
      </p:sp>
    </p:spTree>
    <p:extLst>
      <p:ext uri="{BB962C8B-B14F-4D97-AF65-F5344CB8AC3E}">
        <p14:creationId xmlns:p14="http://schemas.microsoft.com/office/powerpoint/2010/main" val="2261315963"/>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117. (b)</a:t>
            </a:r>
            <a:endParaRPr lang="en-IN" dirty="0"/>
          </a:p>
          <a:p>
            <a:endParaRPr lang="en-IN" dirty="0"/>
          </a:p>
          <a:p>
            <a:endParaRPr lang="en-IN" dirty="0"/>
          </a:p>
        </p:txBody>
      </p:sp>
    </p:spTree>
    <p:extLst>
      <p:ext uri="{BB962C8B-B14F-4D97-AF65-F5344CB8AC3E}">
        <p14:creationId xmlns:p14="http://schemas.microsoft.com/office/powerpoint/2010/main" val="4093834956"/>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118. A meeting was convened by the Principal.</a:t>
            </a:r>
          </a:p>
          <a:p>
            <a:r>
              <a:rPr lang="en-IN" sz="4000" dirty="0"/>
              <a:t>(a) The Principal convened a meeting.</a:t>
            </a:r>
          </a:p>
          <a:p>
            <a:r>
              <a:rPr lang="en-IN" sz="4000" dirty="0"/>
              <a:t>(b) The Principal was convening a meeting.</a:t>
            </a:r>
          </a:p>
          <a:p>
            <a:r>
              <a:rPr lang="en-IN" sz="4000" dirty="0"/>
              <a:t>(c) The Principal has convened a meeting</a:t>
            </a:r>
          </a:p>
          <a:p>
            <a:r>
              <a:rPr lang="en-IN" sz="4000" dirty="0"/>
              <a:t>(d) The Principal is convening a meeting.</a:t>
            </a:r>
          </a:p>
          <a:p>
            <a:endParaRPr lang="en-IN" sz="4000" dirty="0"/>
          </a:p>
          <a:p>
            <a:endParaRPr lang="en-IN" sz="4000" dirty="0"/>
          </a:p>
          <a:p>
            <a:endParaRPr lang="en-IN" sz="4000" dirty="0"/>
          </a:p>
        </p:txBody>
      </p:sp>
    </p:spTree>
    <p:extLst>
      <p:ext uri="{BB962C8B-B14F-4D97-AF65-F5344CB8AC3E}">
        <p14:creationId xmlns:p14="http://schemas.microsoft.com/office/powerpoint/2010/main" val="1532352698"/>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118. (a)</a:t>
            </a:r>
            <a:endParaRPr lang="en-IN" dirty="0"/>
          </a:p>
        </p:txBody>
      </p:sp>
    </p:spTree>
    <p:extLst>
      <p:ext uri="{BB962C8B-B14F-4D97-AF65-F5344CB8AC3E}">
        <p14:creationId xmlns:p14="http://schemas.microsoft.com/office/powerpoint/2010/main" val="2248950619"/>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119. Someone has stolen my suitcase.</a:t>
            </a:r>
          </a:p>
          <a:p>
            <a:r>
              <a:rPr lang="en-IN" sz="4000" dirty="0"/>
              <a:t>(a) My suitcase is stolen by someone.</a:t>
            </a:r>
          </a:p>
          <a:p>
            <a:r>
              <a:rPr lang="en-IN" sz="4000" dirty="0"/>
              <a:t>(b) Someone has been stolen my suitcase.</a:t>
            </a:r>
          </a:p>
          <a:p>
            <a:r>
              <a:rPr lang="en-IN" sz="4000" dirty="0"/>
              <a:t>(c) My suitcase has someone been stolen.</a:t>
            </a:r>
          </a:p>
          <a:p>
            <a:r>
              <a:rPr lang="en-IN" sz="4000" dirty="0"/>
              <a:t>(d) My suitcase has been stolen by someone.</a:t>
            </a:r>
          </a:p>
        </p:txBody>
      </p:sp>
    </p:spTree>
    <p:extLst>
      <p:ext uri="{BB962C8B-B14F-4D97-AF65-F5344CB8AC3E}">
        <p14:creationId xmlns:p14="http://schemas.microsoft.com/office/powerpoint/2010/main" val="1350467224"/>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119. (d)</a:t>
            </a:r>
            <a:endParaRPr lang="en-IN" dirty="0"/>
          </a:p>
        </p:txBody>
      </p:sp>
    </p:spTree>
    <p:extLst>
      <p:ext uri="{BB962C8B-B14F-4D97-AF65-F5344CB8AC3E}">
        <p14:creationId xmlns:p14="http://schemas.microsoft.com/office/powerpoint/2010/main" val="3005957728"/>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600" b="1" dirty="0"/>
              <a:t>120. </a:t>
            </a:r>
            <a:r>
              <a:rPr lang="en-IN" sz="3600" b="1" dirty="0" err="1"/>
              <a:t>Anu</a:t>
            </a:r>
            <a:r>
              <a:rPr lang="en-IN" sz="3600" b="1" dirty="0"/>
              <a:t> is interviewing </a:t>
            </a:r>
            <a:r>
              <a:rPr lang="en-IN" sz="3600" b="1" dirty="0" err="1"/>
              <a:t>Radhika</a:t>
            </a:r>
            <a:r>
              <a:rPr lang="en-IN" sz="3600" b="1" dirty="0"/>
              <a:t> and </a:t>
            </a:r>
            <a:r>
              <a:rPr lang="en-IN" sz="3600" b="1" dirty="0" err="1"/>
              <a:t>Sarath</a:t>
            </a:r>
            <a:r>
              <a:rPr lang="en-IN" sz="3600" b="1" dirty="0"/>
              <a:t> Kumar.</a:t>
            </a:r>
          </a:p>
          <a:p>
            <a:r>
              <a:rPr lang="en-IN" sz="3600" dirty="0"/>
              <a:t>(a) </a:t>
            </a:r>
            <a:r>
              <a:rPr lang="en-IN" sz="3600" dirty="0" err="1"/>
              <a:t>Radhika</a:t>
            </a:r>
            <a:r>
              <a:rPr lang="en-IN" sz="3600" dirty="0"/>
              <a:t> and </a:t>
            </a:r>
            <a:r>
              <a:rPr lang="en-IN" sz="3600" dirty="0" err="1"/>
              <a:t>Sarath</a:t>
            </a:r>
            <a:r>
              <a:rPr lang="en-IN" sz="3600" dirty="0"/>
              <a:t> Kumar are being interviewed by </a:t>
            </a:r>
            <a:r>
              <a:rPr lang="en-IN" sz="3600" dirty="0" err="1"/>
              <a:t>Anu</a:t>
            </a:r>
            <a:r>
              <a:rPr lang="en-IN" sz="3600" dirty="0"/>
              <a:t>.</a:t>
            </a:r>
          </a:p>
          <a:p>
            <a:r>
              <a:rPr lang="en-IN" sz="3600" dirty="0"/>
              <a:t>(b) </a:t>
            </a:r>
            <a:r>
              <a:rPr lang="en-IN" sz="3600" dirty="0" err="1"/>
              <a:t>Radhika</a:t>
            </a:r>
            <a:r>
              <a:rPr lang="en-IN" sz="3600" dirty="0"/>
              <a:t> and </a:t>
            </a:r>
            <a:r>
              <a:rPr lang="en-IN" sz="3600" dirty="0" err="1"/>
              <a:t>Sarath</a:t>
            </a:r>
            <a:r>
              <a:rPr lang="en-IN" sz="3600" dirty="0"/>
              <a:t> Kumar are interviewing </a:t>
            </a:r>
            <a:r>
              <a:rPr lang="en-IN" sz="3600" dirty="0" err="1"/>
              <a:t>Anu</a:t>
            </a:r>
            <a:r>
              <a:rPr lang="en-IN" sz="3600" dirty="0"/>
              <a:t>.</a:t>
            </a:r>
          </a:p>
          <a:p>
            <a:r>
              <a:rPr lang="en-IN" sz="3600" dirty="0"/>
              <a:t>(c) </a:t>
            </a:r>
            <a:r>
              <a:rPr lang="en-IN" sz="3600" dirty="0" err="1"/>
              <a:t>Radhika</a:t>
            </a:r>
            <a:r>
              <a:rPr lang="en-IN" sz="3600" dirty="0"/>
              <a:t> and </a:t>
            </a:r>
            <a:r>
              <a:rPr lang="en-IN" sz="3600" dirty="0" err="1"/>
              <a:t>Sarath</a:t>
            </a:r>
            <a:r>
              <a:rPr lang="en-IN" sz="3600" dirty="0"/>
              <a:t> Kumar were interviewed by </a:t>
            </a:r>
            <a:r>
              <a:rPr lang="en-IN" sz="3600" dirty="0" err="1"/>
              <a:t>Anu</a:t>
            </a:r>
            <a:r>
              <a:rPr lang="en-IN" sz="3600" dirty="0"/>
              <a:t>.</a:t>
            </a:r>
          </a:p>
          <a:p>
            <a:r>
              <a:rPr lang="en-IN" sz="3600" dirty="0"/>
              <a:t>(d) </a:t>
            </a:r>
            <a:r>
              <a:rPr lang="en-IN" sz="3600" dirty="0" err="1"/>
              <a:t>Radhika</a:t>
            </a:r>
            <a:r>
              <a:rPr lang="en-IN" sz="3600" dirty="0"/>
              <a:t> is being interviewed by </a:t>
            </a:r>
            <a:r>
              <a:rPr lang="en-IN" sz="3600" dirty="0" err="1"/>
              <a:t>Sarath</a:t>
            </a:r>
            <a:r>
              <a:rPr lang="en-IN" sz="3600" dirty="0"/>
              <a:t> Kumar and Ami.</a:t>
            </a:r>
          </a:p>
        </p:txBody>
      </p:sp>
    </p:spTree>
    <p:extLst>
      <p:ext uri="{BB962C8B-B14F-4D97-AF65-F5344CB8AC3E}">
        <p14:creationId xmlns:p14="http://schemas.microsoft.com/office/powerpoint/2010/main" val="822667255"/>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120. (a)</a:t>
            </a:r>
            <a:endParaRPr lang="en-IN" dirty="0"/>
          </a:p>
        </p:txBody>
      </p:sp>
    </p:spTree>
    <p:extLst>
      <p:ext uri="{BB962C8B-B14F-4D97-AF65-F5344CB8AC3E}">
        <p14:creationId xmlns:p14="http://schemas.microsoft.com/office/powerpoint/2010/main" val="746828545"/>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121. Our task had been completed before sunset.</a:t>
            </a:r>
          </a:p>
          <a:p>
            <a:r>
              <a:rPr lang="en-IN" sz="4000" dirty="0"/>
              <a:t>(a) We completed our task before sunset.</a:t>
            </a:r>
          </a:p>
          <a:p>
            <a:r>
              <a:rPr lang="en-IN" sz="4000" dirty="0"/>
              <a:t>(b) We have completed our task before sunset.</a:t>
            </a:r>
          </a:p>
          <a:p>
            <a:r>
              <a:rPr lang="en-IN" sz="4000" dirty="0"/>
              <a:t>(c) We complete our task before sunset.</a:t>
            </a:r>
          </a:p>
          <a:p>
            <a:r>
              <a:rPr lang="en-IN" sz="4000" dirty="0"/>
              <a:t>(d) We had completed our task before sunset.</a:t>
            </a:r>
          </a:p>
          <a:p>
            <a:endParaRPr lang="en-IN" sz="4000" dirty="0"/>
          </a:p>
          <a:p>
            <a:endParaRPr lang="en-IN" sz="4000" dirty="0"/>
          </a:p>
        </p:txBody>
      </p:sp>
    </p:spTree>
    <p:extLst>
      <p:ext uri="{BB962C8B-B14F-4D97-AF65-F5344CB8AC3E}">
        <p14:creationId xmlns:p14="http://schemas.microsoft.com/office/powerpoint/2010/main" val="1950210817"/>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121. (d)</a:t>
            </a:r>
            <a:endParaRPr lang="en-IN" dirty="0"/>
          </a:p>
        </p:txBody>
      </p:sp>
    </p:spTree>
    <p:extLst>
      <p:ext uri="{BB962C8B-B14F-4D97-AF65-F5344CB8AC3E}">
        <p14:creationId xmlns:p14="http://schemas.microsoft.com/office/powerpoint/2010/main" val="1096073900"/>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122. The boy laughed at the beggar.</a:t>
            </a:r>
          </a:p>
          <a:p>
            <a:r>
              <a:rPr lang="en-IN" sz="4000" dirty="0"/>
              <a:t>(a) The beggar was laughed by the boy.</a:t>
            </a:r>
          </a:p>
          <a:p>
            <a:r>
              <a:rPr lang="en-IN" sz="4000" dirty="0"/>
              <a:t>(b) The beggar was being laughed by the boy.</a:t>
            </a:r>
          </a:p>
          <a:p>
            <a:r>
              <a:rPr lang="en-IN" sz="4000" dirty="0"/>
              <a:t>(c) The beggar was being laughed at by the boy.</a:t>
            </a:r>
          </a:p>
          <a:p>
            <a:r>
              <a:rPr lang="en-IN" sz="4000" dirty="0"/>
              <a:t>(d) The beggar was laughed at by the boy.</a:t>
            </a:r>
          </a:p>
        </p:txBody>
      </p:sp>
    </p:spTree>
    <p:extLst>
      <p:ext uri="{BB962C8B-B14F-4D97-AF65-F5344CB8AC3E}">
        <p14:creationId xmlns:p14="http://schemas.microsoft.com/office/powerpoint/2010/main" val="4200568291"/>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122. (d)</a:t>
            </a:r>
            <a:endParaRPr lang="en-IN" dirty="0"/>
          </a:p>
        </p:txBody>
      </p:sp>
    </p:spTree>
    <p:extLst>
      <p:ext uri="{BB962C8B-B14F-4D97-AF65-F5344CB8AC3E}">
        <p14:creationId xmlns:p14="http://schemas.microsoft.com/office/powerpoint/2010/main" val="3834191957"/>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73488"/>
            <a:ext cx="11353800" cy="6484512"/>
          </a:xfrm>
        </p:spPr>
        <p:txBody>
          <a:bodyPr>
            <a:normAutofit/>
          </a:bodyPr>
          <a:lstStyle/>
          <a:p>
            <a:r>
              <a:rPr lang="en-IN" b="1" dirty="0"/>
              <a:t>123. The government has launched a massive tribal welfare programme in Jharkhand.</a:t>
            </a:r>
          </a:p>
          <a:p>
            <a:r>
              <a:rPr lang="en-IN" dirty="0"/>
              <a:t>(a) A massive tribal welfare programme is launched by the government in</a:t>
            </a:r>
          </a:p>
          <a:p>
            <a:r>
              <a:rPr lang="en-IN" dirty="0"/>
              <a:t>Jharkhand.</a:t>
            </a:r>
          </a:p>
          <a:p>
            <a:r>
              <a:rPr lang="en-IN" dirty="0"/>
              <a:t>(b) A massive tribal welfare programme has been launched by the government in Jharkhand.</a:t>
            </a:r>
          </a:p>
          <a:p>
            <a:r>
              <a:rPr lang="en-IN" dirty="0"/>
              <a:t>(c) Jharkhand government has launched a massive tribal welfare programme.</a:t>
            </a:r>
          </a:p>
          <a:p>
            <a:r>
              <a:rPr lang="pt-BR" dirty="0"/>
              <a:t>(d) T h e g o v e r n m e n t  i n  J h a r k h a n d  h a s  l a u n c h e d  a </a:t>
            </a:r>
          </a:p>
          <a:p>
            <a:pPr marL="0" indent="0">
              <a:buNone/>
            </a:pPr>
            <a:r>
              <a:rPr lang="pt-BR" dirty="0"/>
              <a:t>m a s s i v  e  t r i b a l  </a:t>
            </a:r>
            <a:r>
              <a:rPr lang="en-IN" dirty="0"/>
              <a:t>welfare programme.</a:t>
            </a:r>
          </a:p>
        </p:txBody>
      </p:sp>
    </p:spTree>
    <p:extLst>
      <p:ext uri="{BB962C8B-B14F-4D97-AF65-F5344CB8AC3E}">
        <p14:creationId xmlns:p14="http://schemas.microsoft.com/office/powerpoint/2010/main" val="2877413934"/>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123. (b)</a:t>
            </a:r>
            <a:endParaRPr lang="en-IN" dirty="0"/>
          </a:p>
        </p:txBody>
      </p:sp>
    </p:spTree>
    <p:extLst>
      <p:ext uri="{BB962C8B-B14F-4D97-AF65-F5344CB8AC3E}">
        <p14:creationId xmlns:p14="http://schemas.microsoft.com/office/powerpoint/2010/main" val="4262084792"/>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124. The boys were playing cricket.</a:t>
            </a:r>
          </a:p>
          <a:p>
            <a:r>
              <a:rPr lang="en-IN" sz="4000" dirty="0"/>
              <a:t>(a) Cricket had been played by the boys.</a:t>
            </a:r>
          </a:p>
          <a:p>
            <a:r>
              <a:rPr lang="en-IN" sz="4000" dirty="0"/>
              <a:t>(b) Cricket has been played by the boys.</a:t>
            </a:r>
          </a:p>
          <a:p>
            <a:r>
              <a:rPr lang="en-IN" sz="4000" dirty="0"/>
              <a:t>(c) Cricket was played by the boys.</a:t>
            </a:r>
          </a:p>
          <a:p>
            <a:r>
              <a:rPr lang="en-IN" sz="4000" dirty="0"/>
              <a:t>(d) Cricket was being played by the boys.</a:t>
            </a:r>
          </a:p>
        </p:txBody>
      </p:sp>
    </p:spTree>
    <p:extLst>
      <p:ext uri="{BB962C8B-B14F-4D97-AF65-F5344CB8AC3E}">
        <p14:creationId xmlns:p14="http://schemas.microsoft.com/office/powerpoint/2010/main" val="2117285295"/>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124. (d)</a:t>
            </a:r>
            <a:endParaRPr lang="en-IN" dirty="0"/>
          </a:p>
        </p:txBody>
      </p:sp>
    </p:spTree>
    <p:extLst>
      <p:ext uri="{BB962C8B-B14F-4D97-AF65-F5344CB8AC3E}">
        <p14:creationId xmlns:p14="http://schemas.microsoft.com/office/powerpoint/2010/main" val="1457936595"/>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125. They drew a circle in the morning.</a:t>
            </a:r>
          </a:p>
          <a:p>
            <a:r>
              <a:rPr lang="en-IN" sz="3600" dirty="0"/>
              <a:t>(a) A circle was being drawn by them in the morning.</a:t>
            </a:r>
          </a:p>
          <a:p>
            <a:r>
              <a:rPr lang="en-IN" sz="3600" dirty="0"/>
              <a:t>(b) A circle was drawn by them in the morning.</a:t>
            </a:r>
          </a:p>
          <a:p>
            <a:r>
              <a:rPr lang="en-IN" sz="3600" dirty="0"/>
              <a:t>(c) In the morning a circle have been drawn by them.</a:t>
            </a:r>
          </a:p>
          <a:p>
            <a:r>
              <a:rPr lang="en-IN" sz="3600" dirty="0"/>
              <a:t>(d) A circle has been drawing since morning.</a:t>
            </a:r>
          </a:p>
        </p:txBody>
      </p:sp>
    </p:spTree>
    <p:extLst>
      <p:ext uri="{BB962C8B-B14F-4D97-AF65-F5344CB8AC3E}">
        <p14:creationId xmlns:p14="http://schemas.microsoft.com/office/powerpoint/2010/main" val="2791058063"/>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125. (b)</a:t>
            </a:r>
            <a:endParaRPr lang="en-IN" dirty="0"/>
          </a:p>
        </p:txBody>
      </p:sp>
    </p:spTree>
    <p:extLst>
      <p:ext uri="{BB962C8B-B14F-4D97-AF65-F5344CB8AC3E}">
        <p14:creationId xmlns:p14="http://schemas.microsoft.com/office/powerpoint/2010/main" val="1092053882"/>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126. They will demolish the entire block.</a:t>
            </a:r>
          </a:p>
          <a:p>
            <a:r>
              <a:rPr lang="en-IN" sz="4000" dirty="0"/>
              <a:t>(a) The entire block is being demolished.</a:t>
            </a:r>
          </a:p>
          <a:p>
            <a:r>
              <a:rPr lang="en-IN" sz="4000" dirty="0"/>
              <a:t>(b) The block may be demolished entirely.</a:t>
            </a:r>
          </a:p>
          <a:p>
            <a:r>
              <a:rPr lang="en-IN" sz="4000" dirty="0"/>
              <a:t>(c) The entire block will have to be demolished by them.</a:t>
            </a:r>
          </a:p>
          <a:p>
            <a:r>
              <a:rPr lang="en-IN" sz="4000" dirty="0"/>
              <a:t>(d) The entire block will be demolished by them.</a:t>
            </a:r>
          </a:p>
          <a:p>
            <a:endParaRPr lang="en-IN" sz="4000" dirty="0"/>
          </a:p>
          <a:p>
            <a:endParaRPr lang="en-IN" sz="4000" dirty="0"/>
          </a:p>
          <a:p>
            <a:endParaRPr lang="en-IN" sz="4000" dirty="0"/>
          </a:p>
          <a:p>
            <a:endParaRPr lang="en-IN" sz="4000" dirty="0"/>
          </a:p>
        </p:txBody>
      </p:sp>
    </p:spTree>
    <p:extLst>
      <p:ext uri="{BB962C8B-B14F-4D97-AF65-F5344CB8AC3E}">
        <p14:creationId xmlns:p14="http://schemas.microsoft.com/office/powerpoint/2010/main" val="2874454280"/>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126. (d)</a:t>
            </a:r>
          </a:p>
        </p:txBody>
      </p:sp>
    </p:spTree>
    <p:extLst>
      <p:ext uri="{BB962C8B-B14F-4D97-AF65-F5344CB8AC3E}">
        <p14:creationId xmlns:p14="http://schemas.microsoft.com/office/powerpoint/2010/main" val="953918391"/>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789"/>
            <a:ext cx="10515600" cy="6903076"/>
          </a:xfrm>
        </p:spPr>
        <p:txBody>
          <a:bodyPr>
            <a:normAutofit/>
          </a:bodyPr>
          <a:lstStyle/>
          <a:p>
            <a:r>
              <a:rPr lang="en-IN" sz="3200" b="1" dirty="0"/>
              <a:t>127. The burglar destroyed several items in the room. Even the carpet has been torn.</a:t>
            </a:r>
          </a:p>
          <a:p>
            <a:r>
              <a:rPr lang="en-IN" sz="3200" dirty="0"/>
              <a:t>(a) Several items destroyed in the room by the burglar. Even the carpet he has torn.</a:t>
            </a:r>
          </a:p>
          <a:p>
            <a:r>
              <a:rPr lang="en-IN" sz="3200" dirty="0"/>
              <a:t>(b) Several items in the room were destroyed by the burglar. Even the carpet has been torn.</a:t>
            </a:r>
          </a:p>
          <a:p>
            <a:r>
              <a:rPr lang="en-IN" sz="3200" dirty="0"/>
              <a:t>(c) Including the carpet, several items in the room have been torn by the burglar.</a:t>
            </a:r>
          </a:p>
          <a:p>
            <a:r>
              <a:rPr lang="en-IN" sz="3200" dirty="0"/>
              <a:t>(d) The burglar, being destroyed several items in the room, also carpet has torn.</a:t>
            </a:r>
          </a:p>
        </p:txBody>
      </p:sp>
    </p:spTree>
    <p:extLst>
      <p:ext uri="{BB962C8B-B14F-4D97-AF65-F5344CB8AC3E}">
        <p14:creationId xmlns:p14="http://schemas.microsoft.com/office/powerpoint/2010/main" val="3619734726"/>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127. (b)</a:t>
            </a:r>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063835511"/>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128. We must respect the elders.</a:t>
            </a:r>
          </a:p>
          <a:p>
            <a:r>
              <a:rPr lang="en-IN" sz="4400" dirty="0"/>
              <a:t>(a) The elders deserve respect from us.</a:t>
            </a:r>
          </a:p>
          <a:p>
            <a:r>
              <a:rPr lang="en-IN" sz="4400" dirty="0"/>
              <a:t>(b) The elders must be respected.</a:t>
            </a:r>
          </a:p>
          <a:p>
            <a:r>
              <a:rPr lang="en-IN" sz="4400" dirty="0"/>
              <a:t>(c) The elders must respected by us.</a:t>
            </a:r>
          </a:p>
          <a:p>
            <a:r>
              <a:rPr lang="en-IN" sz="4400" dirty="0"/>
              <a:t>(d) Respect the elders we must.</a:t>
            </a:r>
          </a:p>
          <a:p>
            <a:endParaRPr lang="en-IN" sz="4400" dirty="0"/>
          </a:p>
        </p:txBody>
      </p:sp>
    </p:spTree>
    <p:extLst>
      <p:ext uri="{BB962C8B-B14F-4D97-AF65-F5344CB8AC3E}">
        <p14:creationId xmlns:p14="http://schemas.microsoft.com/office/powerpoint/2010/main" val="2545712665"/>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128. (b)</a:t>
            </a:r>
          </a:p>
        </p:txBody>
      </p:sp>
    </p:spTree>
    <p:extLst>
      <p:ext uri="{BB962C8B-B14F-4D97-AF65-F5344CB8AC3E}">
        <p14:creationId xmlns:p14="http://schemas.microsoft.com/office/powerpoint/2010/main" val="2867157844"/>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8940"/>
            <a:ext cx="10515600" cy="6478073"/>
          </a:xfrm>
        </p:spPr>
        <p:txBody>
          <a:bodyPr>
            <a:normAutofit/>
          </a:bodyPr>
          <a:lstStyle/>
          <a:p>
            <a:r>
              <a:rPr lang="en-IN" b="1" dirty="0"/>
              <a:t>129. We have warned you.</a:t>
            </a:r>
          </a:p>
          <a:p>
            <a:r>
              <a:rPr lang="en-IN" dirty="0"/>
              <a:t>(a) You have been warned.</a:t>
            </a:r>
          </a:p>
          <a:p>
            <a:r>
              <a:rPr lang="en-IN" dirty="0"/>
              <a:t>(b) We have you warned.</a:t>
            </a:r>
          </a:p>
          <a:p>
            <a:r>
              <a:rPr lang="en-IN" dirty="0"/>
              <a:t>(c) Warned you have been.</a:t>
            </a:r>
          </a:p>
          <a:p>
            <a:r>
              <a:rPr lang="en-IN" dirty="0"/>
              <a:t>(d) Have you been warned.</a:t>
            </a:r>
          </a:p>
          <a:p>
            <a:r>
              <a:rPr lang="en-IN" b="1" dirty="0"/>
              <a:t>130. Has anybody answered your question ?</a:t>
            </a:r>
          </a:p>
          <a:p>
            <a:r>
              <a:rPr lang="en-IN" dirty="0"/>
              <a:t>(a) Your question has been answered ?</a:t>
            </a:r>
          </a:p>
          <a:p>
            <a:r>
              <a:rPr lang="en-IN" dirty="0"/>
              <a:t>(b) Anybody has answered your question ?</a:t>
            </a:r>
          </a:p>
          <a:p>
            <a:r>
              <a:rPr lang="en-IN" dirty="0"/>
              <a:t>(c) Has your question been answered ?</a:t>
            </a:r>
          </a:p>
          <a:p>
            <a:r>
              <a:rPr lang="en-IN" dirty="0"/>
              <a:t>(d) Have you answered your question ?</a:t>
            </a:r>
          </a:p>
        </p:txBody>
      </p:sp>
    </p:spTree>
    <p:extLst>
      <p:ext uri="{BB962C8B-B14F-4D97-AF65-F5344CB8AC3E}">
        <p14:creationId xmlns:p14="http://schemas.microsoft.com/office/powerpoint/2010/main" val="2066446614"/>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129. (a) 130. (c)</a:t>
            </a:r>
          </a:p>
          <a:p>
            <a:endParaRPr lang="en-IN" dirty="0"/>
          </a:p>
        </p:txBody>
      </p:sp>
    </p:spTree>
    <p:extLst>
      <p:ext uri="{BB962C8B-B14F-4D97-AF65-F5344CB8AC3E}">
        <p14:creationId xmlns:p14="http://schemas.microsoft.com/office/powerpoint/2010/main" val="510479052"/>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4699"/>
            <a:ext cx="10515600" cy="5932264"/>
          </a:xfrm>
        </p:spPr>
        <p:txBody>
          <a:bodyPr>
            <a:normAutofit/>
          </a:bodyPr>
          <a:lstStyle/>
          <a:p>
            <a:r>
              <a:rPr lang="en-IN" sz="4000" b="1" dirty="0"/>
              <a:t>131. The shopkeeper lowered the prices.</a:t>
            </a:r>
          </a:p>
          <a:p>
            <a:r>
              <a:rPr lang="en-IN" sz="4000" dirty="0"/>
              <a:t>(a) The prices lowered the shopkeeper.</a:t>
            </a:r>
          </a:p>
          <a:p>
            <a:r>
              <a:rPr lang="en-IN" sz="4000" dirty="0"/>
              <a:t>(b) The prices were lowered by the shopkeeper.</a:t>
            </a:r>
          </a:p>
          <a:p>
            <a:r>
              <a:rPr lang="en-IN" sz="4000" dirty="0"/>
              <a:t>(c) Down went the prices.</a:t>
            </a:r>
          </a:p>
          <a:p>
            <a:r>
              <a:rPr lang="en-IN" sz="4000" dirty="0"/>
              <a:t>(d) The shopkeeper got down the prices.</a:t>
            </a:r>
          </a:p>
        </p:txBody>
      </p:sp>
    </p:spTree>
    <p:extLst>
      <p:ext uri="{BB962C8B-B14F-4D97-AF65-F5344CB8AC3E}">
        <p14:creationId xmlns:p14="http://schemas.microsoft.com/office/powerpoint/2010/main" val="768830386"/>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131. (b)</a:t>
            </a:r>
          </a:p>
        </p:txBody>
      </p:sp>
    </p:spTree>
    <p:extLst>
      <p:ext uri="{BB962C8B-B14F-4D97-AF65-F5344CB8AC3E}">
        <p14:creationId xmlns:p14="http://schemas.microsoft.com/office/powerpoint/2010/main" val="102028086"/>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132. One must keep one’s promises.</a:t>
            </a:r>
          </a:p>
          <a:p>
            <a:r>
              <a:rPr lang="en-IN" sz="4400" dirty="0"/>
              <a:t>(a) One’s promises are kept.</a:t>
            </a:r>
          </a:p>
          <a:p>
            <a:r>
              <a:rPr lang="en-IN" sz="4400" dirty="0"/>
              <a:t>(b) One’s promises must kept.</a:t>
            </a:r>
          </a:p>
          <a:p>
            <a:r>
              <a:rPr lang="en-IN" sz="4400" dirty="0"/>
              <a:t>(c) One’s promises were kept.</a:t>
            </a:r>
          </a:p>
          <a:p>
            <a:r>
              <a:rPr lang="en-IN" sz="4400" dirty="0"/>
              <a:t>(d) Promises must be kept.</a:t>
            </a:r>
          </a:p>
        </p:txBody>
      </p:sp>
    </p:spTree>
    <p:extLst>
      <p:ext uri="{BB962C8B-B14F-4D97-AF65-F5344CB8AC3E}">
        <p14:creationId xmlns:p14="http://schemas.microsoft.com/office/powerpoint/2010/main" val="626785662"/>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132. (d)</a:t>
            </a:r>
          </a:p>
          <a:p>
            <a:endParaRPr lang="en-IN" dirty="0"/>
          </a:p>
        </p:txBody>
      </p:sp>
    </p:spTree>
    <p:extLst>
      <p:ext uri="{BB962C8B-B14F-4D97-AF65-F5344CB8AC3E}">
        <p14:creationId xmlns:p14="http://schemas.microsoft.com/office/powerpoint/2010/main" val="1079199921"/>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152"/>
            <a:ext cx="10515600" cy="6086811"/>
          </a:xfrm>
        </p:spPr>
        <p:txBody>
          <a:bodyPr>
            <a:normAutofit/>
          </a:bodyPr>
          <a:lstStyle/>
          <a:p>
            <a:r>
              <a:rPr lang="en-IN" sz="4000" b="1" dirty="0"/>
              <a:t>133. The government has not approved the new drug for sale.</a:t>
            </a:r>
          </a:p>
          <a:p>
            <a:r>
              <a:rPr lang="en-IN" sz="4000" dirty="0"/>
              <a:t>(a) The government approval for the sale of the new drug has not been given.</a:t>
            </a:r>
          </a:p>
          <a:p>
            <a:r>
              <a:rPr lang="en-IN" sz="4000" dirty="0"/>
              <a:t>(b) The new drug has not been approved for sale by the government.</a:t>
            </a:r>
          </a:p>
          <a:p>
            <a:r>
              <a:rPr lang="en-IN" sz="4000" dirty="0"/>
              <a:t>(c) For the sale of the new drug we have not been given the approval.</a:t>
            </a:r>
          </a:p>
          <a:p>
            <a:r>
              <a:rPr lang="en-IN" sz="4000" dirty="0"/>
              <a:t>(d) The new drug was not approved by the government.</a:t>
            </a:r>
          </a:p>
        </p:txBody>
      </p:sp>
    </p:spTree>
    <p:extLst>
      <p:ext uri="{BB962C8B-B14F-4D97-AF65-F5344CB8AC3E}">
        <p14:creationId xmlns:p14="http://schemas.microsoft.com/office/powerpoint/2010/main" val="1264856984"/>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133. (b)</a:t>
            </a:r>
          </a:p>
        </p:txBody>
      </p:sp>
    </p:spTree>
    <p:extLst>
      <p:ext uri="{BB962C8B-B14F-4D97-AF65-F5344CB8AC3E}">
        <p14:creationId xmlns:p14="http://schemas.microsoft.com/office/powerpoint/2010/main" val="1574960216"/>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684" y="602132"/>
            <a:ext cx="10515600" cy="4351338"/>
          </a:xfrm>
        </p:spPr>
        <p:txBody>
          <a:bodyPr>
            <a:noAutofit/>
          </a:bodyPr>
          <a:lstStyle/>
          <a:p>
            <a:r>
              <a:rPr lang="en-IN" sz="3600" b="1" dirty="0"/>
              <a:t>134. They have published all the details of the invention.</a:t>
            </a:r>
          </a:p>
          <a:p>
            <a:r>
              <a:rPr lang="en-IN" sz="3600" dirty="0"/>
              <a:t>(a) All the details of the invention have been published by them.</a:t>
            </a:r>
          </a:p>
          <a:p>
            <a:r>
              <a:rPr lang="en-IN" sz="3600" dirty="0"/>
              <a:t>(b) The publication of the details of invention was done by them.</a:t>
            </a:r>
          </a:p>
          <a:p>
            <a:r>
              <a:rPr lang="en-IN" sz="3600" dirty="0"/>
              <a:t>(c) All the details have been invented by the publishers.</a:t>
            </a:r>
          </a:p>
          <a:p>
            <a:r>
              <a:rPr lang="en-IN" sz="3600" dirty="0"/>
              <a:t>(d) All the inventions have been detailed by them.</a:t>
            </a:r>
          </a:p>
        </p:txBody>
      </p:sp>
    </p:spTree>
    <p:extLst>
      <p:ext uri="{BB962C8B-B14F-4D97-AF65-F5344CB8AC3E}">
        <p14:creationId xmlns:p14="http://schemas.microsoft.com/office/powerpoint/2010/main" val="1239427401"/>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134. (a</a:t>
            </a:r>
          </a:p>
          <a:p>
            <a:endParaRPr lang="en-IN" dirty="0"/>
          </a:p>
          <a:p>
            <a:endParaRPr lang="en-IN" dirty="0"/>
          </a:p>
        </p:txBody>
      </p:sp>
    </p:spTree>
    <p:extLst>
      <p:ext uri="{BB962C8B-B14F-4D97-AF65-F5344CB8AC3E}">
        <p14:creationId xmlns:p14="http://schemas.microsoft.com/office/powerpoint/2010/main" val="1362719422"/>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135. He teaches us grammar.</a:t>
            </a:r>
          </a:p>
          <a:p>
            <a:r>
              <a:rPr lang="en-IN" sz="4400" dirty="0"/>
              <a:t>(a) Grammar was taught to us by him.</a:t>
            </a:r>
          </a:p>
          <a:p>
            <a:r>
              <a:rPr lang="en-IN" sz="4400" dirty="0"/>
              <a:t>(b) We are taught grammar by him.</a:t>
            </a:r>
          </a:p>
          <a:p>
            <a:r>
              <a:rPr lang="en-IN" sz="4400" dirty="0"/>
              <a:t>(c) Grammar will be taught to us by him.</a:t>
            </a:r>
          </a:p>
          <a:p>
            <a:r>
              <a:rPr lang="en-IN" sz="4400" dirty="0"/>
              <a:t>(d) We were </a:t>
            </a:r>
            <a:r>
              <a:rPr lang="en-IN" sz="4400" dirty="0" err="1"/>
              <a:t>teached</a:t>
            </a:r>
            <a:r>
              <a:rPr lang="en-IN" sz="4400" dirty="0"/>
              <a:t> grammar by him.</a:t>
            </a:r>
          </a:p>
        </p:txBody>
      </p:sp>
    </p:spTree>
    <p:extLst>
      <p:ext uri="{BB962C8B-B14F-4D97-AF65-F5344CB8AC3E}">
        <p14:creationId xmlns:p14="http://schemas.microsoft.com/office/powerpoint/2010/main" val="3340926750"/>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 135. (b)</a:t>
            </a:r>
          </a:p>
        </p:txBody>
      </p:sp>
    </p:spTree>
    <p:extLst>
      <p:ext uri="{BB962C8B-B14F-4D97-AF65-F5344CB8AC3E}">
        <p14:creationId xmlns:p14="http://schemas.microsoft.com/office/powerpoint/2010/main" val="1001661098"/>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4546"/>
            <a:ext cx="10515600" cy="6022417"/>
          </a:xfrm>
        </p:spPr>
        <p:txBody>
          <a:bodyPr>
            <a:normAutofit/>
          </a:bodyPr>
          <a:lstStyle/>
          <a:p>
            <a:r>
              <a:rPr lang="en-IN" sz="3600" b="1" dirty="0"/>
              <a:t>136. The manager could not accept the union leader’s proposals.</a:t>
            </a:r>
          </a:p>
          <a:p>
            <a:r>
              <a:rPr lang="en-IN" sz="3600" dirty="0"/>
              <a:t>(a) The union leader’s proposals could not be accepted by the manager.</a:t>
            </a:r>
          </a:p>
          <a:p>
            <a:r>
              <a:rPr lang="en-IN" sz="3600" dirty="0"/>
              <a:t>(b) The union leader’s proposals were not accepted by the manager.</a:t>
            </a:r>
          </a:p>
          <a:p>
            <a:r>
              <a:rPr lang="en-IN" sz="3600" dirty="0"/>
              <a:t>(c) The union leader’s proposals will not be accepted by the manager.</a:t>
            </a:r>
          </a:p>
          <a:p>
            <a:r>
              <a:rPr lang="en-IN" sz="3600" dirty="0"/>
              <a:t>(d) The union leader’s proposals would not be accepted by the manager.</a:t>
            </a:r>
          </a:p>
        </p:txBody>
      </p:sp>
    </p:spTree>
    <p:extLst>
      <p:ext uri="{BB962C8B-B14F-4D97-AF65-F5344CB8AC3E}">
        <p14:creationId xmlns:p14="http://schemas.microsoft.com/office/powerpoint/2010/main" val="3701806610"/>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136. (a)</a:t>
            </a:r>
          </a:p>
        </p:txBody>
      </p:sp>
    </p:spTree>
    <p:extLst>
      <p:ext uri="{BB962C8B-B14F-4D97-AF65-F5344CB8AC3E}">
        <p14:creationId xmlns:p14="http://schemas.microsoft.com/office/powerpoint/2010/main" val="67710781"/>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5910"/>
            <a:ext cx="10515600" cy="6606862"/>
          </a:xfrm>
        </p:spPr>
        <p:txBody>
          <a:bodyPr>
            <a:normAutofit/>
          </a:bodyPr>
          <a:lstStyle/>
          <a:p>
            <a:r>
              <a:rPr lang="en-IN" b="1" dirty="0"/>
              <a:t>137. Prepare yourself for the worst.</a:t>
            </a:r>
          </a:p>
          <a:p>
            <a:r>
              <a:rPr lang="en-IN" dirty="0"/>
              <a:t>(a) You be prepared for the worst.</a:t>
            </a:r>
          </a:p>
          <a:p>
            <a:r>
              <a:rPr lang="en-IN" dirty="0"/>
              <a:t>(b) The worst should be prepared by yourself.</a:t>
            </a:r>
          </a:p>
          <a:p>
            <a:r>
              <a:rPr lang="en-IN" dirty="0"/>
              <a:t>(c) Be prepared for the worst.</a:t>
            </a:r>
          </a:p>
          <a:p>
            <a:r>
              <a:rPr lang="en-IN" dirty="0"/>
              <a:t>(d) For the worst, preparation should be made by you.</a:t>
            </a:r>
          </a:p>
          <a:p>
            <a:r>
              <a:rPr lang="en-IN" b="1" dirty="0"/>
              <a:t>138. Please shut the door and go to sleep.</a:t>
            </a:r>
          </a:p>
          <a:p>
            <a:r>
              <a:rPr lang="en-IN" dirty="0"/>
              <a:t>(a) The door is to be shut and you are to go to sleep.</a:t>
            </a:r>
          </a:p>
          <a:p>
            <a:r>
              <a:rPr lang="en-IN" dirty="0"/>
              <a:t>(b) Let the door be shut and you be asleep.</a:t>
            </a:r>
          </a:p>
          <a:p>
            <a:r>
              <a:rPr lang="en-IN" dirty="0"/>
              <a:t>(c) You are requested to shut the door and </a:t>
            </a:r>
            <a:r>
              <a:rPr lang="en-IN" i="1" dirty="0"/>
              <a:t>go </a:t>
            </a:r>
            <a:r>
              <a:rPr lang="en-IN" dirty="0"/>
              <a:t>to sleep.</a:t>
            </a:r>
          </a:p>
          <a:p>
            <a:r>
              <a:rPr lang="en-IN" dirty="0"/>
              <a:t>(d) The door is to be shut and you are requested to sleep.</a:t>
            </a:r>
          </a:p>
        </p:txBody>
      </p:sp>
    </p:spTree>
    <p:extLst>
      <p:ext uri="{BB962C8B-B14F-4D97-AF65-F5344CB8AC3E}">
        <p14:creationId xmlns:p14="http://schemas.microsoft.com/office/powerpoint/2010/main" val="1882505066"/>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137. (c) 138. (c)</a:t>
            </a:r>
          </a:p>
        </p:txBody>
      </p:sp>
    </p:spTree>
    <p:extLst>
      <p:ext uri="{BB962C8B-B14F-4D97-AF65-F5344CB8AC3E}">
        <p14:creationId xmlns:p14="http://schemas.microsoft.com/office/powerpoint/2010/main" val="2001954775"/>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139. Small strokes fell great oaks.</a:t>
            </a:r>
          </a:p>
          <a:p>
            <a:r>
              <a:rPr lang="en-IN" sz="4400" dirty="0"/>
              <a:t>(a) Great oaks are fallen by small oaks.</a:t>
            </a:r>
          </a:p>
          <a:p>
            <a:r>
              <a:rPr lang="en-IN" sz="4400" dirty="0"/>
              <a:t>(b) Great oaks are felled by small oaks.</a:t>
            </a:r>
          </a:p>
          <a:p>
            <a:r>
              <a:rPr lang="en-IN" sz="4400" dirty="0"/>
              <a:t>(c) Great oaks are fell by small oaks.</a:t>
            </a:r>
          </a:p>
          <a:p>
            <a:r>
              <a:rPr lang="en-IN" sz="4400" dirty="0"/>
              <a:t>(d) Great oaks were fallen by small oaks.</a:t>
            </a:r>
          </a:p>
        </p:txBody>
      </p:sp>
    </p:spTree>
    <p:extLst>
      <p:ext uri="{BB962C8B-B14F-4D97-AF65-F5344CB8AC3E}">
        <p14:creationId xmlns:p14="http://schemas.microsoft.com/office/powerpoint/2010/main" val="1082948372"/>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139. (b)</a:t>
            </a:r>
          </a:p>
        </p:txBody>
      </p:sp>
    </p:spTree>
    <p:extLst>
      <p:ext uri="{BB962C8B-B14F-4D97-AF65-F5344CB8AC3E}">
        <p14:creationId xmlns:p14="http://schemas.microsoft.com/office/powerpoint/2010/main" val="1979987961"/>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895" y="293038"/>
            <a:ext cx="10515600" cy="6017609"/>
          </a:xfrm>
        </p:spPr>
        <p:txBody>
          <a:bodyPr>
            <a:noAutofit/>
          </a:bodyPr>
          <a:lstStyle/>
          <a:p>
            <a:r>
              <a:rPr lang="en-IN" sz="4000" b="1" dirty="0"/>
              <a:t>140. We must take care of all living species on Earth.</a:t>
            </a:r>
          </a:p>
          <a:p>
            <a:r>
              <a:rPr lang="en-IN" sz="4000" dirty="0"/>
              <a:t>(a) All living species on Earth are taken care of by us.</a:t>
            </a:r>
          </a:p>
          <a:p>
            <a:r>
              <a:rPr lang="en-IN" sz="4000" dirty="0"/>
              <a:t>(b) All living species on Earth must be taken care of by us.</a:t>
            </a:r>
          </a:p>
          <a:p>
            <a:r>
              <a:rPr lang="en-IN" sz="4000" dirty="0"/>
              <a:t>(c) All living species on Earth had been taken care of by us.</a:t>
            </a:r>
          </a:p>
          <a:p>
            <a:r>
              <a:rPr lang="en-IN" sz="4000" dirty="0"/>
              <a:t>(d) All living species on Earth will be taken care of by us.</a:t>
            </a:r>
          </a:p>
        </p:txBody>
      </p:sp>
    </p:spTree>
    <p:extLst>
      <p:ext uri="{BB962C8B-B14F-4D97-AF65-F5344CB8AC3E}">
        <p14:creationId xmlns:p14="http://schemas.microsoft.com/office/powerpoint/2010/main" val="2237958163"/>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140. (b)</a:t>
            </a:r>
          </a:p>
          <a:p>
            <a:endParaRPr lang="en-IN" dirty="0"/>
          </a:p>
          <a:p>
            <a:endParaRPr lang="en-IN" dirty="0"/>
          </a:p>
        </p:txBody>
      </p:sp>
    </p:spTree>
    <p:extLst>
      <p:ext uri="{BB962C8B-B14F-4D97-AF65-F5344CB8AC3E}">
        <p14:creationId xmlns:p14="http://schemas.microsoft.com/office/powerpoint/2010/main" val="4003672164"/>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141. People call him a fool.</a:t>
            </a:r>
          </a:p>
          <a:p>
            <a:r>
              <a:rPr lang="en-IN" sz="4000" dirty="0"/>
              <a:t>(a) He has been called a fool.</a:t>
            </a:r>
          </a:p>
          <a:p>
            <a:r>
              <a:rPr lang="en-IN" sz="4000" dirty="0"/>
              <a:t>(b) He is called a fool by the people.</a:t>
            </a:r>
          </a:p>
          <a:p>
            <a:r>
              <a:rPr lang="en-IN" sz="4000" dirty="0"/>
              <a:t>(c) The people have been calling him a fool.</a:t>
            </a:r>
          </a:p>
          <a:p>
            <a:r>
              <a:rPr lang="en-IN" sz="4000" dirty="0"/>
              <a:t>(d) We all people have called him a fool.</a:t>
            </a:r>
          </a:p>
        </p:txBody>
      </p:sp>
    </p:spTree>
    <p:extLst>
      <p:ext uri="{BB962C8B-B14F-4D97-AF65-F5344CB8AC3E}">
        <p14:creationId xmlns:p14="http://schemas.microsoft.com/office/powerpoint/2010/main" val="158481300"/>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141. (b)</a:t>
            </a:r>
          </a:p>
        </p:txBody>
      </p:sp>
    </p:spTree>
    <p:extLst>
      <p:ext uri="{BB962C8B-B14F-4D97-AF65-F5344CB8AC3E}">
        <p14:creationId xmlns:p14="http://schemas.microsoft.com/office/powerpoint/2010/main" val="2264748728"/>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142. It is being read by us.</a:t>
            </a:r>
          </a:p>
          <a:p>
            <a:r>
              <a:rPr lang="en-IN" sz="4400" dirty="0"/>
              <a:t>(a) We are reading it.</a:t>
            </a:r>
          </a:p>
          <a:p>
            <a:r>
              <a:rPr lang="en-IN" sz="4400" dirty="0"/>
              <a:t>(b) It will be read by us.</a:t>
            </a:r>
          </a:p>
          <a:p>
            <a:r>
              <a:rPr lang="en-IN" sz="4400" dirty="0"/>
              <a:t>(c) We can read it.</a:t>
            </a:r>
          </a:p>
          <a:p>
            <a:r>
              <a:rPr lang="en-IN" sz="4400" dirty="0"/>
              <a:t>(d) We have to read it.</a:t>
            </a:r>
          </a:p>
        </p:txBody>
      </p:sp>
    </p:spTree>
    <p:extLst>
      <p:ext uri="{BB962C8B-B14F-4D97-AF65-F5344CB8AC3E}">
        <p14:creationId xmlns:p14="http://schemas.microsoft.com/office/powerpoint/2010/main" val="2943123221"/>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142. (a)</a:t>
            </a:r>
          </a:p>
        </p:txBody>
      </p:sp>
    </p:spTree>
    <p:extLst>
      <p:ext uri="{BB962C8B-B14F-4D97-AF65-F5344CB8AC3E}">
        <p14:creationId xmlns:p14="http://schemas.microsoft.com/office/powerpoint/2010/main" val="909739104"/>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143. He had committed a mistake.</a:t>
            </a:r>
          </a:p>
          <a:p>
            <a:r>
              <a:rPr lang="en-IN" sz="4400" dirty="0"/>
              <a:t>(a) A mistake had committed by him.</a:t>
            </a:r>
          </a:p>
          <a:p>
            <a:r>
              <a:rPr lang="en-IN" sz="4400" dirty="0"/>
              <a:t>(b) A mistake was committed by him.</a:t>
            </a:r>
          </a:p>
          <a:p>
            <a:r>
              <a:rPr lang="en-IN" sz="4400" dirty="0"/>
              <a:t>(c) A mistake had been committed by him.</a:t>
            </a:r>
          </a:p>
          <a:p>
            <a:r>
              <a:rPr lang="en-IN" sz="4400" dirty="0"/>
              <a:t>(d) A mistake has been committed by him.</a:t>
            </a:r>
          </a:p>
        </p:txBody>
      </p:sp>
    </p:spTree>
    <p:extLst>
      <p:ext uri="{BB962C8B-B14F-4D97-AF65-F5344CB8AC3E}">
        <p14:creationId xmlns:p14="http://schemas.microsoft.com/office/powerpoint/2010/main" val="3916715511"/>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143. (c)</a:t>
            </a:r>
          </a:p>
        </p:txBody>
      </p:sp>
    </p:spTree>
    <p:extLst>
      <p:ext uri="{BB962C8B-B14F-4D97-AF65-F5344CB8AC3E}">
        <p14:creationId xmlns:p14="http://schemas.microsoft.com/office/powerpoint/2010/main" val="350702381"/>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144. The most useful training of my career was given to me by my boss.</a:t>
            </a:r>
          </a:p>
          <a:p>
            <a:r>
              <a:rPr lang="en-IN" dirty="0"/>
              <a:t>(a) My boss has been giving me the most useful training of my career.</a:t>
            </a:r>
          </a:p>
          <a:p>
            <a:r>
              <a:rPr lang="en-IN" dirty="0"/>
              <a:t>(b) My boss gives me the most useful training.</a:t>
            </a:r>
          </a:p>
          <a:p>
            <a:r>
              <a:rPr lang="en-IN" dirty="0"/>
              <a:t>(c) My boss is giving me the most useful training.</a:t>
            </a:r>
          </a:p>
          <a:p>
            <a:r>
              <a:rPr lang="en-IN" dirty="0"/>
              <a:t>(d) My boss gave me the most useful training of my career.</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834806902"/>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144. (d)</a:t>
            </a:r>
          </a:p>
          <a:p>
            <a:endParaRPr lang="en-IN" dirty="0"/>
          </a:p>
        </p:txBody>
      </p:sp>
    </p:spTree>
    <p:extLst>
      <p:ext uri="{BB962C8B-B14F-4D97-AF65-F5344CB8AC3E}">
        <p14:creationId xmlns:p14="http://schemas.microsoft.com/office/powerpoint/2010/main" val="1554118721"/>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0304"/>
            <a:ext cx="10515600" cy="6516710"/>
          </a:xfrm>
        </p:spPr>
        <p:txBody>
          <a:bodyPr>
            <a:normAutofit/>
          </a:bodyPr>
          <a:lstStyle/>
          <a:p>
            <a:r>
              <a:rPr lang="en-IN" b="1" dirty="0"/>
              <a:t>145. We have decided to open a new branch.</a:t>
            </a:r>
          </a:p>
          <a:p>
            <a:r>
              <a:rPr lang="en-IN" dirty="0"/>
              <a:t>(a) To open a new branch was decided by us.</a:t>
            </a:r>
          </a:p>
          <a:p>
            <a:r>
              <a:rPr lang="en-IN" dirty="0"/>
              <a:t>(b) To be opened a new branch has been decided.</a:t>
            </a:r>
          </a:p>
          <a:p>
            <a:r>
              <a:rPr lang="en-IN" dirty="0"/>
              <a:t>(c) It has been decided to open a new branch.</a:t>
            </a:r>
          </a:p>
          <a:p>
            <a:r>
              <a:rPr lang="en-IN" dirty="0"/>
              <a:t>(d) It may be decided to open a new branch by us.</a:t>
            </a:r>
          </a:p>
          <a:p>
            <a:r>
              <a:rPr lang="en-IN" b="1" dirty="0"/>
              <a:t>146. The loan will be sanctioned by the bank.</a:t>
            </a:r>
          </a:p>
          <a:p>
            <a:r>
              <a:rPr lang="en-IN" dirty="0"/>
              <a:t>(a) The bank sanctioned the loan.</a:t>
            </a:r>
          </a:p>
          <a:p>
            <a:r>
              <a:rPr lang="en-IN" dirty="0"/>
              <a:t>(b) The bank is going to sanction the loan.</a:t>
            </a:r>
          </a:p>
          <a:p>
            <a:r>
              <a:rPr lang="en-IN" dirty="0"/>
              <a:t>(c) The bank would sanction the loan.</a:t>
            </a:r>
          </a:p>
          <a:p>
            <a:r>
              <a:rPr lang="en-IN" dirty="0"/>
              <a:t>(d) The bank will sanction the loan.</a:t>
            </a:r>
          </a:p>
        </p:txBody>
      </p:sp>
    </p:spTree>
    <p:extLst>
      <p:ext uri="{BB962C8B-B14F-4D97-AF65-F5344CB8AC3E}">
        <p14:creationId xmlns:p14="http://schemas.microsoft.com/office/powerpoint/2010/main" val="2984038809"/>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145. (c)</a:t>
            </a:r>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2299423"/>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147. Paint the windows.</a:t>
            </a:r>
          </a:p>
          <a:p>
            <a:r>
              <a:rPr lang="en-IN" sz="4400" dirty="0"/>
              <a:t>(a) Windows should be painted.</a:t>
            </a:r>
          </a:p>
          <a:p>
            <a:r>
              <a:rPr lang="en-IN" sz="4400" dirty="0"/>
              <a:t>(b) Let the windows be painted.</a:t>
            </a:r>
          </a:p>
          <a:p>
            <a:r>
              <a:rPr lang="en-IN" sz="4400" dirty="0"/>
              <a:t>(c) Let be the windows painted.</a:t>
            </a:r>
          </a:p>
          <a:p>
            <a:r>
              <a:rPr lang="en-IN" sz="4400" dirty="0"/>
              <a:t>(d) Windows are let to be painted.</a:t>
            </a:r>
          </a:p>
        </p:txBody>
      </p:sp>
    </p:spTree>
    <p:extLst>
      <p:ext uri="{BB962C8B-B14F-4D97-AF65-F5344CB8AC3E}">
        <p14:creationId xmlns:p14="http://schemas.microsoft.com/office/powerpoint/2010/main" val="1070914654"/>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146. (d) 147. (b)</a:t>
            </a:r>
            <a:endParaRPr lang="en-IN" dirty="0"/>
          </a:p>
        </p:txBody>
      </p:sp>
    </p:spTree>
    <p:extLst>
      <p:ext uri="{BB962C8B-B14F-4D97-AF65-F5344CB8AC3E}">
        <p14:creationId xmlns:p14="http://schemas.microsoft.com/office/powerpoint/2010/main" val="1583811116"/>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148. The traitors should be shot dead.</a:t>
            </a:r>
          </a:p>
          <a:p>
            <a:r>
              <a:rPr lang="en-IN" sz="4000" dirty="0"/>
              <a:t>(a) They should have shot the traitors dead.</a:t>
            </a:r>
          </a:p>
          <a:p>
            <a:r>
              <a:rPr lang="en-IN" sz="4000" dirty="0"/>
              <a:t>(b) They shall shoot the traitors dead.</a:t>
            </a:r>
          </a:p>
          <a:p>
            <a:r>
              <a:rPr lang="en-IN" sz="4000" dirty="0"/>
              <a:t>(c) They should shoot the traitors dead.</a:t>
            </a:r>
          </a:p>
          <a:p>
            <a:r>
              <a:rPr lang="en-IN" sz="4000" dirty="0"/>
              <a:t>(d) They shot the traitors dead.</a:t>
            </a:r>
          </a:p>
        </p:txBody>
      </p:sp>
    </p:spTree>
    <p:extLst>
      <p:ext uri="{BB962C8B-B14F-4D97-AF65-F5344CB8AC3E}">
        <p14:creationId xmlns:p14="http://schemas.microsoft.com/office/powerpoint/2010/main" val="2543235840"/>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148. (c)</a:t>
            </a:r>
            <a:endParaRPr lang="en-IN" dirty="0"/>
          </a:p>
        </p:txBody>
      </p:sp>
    </p:spTree>
    <p:extLst>
      <p:ext uri="{BB962C8B-B14F-4D97-AF65-F5344CB8AC3E}">
        <p14:creationId xmlns:p14="http://schemas.microsoft.com/office/powerpoint/2010/main" val="3127639460"/>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0927" y="305917"/>
            <a:ext cx="10515600" cy="4351338"/>
          </a:xfrm>
        </p:spPr>
        <p:txBody>
          <a:bodyPr>
            <a:noAutofit/>
          </a:bodyPr>
          <a:lstStyle/>
          <a:p>
            <a:r>
              <a:rPr lang="en-IN" sz="4000" b="1" dirty="0"/>
              <a:t>149. Rahul is teaching the children in the slum areas.</a:t>
            </a:r>
          </a:p>
          <a:p>
            <a:r>
              <a:rPr lang="en-IN" sz="4000" dirty="0"/>
              <a:t>(a) The children in the slum areas are taught by Rahul.</a:t>
            </a:r>
          </a:p>
          <a:p>
            <a:r>
              <a:rPr lang="en-IN" sz="4000" dirty="0"/>
              <a:t>(b) The children are taught by Rahul in the slum area.</a:t>
            </a:r>
          </a:p>
          <a:p>
            <a:r>
              <a:rPr lang="en-IN" sz="4000" dirty="0"/>
              <a:t>(c) In the slum areas the children are learning from Rahul.</a:t>
            </a:r>
          </a:p>
          <a:p>
            <a:r>
              <a:rPr lang="en-IN" sz="4000" dirty="0"/>
              <a:t>(d) The children in the slum areas are being taught by Rahul.</a:t>
            </a:r>
          </a:p>
        </p:txBody>
      </p:sp>
    </p:spTree>
    <p:extLst>
      <p:ext uri="{BB962C8B-B14F-4D97-AF65-F5344CB8AC3E}">
        <p14:creationId xmlns:p14="http://schemas.microsoft.com/office/powerpoint/2010/main" val="3713431452"/>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149. (d)</a:t>
            </a:r>
            <a:endParaRPr lang="en-IN" dirty="0"/>
          </a:p>
        </p:txBody>
      </p:sp>
    </p:spTree>
    <p:extLst>
      <p:ext uri="{BB962C8B-B14F-4D97-AF65-F5344CB8AC3E}">
        <p14:creationId xmlns:p14="http://schemas.microsoft.com/office/powerpoint/2010/main" val="4289951101"/>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9411" y="267281"/>
            <a:ext cx="10515600" cy="4351338"/>
          </a:xfrm>
        </p:spPr>
        <p:txBody>
          <a:bodyPr>
            <a:noAutofit/>
          </a:bodyPr>
          <a:lstStyle/>
          <a:p>
            <a:r>
              <a:rPr lang="en-IN" sz="3600" b="1" dirty="0"/>
              <a:t>150. One cannot expect children to understand these problems.</a:t>
            </a:r>
          </a:p>
          <a:p>
            <a:r>
              <a:rPr lang="en-IN" sz="3600" dirty="0"/>
              <a:t>(a) Children cannot be expected to understand these problems.</a:t>
            </a:r>
          </a:p>
          <a:p>
            <a:r>
              <a:rPr lang="en-IN" sz="3600" dirty="0"/>
              <a:t>(b) Children to understand these problems cannot be expected.</a:t>
            </a:r>
          </a:p>
          <a:p>
            <a:r>
              <a:rPr lang="en-IN" sz="3600" dirty="0"/>
              <a:t>(c) Children cannot be expected to be understood these problems.</a:t>
            </a:r>
          </a:p>
          <a:p>
            <a:r>
              <a:rPr lang="en-IN" sz="3600" dirty="0"/>
              <a:t>(d) To understand these problems cannot be expected from children by one.</a:t>
            </a:r>
          </a:p>
          <a:p>
            <a:endParaRPr lang="en-IN" sz="3600" dirty="0"/>
          </a:p>
          <a:p>
            <a:endParaRPr lang="en-IN" sz="3600" dirty="0"/>
          </a:p>
          <a:p>
            <a:endParaRPr lang="en-IN" sz="3600" dirty="0"/>
          </a:p>
          <a:p>
            <a:endParaRPr lang="en-IN" sz="3600" dirty="0"/>
          </a:p>
          <a:p>
            <a:endParaRPr lang="en-IN" sz="3600" dirty="0"/>
          </a:p>
          <a:p>
            <a:endParaRPr lang="en-IN" sz="3600" dirty="0"/>
          </a:p>
        </p:txBody>
      </p:sp>
    </p:spTree>
    <p:extLst>
      <p:ext uri="{BB962C8B-B14F-4D97-AF65-F5344CB8AC3E}">
        <p14:creationId xmlns:p14="http://schemas.microsoft.com/office/powerpoint/2010/main" val="1151589695"/>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150. (a)</a:t>
            </a:r>
            <a:endParaRPr lang="en-IN" dirty="0"/>
          </a:p>
        </p:txBody>
      </p:sp>
    </p:spTree>
    <p:extLst>
      <p:ext uri="{BB962C8B-B14F-4D97-AF65-F5344CB8AC3E}">
        <p14:creationId xmlns:p14="http://schemas.microsoft.com/office/powerpoint/2010/main" val="3899062997"/>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4400" b="1" dirty="0"/>
              <a:t>151. Why did she break the garden wall ?</a:t>
            </a:r>
          </a:p>
          <a:p>
            <a:r>
              <a:rPr lang="en-IN" sz="4400" dirty="0"/>
              <a:t>(a) Why the garden wall was broken by her?</a:t>
            </a:r>
          </a:p>
          <a:p>
            <a:r>
              <a:rPr lang="en-IN" sz="4400" dirty="0"/>
              <a:t>(b) Why had the garden wall been broken by her ?</a:t>
            </a:r>
          </a:p>
          <a:p>
            <a:r>
              <a:rPr lang="en-IN" sz="4400" dirty="0"/>
              <a:t>(c) Why was the garden wall broken by her?</a:t>
            </a:r>
          </a:p>
          <a:p>
            <a:r>
              <a:rPr lang="en-IN" sz="4400" dirty="0"/>
              <a:t>(d) Why will the garden wall be broken by her ?</a:t>
            </a:r>
          </a:p>
          <a:p>
            <a:endParaRPr lang="en-IN" sz="4400" dirty="0"/>
          </a:p>
          <a:p>
            <a:endParaRPr lang="en-IN" sz="4400" dirty="0"/>
          </a:p>
          <a:p>
            <a:endParaRPr lang="en-IN" sz="4400" dirty="0"/>
          </a:p>
          <a:p>
            <a:endParaRPr lang="en-IN" sz="4400" dirty="0"/>
          </a:p>
          <a:p>
            <a:endParaRPr lang="en-IN" sz="4400" dirty="0"/>
          </a:p>
        </p:txBody>
      </p:sp>
    </p:spTree>
    <p:extLst>
      <p:ext uri="{BB962C8B-B14F-4D97-AF65-F5344CB8AC3E}">
        <p14:creationId xmlns:p14="http://schemas.microsoft.com/office/powerpoint/2010/main" val="1227761037"/>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151. (c)</a:t>
            </a:r>
            <a:endParaRPr lang="en-IN" dirty="0"/>
          </a:p>
        </p:txBody>
      </p:sp>
    </p:spTree>
    <p:extLst>
      <p:ext uri="{BB962C8B-B14F-4D97-AF65-F5344CB8AC3E}">
        <p14:creationId xmlns:p14="http://schemas.microsoft.com/office/powerpoint/2010/main" val="1541895144"/>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2138" y="408948"/>
            <a:ext cx="10515600" cy="4351338"/>
          </a:xfrm>
        </p:spPr>
        <p:txBody>
          <a:bodyPr>
            <a:noAutofit/>
          </a:bodyPr>
          <a:lstStyle/>
          <a:p>
            <a:r>
              <a:rPr lang="en-IN" sz="4000" b="1" dirty="0"/>
              <a:t>152. The students were laughing at the old man.</a:t>
            </a:r>
          </a:p>
          <a:p>
            <a:r>
              <a:rPr lang="en-IN" sz="4000" dirty="0"/>
              <a:t>(a) The old man was being laughed at by the students.</a:t>
            </a:r>
          </a:p>
          <a:p>
            <a:r>
              <a:rPr lang="en-IN" sz="4000" dirty="0"/>
              <a:t>(b) The old man was laughed at by the students.</a:t>
            </a:r>
          </a:p>
          <a:p>
            <a:r>
              <a:rPr lang="en-IN" sz="4000" dirty="0"/>
              <a:t>(c) The old man was being laughed by the students.</a:t>
            </a:r>
          </a:p>
          <a:p>
            <a:r>
              <a:rPr lang="en-IN" sz="4000" dirty="0"/>
              <a:t>(d) The old man is laughing at the students.</a:t>
            </a:r>
          </a:p>
        </p:txBody>
      </p:sp>
    </p:spTree>
    <p:extLst>
      <p:ext uri="{BB962C8B-B14F-4D97-AF65-F5344CB8AC3E}">
        <p14:creationId xmlns:p14="http://schemas.microsoft.com/office/powerpoint/2010/main" val="1120419297"/>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152. (a)</a:t>
            </a:r>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562832973"/>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4546"/>
            <a:ext cx="10515600" cy="6606862"/>
          </a:xfrm>
        </p:spPr>
        <p:txBody>
          <a:bodyPr>
            <a:normAutofit/>
          </a:bodyPr>
          <a:lstStyle/>
          <a:p>
            <a:r>
              <a:rPr lang="en-IN" b="1" dirty="0"/>
              <a:t>153. He admonished her for the error.</a:t>
            </a:r>
          </a:p>
          <a:p>
            <a:r>
              <a:rPr lang="en-IN" dirty="0"/>
              <a:t>(a) She was admonished by him for the error.</a:t>
            </a:r>
          </a:p>
          <a:p>
            <a:r>
              <a:rPr lang="en-IN" dirty="0"/>
              <a:t>(b) She has been admonished by him for the error.</a:t>
            </a:r>
          </a:p>
          <a:p>
            <a:r>
              <a:rPr lang="en-IN" dirty="0"/>
              <a:t>(c) She would be admonished by him for the error.</a:t>
            </a:r>
          </a:p>
          <a:p>
            <a:r>
              <a:rPr lang="en-IN" dirty="0"/>
              <a:t>(d) She is admonished by him for the error.</a:t>
            </a:r>
          </a:p>
          <a:p>
            <a:r>
              <a:rPr lang="en-IN" b="1" dirty="0"/>
              <a:t>154. Can we send this big parcel by air ?</a:t>
            </a:r>
          </a:p>
          <a:p>
            <a:r>
              <a:rPr lang="en-IN" dirty="0"/>
              <a:t>(a) Can this big parcel be sent by air?</a:t>
            </a:r>
          </a:p>
          <a:p>
            <a:r>
              <a:rPr lang="en-IN" dirty="0"/>
              <a:t>(b) Can this big parcel sent by air ?</a:t>
            </a:r>
          </a:p>
          <a:p>
            <a:r>
              <a:rPr lang="en-IN" dirty="0"/>
              <a:t>(c) Could this big parcel be sent by air?</a:t>
            </a:r>
          </a:p>
          <a:p>
            <a:r>
              <a:rPr lang="en-IN" dirty="0"/>
              <a:t>(d) Could this big parcel sent by us by air?</a:t>
            </a:r>
          </a:p>
        </p:txBody>
      </p:sp>
    </p:spTree>
    <p:extLst>
      <p:ext uri="{BB962C8B-B14F-4D97-AF65-F5344CB8AC3E}">
        <p14:creationId xmlns:p14="http://schemas.microsoft.com/office/powerpoint/2010/main" val="1172785523"/>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pt-BR" dirty="0"/>
              <a:t>153. (a)</a:t>
            </a:r>
          </a:p>
          <a:p>
            <a:r>
              <a:rPr lang="pt-BR" dirty="0"/>
              <a:t>154. (a)</a:t>
            </a:r>
            <a:endParaRPr lang="en-IN" dirty="0"/>
          </a:p>
        </p:txBody>
      </p:sp>
    </p:spTree>
    <p:extLst>
      <p:ext uri="{BB962C8B-B14F-4D97-AF65-F5344CB8AC3E}">
        <p14:creationId xmlns:p14="http://schemas.microsoft.com/office/powerpoint/2010/main" val="433766706"/>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600" b="1" dirty="0"/>
              <a:t>155. The boys saved many elders from drowning.</a:t>
            </a:r>
          </a:p>
          <a:p>
            <a:r>
              <a:rPr lang="en-IN" sz="3600" dirty="0"/>
              <a:t>(a) Many elders are saved from drowning by the boys.</a:t>
            </a:r>
          </a:p>
          <a:p>
            <a:r>
              <a:rPr lang="en-IN" sz="3600" dirty="0"/>
              <a:t>(b) Many elders are being saved from drowning by the boys,</a:t>
            </a:r>
          </a:p>
          <a:p>
            <a:r>
              <a:rPr lang="en-IN" sz="3600" dirty="0"/>
              <a:t>(c) Many elders were saved from drowning by the boys.</a:t>
            </a:r>
          </a:p>
          <a:p>
            <a:r>
              <a:rPr lang="en-IN" sz="3600" dirty="0"/>
              <a:t>(d) Many elders have .been saved from drowning by the boys.</a:t>
            </a:r>
          </a:p>
        </p:txBody>
      </p:sp>
    </p:spTree>
    <p:extLst>
      <p:ext uri="{BB962C8B-B14F-4D97-AF65-F5344CB8AC3E}">
        <p14:creationId xmlns:p14="http://schemas.microsoft.com/office/powerpoint/2010/main" val="4051735221"/>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155. (c)</a:t>
            </a:r>
            <a:endParaRPr lang="en-IN" dirty="0"/>
          </a:p>
        </p:txBody>
      </p:sp>
    </p:spTree>
    <p:extLst>
      <p:ext uri="{BB962C8B-B14F-4D97-AF65-F5344CB8AC3E}">
        <p14:creationId xmlns:p14="http://schemas.microsoft.com/office/powerpoint/2010/main" val="4288347000"/>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156. He was refused admittance.</a:t>
            </a:r>
          </a:p>
          <a:p>
            <a:r>
              <a:rPr lang="en-IN" sz="4400" dirty="0"/>
              <a:t>(a) The guards refuse him admittance.</a:t>
            </a:r>
          </a:p>
          <a:p>
            <a:r>
              <a:rPr lang="en-IN" sz="4400" dirty="0"/>
              <a:t>(b) The guards refused him for admittance.</a:t>
            </a:r>
          </a:p>
          <a:p>
            <a:r>
              <a:rPr lang="en-IN" sz="4400" dirty="0"/>
              <a:t>(c) The guards have refused him admittance.</a:t>
            </a:r>
          </a:p>
          <a:p>
            <a:r>
              <a:rPr lang="en-IN" sz="4400" dirty="0"/>
              <a:t>(d) The guards refused him admittance.</a:t>
            </a:r>
          </a:p>
        </p:txBody>
      </p:sp>
    </p:spTree>
    <p:extLst>
      <p:ext uri="{BB962C8B-B14F-4D97-AF65-F5344CB8AC3E}">
        <p14:creationId xmlns:p14="http://schemas.microsoft.com/office/powerpoint/2010/main" val="2353431146"/>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156. (d)</a:t>
            </a:r>
            <a:endParaRPr lang="en-IN" dirty="0"/>
          </a:p>
        </p:txBody>
      </p:sp>
    </p:spTree>
    <p:extLst>
      <p:ext uri="{BB962C8B-B14F-4D97-AF65-F5344CB8AC3E}">
        <p14:creationId xmlns:p14="http://schemas.microsoft.com/office/powerpoint/2010/main" val="679210300"/>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157. You will be taken care of by me.</a:t>
            </a:r>
          </a:p>
          <a:p>
            <a:r>
              <a:rPr lang="en-IN" sz="4400" dirty="0"/>
              <a:t>(a) I will be taking care of you.</a:t>
            </a:r>
          </a:p>
          <a:p>
            <a:r>
              <a:rPr lang="en-IN" sz="4400" dirty="0"/>
              <a:t>(b) I would take care of you.</a:t>
            </a:r>
          </a:p>
          <a:p>
            <a:r>
              <a:rPr lang="en-IN" sz="4400" dirty="0"/>
              <a:t>(c) I will take care of you.</a:t>
            </a:r>
          </a:p>
          <a:p>
            <a:r>
              <a:rPr lang="en-IN" sz="4400" dirty="0"/>
              <a:t>(d) I will being take care of you.</a:t>
            </a:r>
          </a:p>
        </p:txBody>
      </p:sp>
    </p:spTree>
    <p:extLst>
      <p:ext uri="{BB962C8B-B14F-4D97-AF65-F5344CB8AC3E}">
        <p14:creationId xmlns:p14="http://schemas.microsoft.com/office/powerpoint/2010/main" val="2904051132"/>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157. (c)</a:t>
            </a:r>
            <a:endParaRPr lang="en-IN" dirty="0"/>
          </a:p>
          <a:p>
            <a:endParaRPr lang="en-IN" dirty="0"/>
          </a:p>
          <a:p>
            <a:endParaRPr lang="en-IN" dirty="0"/>
          </a:p>
        </p:txBody>
      </p:sp>
    </p:spTree>
    <p:extLst>
      <p:ext uri="{BB962C8B-B14F-4D97-AF65-F5344CB8AC3E}">
        <p14:creationId xmlns:p14="http://schemas.microsoft.com/office/powerpoint/2010/main" val="2352437327"/>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158. Promises should be kept.</a:t>
            </a:r>
          </a:p>
          <a:p>
            <a:r>
              <a:rPr lang="en-IN" sz="4400" dirty="0"/>
              <a:t>(a) You must keep the promises.</a:t>
            </a:r>
          </a:p>
          <a:p>
            <a:r>
              <a:rPr lang="en-IN" sz="4400" dirty="0"/>
              <a:t>(b) We must keep their promises.</a:t>
            </a:r>
          </a:p>
          <a:p>
            <a:r>
              <a:rPr lang="en-IN" sz="4400" dirty="0"/>
              <a:t>(c) Kept the promises.</a:t>
            </a:r>
          </a:p>
          <a:p>
            <a:r>
              <a:rPr lang="en-IN" sz="4400" dirty="0"/>
              <a:t>(d) One should keep one's promises.</a:t>
            </a:r>
          </a:p>
        </p:txBody>
      </p:sp>
    </p:spTree>
    <p:extLst>
      <p:ext uri="{BB962C8B-B14F-4D97-AF65-F5344CB8AC3E}">
        <p14:creationId xmlns:p14="http://schemas.microsoft.com/office/powerpoint/2010/main" val="1626489616"/>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158. (d)</a:t>
            </a:r>
            <a:endParaRPr lang="en-IN" dirty="0"/>
          </a:p>
        </p:txBody>
      </p:sp>
    </p:spTree>
    <p:extLst>
      <p:ext uri="{BB962C8B-B14F-4D97-AF65-F5344CB8AC3E}">
        <p14:creationId xmlns:p14="http://schemas.microsoft.com/office/powerpoint/2010/main" val="1942766443"/>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159. Circumstances forced him to resign his post.</a:t>
            </a:r>
          </a:p>
          <a:p>
            <a:r>
              <a:rPr lang="en-IN" sz="4000" dirty="0"/>
              <a:t>(a) Circumstances make him to resign his post.</a:t>
            </a:r>
          </a:p>
          <a:p>
            <a:r>
              <a:rPr lang="en-IN" sz="4000" dirty="0"/>
              <a:t>(b) He was forced to resign his post.</a:t>
            </a:r>
          </a:p>
          <a:p>
            <a:r>
              <a:rPr lang="en-IN" sz="4000" dirty="0"/>
              <a:t>(c) He is forced to resign his post.</a:t>
            </a:r>
          </a:p>
          <a:p>
            <a:r>
              <a:rPr lang="en-IN" sz="4000" dirty="0"/>
              <a:t>(d) He is forced and resigned his post. .</a:t>
            </a:r>
          </a:p>
          <a:p>
            <a:endParaRPr lang="en-IN" sz="4000" dirty="0"/>
          </a:p>
          <a:p>
            <a:endParaRPr lang="en-IN" sz="4000" dirty="0"/>
          </a:p>
          <a:p>
            <a:endParaRPr lang="en-IN" sz="4000" dirty="0"/>
          </a:p>
          <a:p>
            <a:endParaRPr lang="en-IN" sz="4000" dirty="0"/>
          </a:p>
        </p:txBody>
      </p:sp>
    </p:spTree>
    <p:extLst>
      <p:ext uri="{BB962C8B-B14F-4D97-AF65-F5344CB8AC3E}">
        <p14:creationId xmlns:p14="http://schemas.microsoft.com/office/powerpoint/2010/main" val="2176684318"/>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159. (b)</a:t>
            </a:r>
            <a:endParaRPr lang="en-IN" dirty="0"/>
          </a:p>
        </p:txBody>
      </p:sp>
    </p:spTree>
    <p:extLst>
      <p:ext uri="{BB962C8B-B14F-4D97-AF65-F5344CB8AC3E}">
        <p14:creationId xmlns:p14="http://schemas.microsoft.com/office/powerpoint/2010/main" val="1469331038"/>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160. He would have written this essay in time.</a:t>
            </a:r>
          </a:p>
          <a:p>
            <a:r>
              <a:rPr lang="en-IN" sz="4000" dirty="0"/>
              <a:t>(a) The essay was written on time.</a:t>
            </a:r>
          </a:p>
          <a:p>
            <a:r>
              <a:rPr lang="en-IN" sz="4000" dirty="0"/>
              <a:t>(b) This essay would </a:t>
            </a:r>
            <a:r>
              <a:rPr lang="en-IN" sz="4000" dirty="0" err="1"/>
              <a:t>haye</a:t>
            </a:r>
            <a:r>
              <a:rPr lang="en-IN" sz="4000" dirty="0"/>
              <a:t> been written by him in time.</a:t>
            </a:r>
          </a:p>
          <a:p>
            <a:r>
              <a:rPr lang="en-IN" sz="4000" dirty="0"/>
              <a:t>(c) The essay was written by him in</a:t>
            </a:r>
          </a:p>
          <a:p>
            <a:r>
              <a:rPr lang="en-IN" sz="4000" dirty="0"/>
              <a:t>(d) He wrote the essay on time.</a:t>
            </a:r>
          </a:p>
        </p:txBody>
      </p:sp>
    </p:spTree>
    <p:extLst>
      <p:ext uri="{BB962C8B-B14F-4D97-AF65-F5344CB8AC3E}">
        <p14:creationId xmlns:p14="http://schemas.microsoft.com/office/powerpoint/2010/main" val="1792420123"/>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160. (b)</a:t>
            </a:r>
            <a:endParaRPr lang="en-IN" dirty="0"/>
          </a:p>
        </p:txBody>
      </p:sp>
    </p:spTree>
    <p:extLst>
      <p:ext uri="{BB962C8B-B14F-4D97-AF65-F5344CB8AC3E}">
        <p14:creationId xmlns:p14="http://schemas.microsoft.com/office/powerpoint/2010/main" val="51886489"/>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8048" y="434707"/>
            <a:ext cx="10515600" cy="4351338"/>
          </a:xfrm>
        </p:spPr>
        <p:txBody>
          <a:bodyPr>
            <a:noAutofit/>
          </a:bodyPr>
          <a:lstStyle/>
          <a:p>
            <a:r>
              <a:rPr lang="en-IN" sz="4000" b="1" dirty="0"/>
              <a:t>161. I give alms to the poor on Saturdays.</a:t>
            </a:r>
          </a:p>
          <a:p>
            <a:r>
              <a:rPr lang="en-IN" sz="4000" dirty="0"/>
              <a:t>(a) Alms are given to the poor by me on Saturdays.</a:t>
            </a:r>
          </a:p>
          <a:p>
            <a:r>
              <a:rPr lang="en-IN" sz="4000" dirty="0"/>
              <a:t>(b) Alms is given to the poor by me on Saturdays.</a:t>
            </a:r>
          </a:p>
          <a:p>
            <a:r>
              <a:rPr lang="en-IN" sz="4000" dirty="0"/>
              <a:t>(c) Alms are given to the </a:t>
            </a:r>
            <a:r>
              <a:rPr lang="en-IN" sz="4000" dirty="0" err="1"/>
              <a:t>poors</a:t>
            </a:r>
            <a:r>
              <a:rPr lang="en-IN" sz="4000" dirty="0"/>
              <a:t> by me on Saturdays.</a:t>
            </a:r>
          </a:p>
          <a:p>
            <a:r>
              <a:rPr lang="en-IN" sz="4000" dirty="0"/>
              <a:t>(d) Alms were given to the poor by me on Saturdays.</a:t>
            </a:r>
          </a:p>
        </p:txBody>
      </p:sp>
    </p:spTree>
    <p:extLst>
      <p:ext uri="{BB962C8B-B14F-4D97-AF65-F5344CB8AC3E}">
        <p14:creationId xmlns:p14="http://schemas.microsoft.com/office/powerpoint/2010/main" val="626214026"/>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161. (a)</a:t>
            </a:r>
            <a:endParaRPr lang="en-IN" dirty="0"/>
          </a:p>
        </p:txBody>
      </p:sp>
    </p:spTree>
    <p:extLst>
      <p:ext uri="{BB962C8B-B14F-4D97-AF65-F5344CB8AC3E}">
        <p14:creationId xmlns:p14="http://schemas.microsoft.com/office/powerpoint/2010/main" val="1050802981"/>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162. God helps the brave.</a:t>
            </a:r>
          </a:p>
          <a:p>
            <a:r>
              <a:rPr lang="en-IN" sz="4000" dirty="0"/>
              <a:t>(a) The brave is helped by God</a:t>
            </a:r>
          </a:p>
          <a:p>
            <a:r>
              <a:rPr lang="en-IN" sz="4000" dirty="0"/>
              <a:t>(b) The brave are helped by God</a:t>
            </a:r>
          </a:p>
          <a:p>
            <a:r>
              <a:rPr lang="en-IN" sz="4000" dirty="0"/>
              <a:t>(c) The brave are help by God</a:t>
            </a:r>
          </a:p>
          <a:p>
            <a:r>
              <a:rPr lang="en-IN" sz="4000" dirty="0"/>
              <a:t>(d) The brave helped by God</a:t>
            </a:r>
          </a:p>
          <a:p>
            <a:endParaRPr lang="en-IN" sz="4000" dirty="0"/>
          </a:p>
        </p:txBody>
      </p:sp>
    </p:spTree>
    <p:extLst>
      <p:ext uri="{BB962C8B-B14F-4D97-AF65-F5344CB8AC3E}">
        <p14:creationId xmlns:p14="http://schemas.microsoft.com/office/powerpoint/2010/main" val="3214334513"/>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162. (b)</a:t>
            </a:r>
          </a:p>
        </p:txBody>
      </p:sp>
    </p:spTree>
    <p:extLst>
      <p:ext uri="{BB962C8B-B14F-4D97-AF65-F5344CB8AC3E}">
        <p14:creationId xmlns:p14="http://schemas.microsoft.com/office/powerpoint/2010/main" val="1431668869"/>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163. I haven’t read Three </a:t>
            </a:r>
            <a:r>
              <a:rPr lang="en-IN" sz="4000" b="1" dirty="0" err="1"/>
              <a:t>Muskeeters</a:t>
            </a:r>
            <a:r>
              <a:rPr lang="en-IN" sz="4000" b="1" dirty="0"/>
              <a:t>.</a:t>
            </a:r>
          </a:p>
          <a:p>
            <a:r>
              <a:rPr lang="en-IN" sz="4000" dirty="0"/>
              <a:t>(a) Three </a:t>
            </a:r>
            <a:r>
              <a:rPr lang="en-IN" sz="4000" dirty="0" err="1"/>
              <a:t>Muskeeters</a:t>
            </a:r>
            <a:r>
              <a:rPr lang="en-IN" sz="4000" dirty="0"/>
              <a:t> have not been read by me.</a:t>
            </a:r>
          </a:p>
          <a:p>
            <a:r>
              <a:rPr lang="en-IN" sz="4000" dirty="0"/>
              <a:t>(b) Three </a:t>
            </a:r>
            <a:r>
              <a:rPr lang="en-IN" sz="4000" dirty="0" err="1"/>
              <a:t>Muskeeters</a:t>
            </a:r>
            <a:r>
              <a:rPr lang="en-IN" sz="4000" dirty="0"/>
              <a:t> has not been read by me.</a:t>
            </a:r>
          </a:p>
          <a:p>
            <a:r>
              <a:rPr lang="en-IN" sz="4000" dirty="0"/>
              <a:t>(c) Three </a:t>
            </a:r>
            <a:r>
              <a:rPr lang="en-IN" sz="4000" dirty="0" err="1"/>
              <a:t>Muskeeters</a:t>
            </a:r>
            <a:r>
              <a:rPr lang="en-IN" sz="4000" dirty="0"/>
              <a:t> has been not read by me.</a:t>
            </a:r>
          </a:p>
          <a:p>
            <a:r>
              <a:rPr lang="en-IN" sz="4000" dirty="0"/>
              <a:t>(d) Three </a:t>
            </a:r>
            <a:r>
              <a:rPr lang="en-IN" sz="4000" dirty="0" err="1"/>
              <a:t>Muskeeters</a:t>
            </a:r>
            <a:r>
              <a:rPr lang="en-IN" sz="4000" dirty="0"/>
              <a:t> has not been </a:t>
            </a:r>
            <a:r>
              <a:rPr lang="en-IN" sz="4000" dirty="0" err="1"/>
              <a:t>readed</a:t>
            </a:r>
            <a:r>
              <a:rPr lang="en-IN" sz="4000" dirty="0"/>
              <a:t> by me.</a:t>
            </a:r>
          </a:p>
        </p:txBody>
      </p:sp>
    </p:spTree>
    <p:extLst>
      <p:ext uri="{BB962C8B-B14F-4D97-AF65-F5344CB8AC3E}">
        <p14:creationId xmlns:p14="http://schemas.microsoft.com/office/powerpoint/2010/main" val="1926707547"/>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163. (b)</a:t>
            </a: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287924563"/>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470" y="254402"/>
            <a:ext cx="10515600" cy="6030487"/>
          </a:xfrm>
        </p:spPr>
        <p:txBody>
          <a:bodyPr>
            <a:noAutofit/>
          </a:bodyPr>
          <a:lstStyle/>
          <a:p>
            <a:r>
              <a:rPr lang="en-IN" sz="4000" b="1" dirty="0"/>
              <a:t>164. I am going to buy new spectacles tomorrow.</a:t>
            </a:r>
          </a:p>
          <a:p>
            <a:r>
              <a:rPr lang="en-IN" sz="4000" dirty="0"/>
              <a:t>(a) New spectacles are going to be bought by me tomorrow.</a:t>
            </a:r>
          </a:p>
          <a:p>
            <a:r>
              <a:rPr lang="en-IN" sz="4000" dirty="0"/>
              <a:t>(b) New spectacles is going to be bought by me tomorrow.</a:t>
            </a:r>
          </a:p>
          <a:p>
            <a:r>
              <a:rPr lang="en-IN" sz="4000" dirty="0"/>
              <a:t>(c) New spectacles are being bought by me tomorrow.</a:t>
            </a:r>
          </a:p>
          <a:p>
            <a:r>
              <a:rPr lang="en-IN" sz="4000" dirty="0"/>
              <a:t>(d) New spectacles are to be bought by me tomorrow.</a:t>
            </a:r>
          </a:p>
        </p:txBody>
      </p:sp>
    </p:spTree>
    <p:extLst>
      <p:ext uri="{BB962C8B-B14F-4D97-AF65-F5344CB8AC3E}">
        <p14:creationId xmlns:p14="http://schemas.microsoft.com/office/powerpoint/2010/main" val="3172695506"/>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164. (a)</a:t>
            </a:r>
            <a:endParaRPr lang="en-IN" dirty="0"/>
          </a:p>
        </p:txBody>
      </p:sp>
    </p:spTree>
    <p:extLst>
      <p:ext uri="{BB962C8B-B14F-4D97-AF65-F5344CB8AC3E}">
        <p14:creationId xmlns:p14="http://schemas.microsoft.com/office/powerpoint/2010/main" val="1563012591"/>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0775" y="473344"/>
            <a:ext cx="10515600" cy="4351338"/>
          </a:xfrm>
        </p:spPr>
        <p:txBody>
          <a:bodyPr>
            <a:noAutofit/>
          </a:bodyPr>
          <a:lstStyle/>
          <a:p>
            <a:r>
              <a:rPr lang="en-IN" sz="3600" b="1" dirty="0"/>
              <a:t>165. Our mothers use tongs while making </a:t>
            </a:r>
            <a:r>
              <a:rPr lang="en-IN" sz="3600" b="1" dirty="0" err="1"/>
              <a:t>chapaties</a:t>
            </a:r>
            <a:r>
              <a:rPr lang="en-IN" sz="3600" b="1" dirty="0"/>
              <a:t>.</a:t>
            </a:r>
          </a:p>
          <a:p>
            <a:r>
              <a:rPr lang="en-IN" sz="3600" dirty="0"/>
              <a:t>(a) Tongs are used by our mothers while making </a:t>
            </a:r>
            <a:r>
              <a:rPr lang="en-IN" sz="3600" dirty="0" err="1"/>
              <a:t>chapaties</a:t>
            </a:r>
            <a:r>
              <a:rPr lang="en-IN" sz="3600" dirty="0"/>
              <a:t>.</a:t>
            </a:r>
          </a:p>
          <a:p>
            <a:r>
              <a:rPr lang="en-IN" sz="3600" dirty="0"/>
              <a:t>(b) Tongs is used by our mothers while making </a:t>
            </a:r>
            <a:r>
              <a:rPr lang="en-IN" sz="3600" dirty="0" err="1"/>
              <a:t>chapaties</a:t>
            </a:r>
            <a:r>
              <a:rPr lang="en-IN" sz="3600" dirty="0"/>
              <a:t>.</a:t>
            </a:r>
          </a:p>
          <a:p>
            <a:r>
              <a:rPr lang="en-IN" sz="3600" dirty="0"/>
              <a:t>(c) Tongs are used by our mothers while </a:t>
            </a:r>
            <a:r>
              <a:rPr lang="en-IN" sz="3600" dirty="0" err="1"/>
              <a:t>chapaties</a:t>
            </a:r>
            <a:r>
              <a:rPr lang="en-IN" sz="3600" dirty="0"/>
              <a:t> are being made.</a:t>
            </a:r>
          </a:p>
          <a:p>
            <a:r>
              <a:rPr lang="en-IN" sz="3600" dirty="0"/>
              <a:t>(d) Tongs are use by our mothers while making </a:t>
            </a:r>
            <a:r>
              <a:rPr lang="en-IN" sz="3600" dirty="0" err="1"/>
              <a:t>chapaties</a:t>
            </a:r>
            <a:r>
              <a:rPr lang="en-IN" sz="3600" dirty="0"/>
              <a:t>.</a:t>
            </a:r>
          </a:p>
        </p:txBody>
      </p:sp>
    </p:spTree>
    <p:extLst>
      <p:ext uri="{BB962C8B-B14F-4D97-AF65-F5344CB8AC3E}">
        <p14:creationId xmlns:p14="http://schemas.microsoft.com/office/powerpoint/2010/main" val="357484685"/>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165. (a)</a:t>
            </a:r>
            <a:endParaRPr lang="en-IN" dirty="0"/>
          </a:p>
        </p:txBody>
      </p:sp>
    </p:spTree>
    <p:extLst>
      <p:ext uri="{BB962C8B-B14F-4D97-AF65-F5344CB8AC3E}">
        <p14:creationId xmlns:p14="http://schemas.microsoft.com/office/powerpoint/2010/main" val="2776736896"/>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166. I play Billiards during my free time.</a:t>
            </a:r>
          </a:p>
          <a:p>
            <a:r>
              <a:rPr lang="en-IN" sz="3600" dirty="0"/>
              <a:t>(a) Billiards are played by me during my free time.</a:t>
            </a:r>
          </a:p>
          <a:p>
            <a:r>
              <a:rPr lang="en-IN" sz="3600" dirty="0"/>
              <a:t>(b) Billiards were played by me during my free time.</a:t>
            </a:r>
          </a:p>
          <a:p>
            <a:r>
              <a:rPr lang="en-IN" sz="3600" dirty="0"/>
              <a:t>(c) Billiards are being played by me during my free time.</a:t>
            </a:r>
          </a:p>
          <a:p>
            <a:r>
              <a:rPr lang="en-IN" sz="3600" dirty="0"/>
              <a:t>(d) Billiards is played by me during my free time.</a:t>
            </a:r>
          </a:p>
        </p:txBody>
      </p:sp>
    </p:spTree>
    <p:extLst>
      <p:ext uri="{BB962C8B-B14F-4D97-AF65-F5344CB8AC3E}">
        <p14:creationId xmlns:p14="http://schemas.microsoft.com/office/powerpoint/2010/main" val="812730525"/>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166. (d)</a:t>
            </a:r>
            <a:endParaRPr lang="en-IN" dirty="0"/>
          </a:p>
        </p:txBody>
      </p:sp>
    </p:spTree>
    <p:extLst>
      <p:ext uri="{BB962C8B-B14F-4D97-AF65-F5344CB8AC3E}">
        <p14:creationId xmlns:p14="http://schemas.microsoft.com/office/powerpoint/2010/main" val="1735516443"/>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167. Have the car painted black.</a:t>
            </a:r>
          </a:p>
          <a:p>
            <a:r>
              <a:rPr lang="en-IN" sz="4000" dirty="0"/>
              <a:t>(a) Paint the car black.</a:t>
            </a:r>
          </a:p>
          <a:p>
            <a:r>
              <a:rPr lang="en-IN" sz="4000" dirty="0"/>
              <a:t>(b) I have painted the car black.</a:t>
            </a:r>
          </a:p>
          <a:p>
            <a:r>
              <a:rPr lang="en-IN" sz="4000" dirty="0"/>
              <a:t>(c) Get someone to paint the car black .</a:t>
            </a:r>
          </a:p>
          <a:p>
            <a:r>
              <a:rPr lang="en-IN" sz="4000" dirty="0"/>
              <a:t>(d) Black has been painted by the car.</a:t>
            </a:r>
          </a:p>
          <a:p>
            <a:endParaRPr lang="en-IN" sz="4000" dirty="0"/>
          </a:p>
          <a:p>
            <a:endParaRPr lang="en-IN" sz="4000" dirty="0"/>
          </a:p>
          <a:p>
            <a:endParaRPr lang="en-IN" sz="4000" dirty="0"/>
          </a:p>
          <a:p>
            <a:endParaRPr lang="en-IN" sz="4000" dirty="0"/>
          </a:p>
          <a:p>
            <a:endParaRPr lang="en-IN" sz="4000" dirty="0"/>
          </a:p>
          <a:p>
            <a:endParaRPr lang="en-IN" sz="4000" dirty="0"/>
          </a:p>
        </p:txBody>
      </p:sp>
    </p:spTree>
    <p:extLst>
      <p:ext uri="{BB962C8B-B14F-4D97-AF65-F5344CB8AC3E}">
        <p14:creationId xmlns:p14="http://schemas.microsoft.com/office/powerpoint/2010/main" val="3317651726"/>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167. (c)</a:t>
            </a:r>
            <a:endParaRPr lang="en-IN" dirty="0"/>
          </a:p>
        </p:txBody>
      </p:sp>
    </p:spTree>
    <p:extLst>
      <p:ext uri="{BB962C8B-B14F-4D97-AF65-F5344CB8AC3E}">
        <p14:creationId xmlns:p14="http://schemas.microsoft.com/office/powerpoint/2010/main" val="2857772137"/>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168. Who has stolen my binoculars?</a:t>
            </a:r>
          </a:p>
          <a:p>
            <a:r>
              <a:rPr lang="en-IN" sz="4000" dirty="0"/>
              <a:t>(a) By whom my binoculars have been stolen?</a:t>
            </a:r>
          </a:p>
          <a:p>
            <a:r>
              <a:rPr lang="en-IN" sz="4000" dirty="0"/>
              <a:t>(b) By whom have my binoculars been stolen?</a:t>
            </a:r>
          </a:p>
          <a:p>
            <a:r>
              <a:rPr lang="en-IN" sz="4000" dirty="0"/>
              <a:t>(c) By whom has my binoculars been stolen?</a:t>
            </a:r>
          </a:p>
          <a:p>
            <a:r>
              <a:rPr lang="en-IN" sz="4000" dirty="0"/>
              <a:t>(d) By whom my binoculars has been stolen?</a:t>
            </a:r>
          </a:p>
        </p:txBody>
      </p:sp>
    </p:spTree>
    <p:extLst>
      <p:ext uri="{BB962C8B-B14F-4D97-AF65-F5344CB8AC3E}">
        <p14:creationId xmlns:p14="http://schemas.microsoft.com/office/powerpoint/2010/main" val="2772990896"/>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168. (b)</a:t>
            </a:r>
            <a:endParaRPr lang="en-IN" dirty="0"/>
          </a:p>
        </p:txBody>
      </p:sp>
    </p:spTree>
    <p:extLst>
      <p:ext uri="{BB962C8B-B14F-4D97-AF65-F5344CB8AC3E}">
        <p14:creationId xmlns:p14="http://schemas.microsoft.com/office/powerpoint/2010/main" val="4294515678"/>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6533" y="421828"/>
            <a:ext cx="10515600" cy="4351338"/>
          </a:xfrm>
        </p:spPr>
        <p:txBody>
          <a:bodyPr>
            <a:noAutofit/>
          </a:bodyPr>
          <a:lstStyle/>
          <a:p>
            <a:r>
              <a:rPr lang="en-IN" sz="4000" b="1" dirty="0"/>
              <a:t>169. He has been arrested and sent to jail.</a:t>
            </a:r>
          </a:p>
          <a:p>
            <a:r>
              <a:rPr lang="en-IN" sz="4000" dirty="0"/>
              <a:t>(a) The police arrested him and the court sent him to jail.</a:t>
            </a:r>
          </a:p>
          <a:p>
            <a:r>
              <a:rPr lang="en-IN" sz="4000" dirty="0"/>
              <a:t>(b) The police has arrested him and the court have sent him to jail.</a:t>
            </a:r>
          </a:p>
          <a:p>
            <a:r>
              <a:rPr lang="en-IN" sz="4000" dirty="0"/>
              <a:t>(c) The police have arrested him and the court has sent him to jail.</a:t>
            </a:r>
          </a:p>
          <a:p>
            <a:r>
              <a:rPr lang="en-IN" sz="4000" dirty="0"/>
              <a:t>(d) The police has arrested him and the court has sent him to jail.</a:t>
            </a:r>
          </a:p>
        </p:txBody>
      </p:sp>
    </p:spTree>
    <p:extLst>
      <p:ext uri="{BB962C8B-B14F-4D97-AF65-F5344CB8AC3E}">
        <p14:creationId xmlns:p14="http://schemas.microsoft.com/office/powerpoint/2010/main" val="390023942"/>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169. (c)</a:t>
            </a:r>
            <a:endParaRPr lang="en-IN" dirty="0"/>
          </a:p>
          <a:p>
            <a:endParaRPr lang="en-IN" dirty="0"/>
          </a:p>
        </p:txBody>
      </p:sp>
    </p:spTree>
    <p:extLst>
      <p:ext uri="{BB962C8B-B14F-4D97-AF65-F5344CB8AC3E}">
        <p14:creationId xmlns:p14="http://schemas.microsoft.com/office/powerpoint/2010/main" val="1414132490"/>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2138" y="331675"/>
            <a:ext cx="10515600" cy="6262308"/>
          </a:xfrm>
        </p:spPr>
        <p:txBody>
          <a:bodyPr>
            <a:normAutofit/>
          </a:bodyPr>
          <a:lstStyle/>
          <a:p>
            <a:r>
              <a:rPr lang="en-IN" b="1" dirty="0"/>
              <a:t>170. Anna and his team hope to fight corruption with Jan </a:t>
            </a:r>
            <a:r>
              <a:rPr lang="en-IN" b="1" dirty="0" err="1"/>
              <a:t>Lokpal</a:t>
            </a:r>
            <a:r>
              <a:rPr lang="en-IN" b="1" dirty="0"/>
              <a:t> Bill.</a:t>
            </a:r>
          </a:p>
          <a:p>
            <a:r>
              <a:rPr lang="en-IN" dirty="0"/>
              <a:t>(a) It is hoped by Anna and his team that they would fight corruption by Jan </a:t>
            </a:r>
            <a:r>
              <a:rPr lang="en-IN" dirty="0" err="1"/>
              <a:t>Lokpal</a:t>
            </a:r>
            <a:r>
              <a:rPr lang="en-IN" dirty="0"/>
              <a:t> Bill .</a:t>
            </a:r>
          </a:p>
          <a:p>
            <a:r>
              <a:rPr lang="en-IN" dirty="0"/>
              <a:t>(b) To fight corruption is been hoped by Anna and his team by Jan </a:t>
            </a:r>
            <a:r>
              <a:rPr lang="en-IN" dirty="0" err="1"/>
              <a:t>Lokpal</a:t>
            </a:r>
            <a:r>
              <a:rPr lang="en-IN" dirty="0"/>
              <a:t> Bill.</a:t>
            </a:r>
          </a:p>
          <a:p>
            <a:r>
              <a:rPr lang="en-IN" dirty="0"/>
              <a:t>(c) To fight corruption was being hoped by Anna and his team by Jan </a:t>
            </a:r>
            <a:r>
              <a:rPr lang="en-IN" dirty="0" err="1"/>
              <a:t>Lokpal</a:t>
            </a:r>
            <a:r>
              <a:rPr lang="en-IN" dirty="0"/>
              <a:t> Bill.</a:t>
            </a:r>
          </a:p>
          <a:p>
            <a:r>
              <a:rPr lang="en-IN" dirty="0"/>
              <a:t>(d) To fight corruption is being hoping by Anna and his team by Jan </a:t>
            </a:r>
            <a:r>
              <a:rPr lang="en-IN" dirty="0" err="1"/>
              <a:t>Lokpal</a:t>
            </a:r>
            <a:r>
              <a:rPr lang="en-IN" dirty="0"/>
              <a:t> Bill.</a:t>
            </a:r>
          </a:p>
        </p:txBody>
      </p:sp>
    </p:spTree>
    <p:extLst>
      <p:ext uri="{BB962C8B-B14F-4D97-AF65-F5344CB8AC3E}">
        <p14:creationId xmlns:p14="http://schemas.microsoft.com/office/powerpoint/2010/main" val="2883338759"/>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170. (a)</a:t>
            </a:r>
            <a:endParaRPr lang="en-IN" dirty="0"/>
          </a:p>
        </p:txBody>
      </p:sp>
    </p:spTree>
    <p:extLst>
      <p:ext uri="{BB962C8B-B14F-4D97-AF65-F5344CB8AC3E}">
        <p14:creationId xmlns:p14="http://schemas.microsoft.com/office/powerpoint/2010/main" val="225166628"/>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3600" b="1" dirty="0"/>
              <a:t>171. The Greeks expected to conquer </a:t>
            </a:r>
            <a:r>
              <a:rPr lang="en-IN" sz="3600" b="1" dirty="0" err="1"/>
              <a:t>Carthrage</a:t>
            </a:r>
            <a:r>
              <a:rPr lang="en-IN" sz="3600" b="1" dirty="0"/>
              <a:t>.</a:t>
            </a:r>
          </a:p>
          <a:p>
            <a:r>
              <a:rPr lang="en-IN" sz="3600" dirty="0"/>
              <a:t>(a) People expected the Greeks to conquer </a:t>
            </a:r>
            <a:r>
              <a:rPr lang="en-IN" sz="3600" dirty="0" err="1"/>
              <a:t>Carthrage</a:t>
            </a:r>
            <a:r>
              <a:rPr lang="en-IN" sz="3600" dirty="0"/>
              <a:t>.</a:t>
            </a:r>
          </a:p>
          <a:p>
            <a:r>
              <a:rPr lang="en-IN" sz="3600" dirty="0"/>
              <a:t>(b) It was expected by the Greeks to conquer </a:t>
            </a:r>
            <a:r>
              <a:rPr lang="en-IN" sz="3600" dirty="0" err="1"/>
              <a:t>Carthrage</a:t>
            </a:r>
            <a:r>
              <a:rPr lang="en-IN" sz="3600" dirty="0"/>
              <a:t>.</a:t>
            </a:r>
          </a:p>
          <a:p>
            <a:r>
              <a:rPr lang="en-IN" sz="3600" dirty="0"/>
              <a:t>(c) To conquer </a:t>
            </a:r>
            <a:r>
              <a:rPr lang="en-IN" sz="3600" dirty="0" err="1"/>
              <a:t>Carthrage</a:t>
            </a:r>
            <a:r>
              <a:rPr lang="en-IN" sz="3600" dirty="0"/>
              <a:t> was expected by the Greeks.</a:t>
            </a:r>
          </a:p>
          <a:p>
            <a:r>
              <a:rPr lang="en-IN" sz="3600" dirty="0"/>
              <a:t>(d) </a:t>
            </a:r>
            <a:r>
              <a:rPr lang="en-IN" sz="3600" dirty="0" err="1"/>
              <a:t>Carthrage</a:t>
            </a:r>
            <a:r>
              <a:rPr lang="en-IN" sz="3600" dirty="0"/>
              <a:t> was expected to be conquered by the Greeks.</a:t>
            </a:r>
          </a:p>
        </p:txBody>
      </p:sp>
    </p:spTree>
    <p:extLst>
      <p:ext uri="{BB962C8B-B14F-4D97-AF65-F5344CB8AC3E}">
        <p14:creationId xmlns:p14="http://schemas.microsoft.com/office/powerpoint/2010/main" val="2843310885"/>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171. (b)</a:t>
            </a:r>
          </a:p>
        </p:txBody>
      </p:sp>
    </p:spTree>
    <p:extLst>
      <p:ext uri="{BB962C8B-B14F-4D97-AF65-F5344CB8AC3E}">
        <p14:creationId xmlns:p14="http://schemas.microsoft.com/office/powerpoint/2010/main" val="3806151314"/>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172. Rome was not built in a day.</a:t>
            </a:r>
          </a:p>
          <a:p>
            <a:r>
              <a:rPr lang="en-IN" sz="4000" dirty="0"/>
              <a:t>(a) They did not build Rome in a day.</a:t>
            </a:r>
          </a:p>
          <a:p>
            <a:r>
              <a:rPr lang="en-IN" sz="4000" dirty="0"/>
              <a:t>(b) They could not build Rome in a day.</a:t>
            </a:r>
          </a:p>
          <a:p>
            <a:r>
              <a:rPr lang="en-IN" sz="4000" dirty="0"/>
              <a:t>(c) The Romans did not build Rome in a day.</a:t>
            </a:r>
          </a:p>
          <a:p>
            <a:r>
              <a:rPr lang="en-IN" sz="4000" dirty="0"/>
              <a:t>(d) They have not built Rome in a day.</a:t>
            </a:r>
          </a:p>
        </p:txBody>
      </p:sp>
    </p:spTree>
    <p:extLst>
      <p:ext uri="{BB962C8B-B14F-4D97-AF65-F5344CB8AC3E}">
        <p14:creationId xmlns:p14="http://schemas.microsoft.com/office/powerpoint/2010/main" val="3102258059"/>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172. (c)</a:t>
            </a:r>
            <a:endParaRPr lang="en-IN" dirty="0"/>
          </a:p>
        </p:txBody>
      </p:sp>
    </p:spTree>
    <p:extLst>
      <p:ext uri="{BB962C8B-B14F-4D97-AF65-F5344CB8AC3E}">
        <p14:creationId xmlns:p14="http://schemas.microsoft.com/office/powerpoint/2010/main" val="594941259"/>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0927" y="357433"/>
            <a:ext cx="10515600" cy="4351338"/>
          </a:xfrm>
        </p:spPr>
        <p:txBody>
          <a:bodyPr>
            <a:noAutofit/>
          </a:bodyPr>
          <a:lstStyle/>
          <a:p>
            <a:r>
              <a:rPr lang="en-IN" sz="3600" b="1" dirty="0"/>
              <a:t>173. The ship is being taken to safe water by the Captain and not his crew.</a:t>
            </a:r>
          </a:p>
          <a:p>
            <a:r>
              <a:rPr lang="en-IN" sz="3600" dirty="0"/>
              <a:t>(a) The Captain and not his crew is taking the ship to safe water.</a:t>
            </a:r>
          </a:p>
          <a:p>
            <a:r>
              <a:rPr lang="en-IN" sz="3600" dirty="0"/>
              <a:t>(b) The Captain and not his crew are taking the ship to safe water.</a:t>
            </a:r>
          </a:p>
          <a:p>
            <a:r>
              <a:rPr lang="en-IN" sz="3600" dirty="0"/>
              <a:t>(c) The Captain and not his crew have taken the ship to safe water.</a:t>
            </a:r>
          </a:p>
          <a:p>
            <a:r>
              <a:rPr lang="en-IN" sz="3600" dirty="0"/>
              <a:t>(d) The Captain and not his crew is being taking the ship to safe water.</a:t>
            </a:r>
          </a:p>
          <a:p>
            <a:endParaRPr lang="en-IN" sz="3600" dirty="0"/>
          </a:p>
          <a:p>
            <a:endParaRPr lang="en-IN" sz="3600" dirty="0"/>
          </a:p>
          <a:p>
            <a:endParaRPr lang="en-IN" sz="3600" dirty="0"/>
          </a:p>
        </p:txBody>
      </p:sp>
    </p:spTree>
    <p:extLst>
      <p:ext uri="{BB962C8B-B14F-4D97-AF65-F5344CB8AC3E}">
        <p14:creationId xmlns:p14="http://schemas.microsoft.com/office/powerpoint/2010/main" val="2732571981"/>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173. (a)</a:t>
            </a:r>
            <a:endParaRPr lang="en-IN" dirty="0"/>
          </a:p>
          <a:p>
            <a:endParaRPr lang="en-IN" dirty="0"/>
          </a:p>
        </p:txBody>
      </p:sp>
    </p:spTree>
    <p:extLst>
      <p:ext uri="{BB962C8B-B14F-4D97-AF65-F5344CB8AC3E}">
        <p14:creationId xmlns:p14="http://schemas.microsoft.com/office/powerpoint/2010/main" val="1930706822"/>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7425"/>
            <a:ext cx="10515600" cy="6009538"/>
          </a:xfrm>
        </p:spPr>
        <p:txBody>
          <a:bodyPr>
            <a:normAutofit/>
          </a:bodyPr>
          <a:lstStyle/>
          <a:p>
            <a:r>
              <a:rPr lang="en-IN" b="1" dirty="0"/>
              <a:t>174. Strong Anti-Corruption law is liked by neither the Central Government nor the State Governments.</a:t>
            </a:r>
          </a:p>
          <a:p>
            <a:r>
              <a:rPr lang="en-IN" dirty="0"/>
              <a:t>(a) Neither the Central Government nor the State Governments likes strong Anti-Corruption law.</a:t>
            </a:r>
          </a:p>
          <a:p>
            <a:r>
              <a:rPr lang="en-IN" dirty="0"/>
              <a:t>(b) Neither the Central Government nor the State Governments like strong Anti-Corruption law.</a:t>
            </a:r>
          </a:p>
          <a:p>
            <a:r>
              <a:rPr lang="en-IN" dirty="0"/>
              <a:t>(c) Neither the Central Government nor the State Governments liked strong Anti-Corruption law.</a:t>
            </a:r>
          </a:p>
          <a:p>
            <a:r>
              <a:rPr lang="en-IN" dirty="0"/>
              <a:t>(d) Neither the Central Government nor the State Governments are liking strong Anti-Corruption law.</a:t>
            </a:r>
          </a:p>
        </p:txBody>
      </p:sp>
    </p:spTree>
    <p:extLst>
      <p:ext uri="{BB962C8B-B14F-4D97-AF65-F5344CB8AC3E}">
        <p14:creationId xmlns:p14="http://schemas.microsoft.com/office/powerpoint/2010/main" val="2964225052"/>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174. (b)</a:t>
            </a:r>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641866931"/>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1820"/>
            <a:ext cx="10515600" cy="5945143"/>
          </a:xfrm>
        </p:spPr>
        <p:txBody>
          <a:bodyPr>
            <a:normAutofit/>
          </a:bodyPr>
          <a:lstStyle/>
          <a:p>
            <a:r>
              <a:rPr lang="en-IN" sz="3600" b="1" dirty="0"/>
              <a:t>175. If you cannot change the master, you cannot change the destiny.</a:t>
            </a:r>
          </a:p>
          <a:p>
            <a:r>
              <a:rPr lang="en-IN" sz="3600" dirty="0"/>
              <a:t>(a) The destiny cannot be changed if masters cannot change.</a:t>
            </a:r>
          </a:p>
          <a:p>
            <a:r>
              <a:rPr lang="en-IN" sz="3600" dirty="0"/>
              <a:t>(b) The destiny could not be changed if masters cannot be changed.</a:t>
            </a:r>
          </a:p>
          <a:p>
            <a:r>
              <a:rPr lang="en-IN" sz="3600" dirty="0"/>
              <a:t>(c) The destiny cannot change if masters cannot be changed.</a:t>
            </a:r>
          </a:p>
          <a:p>
            <a:r>
              <a:rPr lang="en-IN" sz="3600" dirty="0"/>
              <a:t>(d) The destiny cannot be changed if masters cannot be changed.</a:t>
            </a:r>
          </a:p>
          <a:p>
            <a:endParaRPr lang="en-IN" sz="3600" dirty="0"/>
          </a:p>
          <a:p>
            <a:endParaRPr lang="en-IN" sz="3600" dirty="0"/>
          </a:p>
          <a:p>
            <a:endParaRPr lang="en-IN" sz="3600" dirty="0"/>
          </a:p>
          <a:p>
            <a:endParaRPr lang="en-IN" sz="3600" dirty="0"/>
          </a:p>
          <a:p>
            <a:endParaRPr lang="en-IN" sz="3600" dirty="0"/>
          </a:p>
          <a:p>
            <a:endParaRPr lang="en-IN" sz="3600" dirty="0"/>
          </a:p>
        </p:txBody>
      </p:sp>
    </p:spTree>
    <p:extLst>
      <p:ext uri="{BB962C8B-B14F-4D97-AF65-F5344CB8AC3E}">
        <p14:creationId xmlns:p14="http://schemas.microsoft.com/office/powerpoint/2010/main" val="3524330778"/>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175. (d)</a:t>
            </a:r>
            <a:endParaRPr lang="en-IN" dirty="0"/>
          </a:p>
        </p:txBody>
      </p:sp>
    </p:spTree>
    <p:extLst>
      <p:ext uri="{BB962C8B-B14F-4D97-AF65-F5344CB8AC3E}">
        <p14:creationId xmlns:p14="http://schemas.microsoft.com/office/powerpoint/2010/main" val="4223615760"/>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176. The curd smelt sour.</a:t>
            </a:r>
          </a:p>
          <a:p>
            <a:r>
              <a:rPr lang="en-IN" sz="4000" dirty="0"/>
              <a:t>(a) The curd is sour when smelt.</a:t>
            </a:r>
          </a:p>
          <a:p>
            <a:r>
              <a:rPr lang="en-IN" sz="4000" dirty="0"/>
              <a:t>(b) The curd was sour when it was smelling.</a:t>
            </a:r>
          </a:p>
          <a:p>
            <a:r>
              <a:rPr lang="en-IN" sz="4000" dirty="0"/>
              <a:t>(c) The curd was sour when it was smelt.</a:t>
            </a:r>
          </a:p>
          <a:p>
            <a:r>
              <a:rPr lang="en-IN" sz="4000" dirty="0"/>
              <a:t>(d) The curd is sour when it was smelt.</a:t>
            </a:r>
          </a:p>
        </p:txBody>
      </p:sp>
    </p:spTree>
    <p:extLst>
      <p:ext uri="{BB962C8B-B14F-4D97-AF65-F5344CB8AC3E}">
        <p14:creationId xmlns:p14="http://schemas.microsoft.com/office/powerpoint/2010/main" val="118449510"/>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176. (c)</a:t>
            </a:r>
            <a:endParaRPr lang="en-IN" dirty="0"/>
          </a:p>
        </p:txBody>
      </p:sp>
    </p:spTree>
    <p:extLst>
      <p:ext uri="{BB962C8B-B14F-4D97-AF65-F5344CB8AC3E}">
        <p14:creationId xmlns:p14="http://schemas.microsoft.com/office/powerpoint/2010/main" val="4192481265"/>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0318" y="138492"/>
            <a:ext cx="10515600" cy="4351338"/>
          </a:xfrm>
        </p:spPr>
        <p:txBody>
          <a:bodyPr>
            <a:noAutofit/>
          </a:bodyPr>
          <a:lstStyle/>
          <a:p>
            <a:r>
              <a:rPr lang="en-IN" sz="3600" b="1" dirty="0"/>
              <a:t>177. People are not going to tolerate Government’s despotism.</a:t>
            </a:r>
          </a:p>
          <a:p>
            <a:r>
              <a:rPr lang="en-IN" sz="3600" dirty="0"/>
              <a:t>(a) Government’s despotism is not going to be tolerated by people.</a:t>
            </a:r>
          </a:p>
          <a:p>
            <a:r>
              <a:rPr lang="en-IN" sz="3600" dirty="0"/>
              <a:t>(b) Government’s despotism was not going to be tolerated by people.</a:t>
            </a:r>
          </a:p>
          <a:p>
            <a:r>
              <a:rPr lang="en-IN" sz="3600" dirty="0"/>
              <a:t>(c) Government’s despotism is not being tolerated by people.</a:t>
            </a:r>
          </a:p>
          <a:p>
            <a:r>
              <a:rPr lang="en-IN" sz="3600" dirty="0"/>
              <a:t>(d) Government’s despotism is not to be tolerated by people.</a:t>
            </a:r>
          </a:p>
        </p:txBody>
      </p:sp>
    </p:spTree>
    <p:extLst>
      <p:ext uri="{BB962C8B-B14F-4D97-AF65-F5344CB8AC3E}">
        <p14:creationId xmlns:p14="http://schemas.microsoft.com/office/powerpoint/2010/main" val="1096138482"/>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177. (a)</a:t>
            </a:r>
            <a:endParaRPr lang="en-IN" dirty="0"/>
          </a:p>
        </p:txBody>
      </p:sp>
    </p:spTree>
    <p:extLst>
      <p:ext uri="{BB962C8B-B14F-4D97-AF65-F5344CB8AC3E}">
        <p14:creationId xmlns:p14="http://schemas.microsoft.com/office/powerpoint/2010/main" val="2023334840"/>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178. He is writing a letter.</a:t>
            </a:r>
          </a:p>
          <a:p>
            <a:r>
              <a:rPr lang="en-IN" sz="4000" dirty="0"/>
              <a:t>(a) A letter is being written by him.</a:t>
            </a:r>
          </a:p>
          <a:p>
            <a:r>
              <a:rPr lang="en-IN" sz="4000" dirty="0"/>
              <a:t>(b) A letter is written by him.</a:t>
            </a:r>
          </a:p>
          <a:p>
            <a:r>
              <a:rPr lang="en-IN" sz="4000" dirty="0"/>
              <a:t>(c) A letter has been written by him.</a:t>
            </a:r>
          </a:p>
          <a:p>
            <a:r>
              <a:rPr lang="en-IN" sz="4000" dirty="0"/>
              <a:t>(d) Let a letter be written by him.</a:t>
            </a:r>
          </a:p>
        </p:txBody>
      </p:sp>
    </p:spTree>
    <p:extLst>
      <p:ext uri="{BB962C8B-B14F-4D97-AF65-F5344CB8AC3E}">
        <p14:creationId xmlns:p14="http://schemas.microsoft.com/office/powerpoint/2010/main" val="3742732639"/>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178. (a)</a:t>
            </a:r>
            <a:endParaRPr lang="en-IN" dirty="0"/>
          </a:p>
          <a:p>
            <a:endParaRPr lang="en-IN" dirty="0"/>
          </a:p>
        </p:txBody>
      </p:sp>
    </p:spTree>
    <p:extLst>
      <p:ext uri="{BB962C8B-B14F-4D97-AF65-F5344CB8AC3E}">
        <p14:creationId xmlns:p14="http://schemas.microsoft.com/office/powerpoint/2010/main" val="1602942477"/>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sz="4000" b="1" dirty="0"/>
              <a:t>179. The man cut the tree into thin strips.</a:t>
            </a:r>
          </a:p>
          <a:p>
            <a:r>
              <a:rPr lang="en-IN" sz="4000" b="1" dirty="0"/>
              <a:t>(a) The tree was cut into thin strips by the man.</a:t>
            </a:r>
          </a:p>
          <a:p>
            <a:r>
              <a:rPr lang="en-IN" sz="4000" b="1" dirty="0"/>
              <a:t>(b) The tree cut itself into thin strips by the man.</a:t>
            </a:r>
          </a:p>
          <a:p>
            <a:r>
              <a:rPr lang="en-IN" sz="4000" b="1" dirty="0"/>
              <a:t>(c) The tree has cut into thin strips by the man.</a:t>
            </a:r>
          </a:p>
          <a:p>
            <a:r>
              <a:rPr lang="en-IN" sz="4000" b="1" dirty="0"/>
              <a:t>(d) The tree can be cut into thin strips by the man.</a:t>
            </a:r>
          </a:p>
        </p:txBody>
      </p:sp>
    </p:spTree>
    <p:extLst>
      <p:ext uri="{BB962C8B-B14F-4D97-AF65-F5344CB8AC3E}">
        <p14:creationId xmlns:p14="http://schemas.microsoft.com/office/powerpoint/2010/main" val="3620954189"/>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179. (a)</a:t>
            </a:r>
            <a:endParaRPr lang="en-IN" dirty="0"/>
          </a:p>
          <a:p>
            <a:endParaRPr lang="en-IN" dirty="0"/>
          </a:p>
        </p:txBody>
      </p:sp>
    </p:spTree>
    <p:extLst>
      <p:ext uri="{BB962C8B-B14F-4D97-AF65-F5344CB8AC3E}">
        <p14:creationId xmlns:p14="http://schemas.microsoft.com/office/powerpoint/2010/main" val="3976278099"/>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9259" y="177129"/>
            <a:ext cx="10515600" cy="6352460"/>
          </a:xfrm>
        </p:spPr>
        <p:txBody>
          <a:bodyPr>
            <a:noAutofit/>
          </a:bodyPr>
          <a:lstStyle/>
          <a:p>
            <a:r>
              <a:rPr lang="en-IN" sz="4000" b="1" dirty="0"/>
              <a:t>180. My father gave me a hundred rupee note yesterday.</a:t>
            </a:r>
          </a:p>
          <a:p>
            <a:r>
              <a:rPr lang="en-IN" sz="4000" dirty="0"/>
              <a:t>(a) A hundred rupee note was given to me by my father yesterday.</a:t>
            </a:r>
          </a:p>
          <a:p>
            <a:r>
              <a:rPr lang="en-IN" sz="4000" dirty="0"/>
              <a:t>(b) A hundred rupee note was being given to me by my father.</a:t>
            </a:r>
          </a:p>
          <a:p>
            <a:r>
              <a:rPr lang="en-IN" sz="4000" dirty="0"/>
              <a:t>(c) A hundred rupee note had been given to me by my father.</a:t>
            </a:r>
          </a:p>
          <a:p>
            <a:r>
              <a:rPr lang="en-IN" sz="4000" dirty="0"/>
              <a:t>(d) Yesterday, my father was given a hundred rupee note by me.</a:t>
            </a:r>
          </a:p>
          <a:p>
            <a:endParaRPr lang="en-IN" sz="4000" dirty="0"/>
          </a:p>
          <a:p>
            <a:endParaRPr lang="en-IN" sz="4000" dirty="0"/>
          </a:p>
        </p:txBody>
      </p:sp>
    </p:spTree>
    <p:extLst>
      <p:ext uri="{BB962C8B-B14F-4D97-AF65-F5344CB8AC3E}">
        <p14:creationId xmlns:p14="http://schemas.microsoft.com/office/powerpoint/2010/main" val="41272590"/>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180. (a)</a:t>
            </a:r>
          </a:p>
          <a:p>
            <a:endParaRPr lang="en-IN" dirty="0"/>
          </a:p>
        </p:txBody>
      </p:sp>
    </p:spTree>
    <p:extLst>
      <p:ext uri="{BB962C8B-B14F-4D97-AF65-F5344CB8AC3E}">
        <p14:creationId xmlns:p14="http://schemas.microsoft.com/office/powerpoint/2010/main" val="2477418977"/>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4000" b="1" dirty="0"/>
              <a:t>181. The pilot landed the plane safely.</a:t>
            </a:r>
          </a:p>
          <a:p>
            <a:r>
              <a:rPr lang="en-IN" sz="4000" dirty="0"/>
              <a:t>(a) The plane had been landed safely by the pilot.</a:t>
            </a:r>
          </a:p>
          <a:p>
            <a:r>
              <a:rPr lang="en-IN" sz="4000" dirty="0"/>
              <a:t>(b) The plane was landed safely by the pilot.</a:t>
            </a:r>
          </a:p>
          <a:p>
            <a:r>
              <a:rPr lang="en-IN" sz="4000" dirty="0"/>
              <a:t>(c) The plane has been landed safely by the pilot.</a:t>
            </a:r>
          </a:p>
          <a:p>
            <a:r>
              <a:rPr lang="en-IN" sz="4000" dirty="0"/>
              <a:t>(d) The plane was to be landed safely by the pilot.</a:t>
            </a:r>
          </a:p>
        </p:txBody>
      </p:sp>
    </p:spTree>
    <p:extLst>
      <p:ext uri="{BB962C8B-B14F-4D97-AF65-F5344CB8AC3E}">
        <p14:creationId xmlns:p14="http://schemas.microsoft.com/office/powerpoint/2010/main" val="1303287783"/>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181. (b)</a:t>
            </a:r>
            <a:endParaRPr lang="en-IN" dirty="0"/>
          </a:p>
        </p:txBody>
      </p:sp>
    </p:spTree>
    <p:extLst>
      <p:ext uri="{BB962C8B-B14F-4D97-AF65-F5344CB8AC3E}">
        <p14:creationId xmlns:p14="http://schemas.microsoft.com/office/powerpoint/2010/main" val="4068876201"/>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182. </a:t>
            </a:r>
            <a:r>
              <a:rPr lang="en-IN" sz="4000" b="1" dirty="0" err="1"/>
              <a:t>Abha</a:t>
            </a:r>
            <a:r>
              <a:rPr lang="en-IN" sz="4000" b="1" dirty="0"/>
              <a:t> sent me a card.</a:t>
            </a:r>
          </a:p>
          <a:p>
            <a:r>
              <a:rPr lang="en-IN" sz="4000" dirty="0"/>
              <a:t>(a) A card will be send to me by </a:t>
            </a:r>
            <a:r>
              <a:rPr lang="en-IN" sz="4000" dirty="0" err="1"/>
              <a:t>Abha</a:t>
            </a:r>
            <a:r>
              <a:rPr lang="en-IN" sz="4000" dirty="0"/>
              <a:t>.</a:t>
            </a:r>
          </a:p>
          <a:p>
            <a:r>
              <a:rPr lang="en-IN" sz="4000" dirty="0"/>
              <a:t>(b) A card was sent to me by </a:t>
            </a:r>
            <a:r>
              <a:rPr lang="en-IN" sz="4000" dirty="0" err="1"/>
              <a:t>Abha</a:t>
            </a:r>
            <a:r>
              <a:rPr lang="en-IN" sz="4000" dirty="0"/>
              <a:t>.</a:t>
            </a:r>
          </a:p>
          <a:p>
            <a:r>
              <a:rPr lang="en-IN" sz="4000" dirty="0"/>
              <a:t>(c) A card will be sent to me by </a:t>
            </a:r>
            <a:r>
              <a:rPr lang="en-IN" sz="4000" dirty="0" err="1"/>
              <a:t>Abha</a:t>
            </a:r>
            <a:r>
              <a:rPr lang="en-IN" sz="4000" dirty="0"/>
              <a:t>.</a:t>
            </a:r>
          </a:p>
          <a:p>
            <a:r>
              <a:rPr lang="en-IN" sz="4000" dirty="0"/>
              <a:t>(d) A card is sent to me by </a:t>
            </a:r>
            <a:r>
              <a:rPr lang="en-IN" sz="4000" dirty="0" err="1"/>
              <a:t>Abha</a:t>
            </a:r>
            <a:r>
              <a:rPr lang="en-IN" sz="4000" dirty="0"/>
              <a:t>.</a:t>
            </a:r>
          </a:p>
          <a:p>
            <a:endParaRPr lang="en-IN" sz="4000" dirty="0"/>
          </a:p>
        </p:txBody>
      </p:sp>
    </p:spTree>
    <p:extLst>
      <p:ext uri="{BB962C8B-B14F-4D97-AF65-F5344CB8AC3E}">
        <p14:creationId xmlns:p14="http://schemas.microsoft.com/office/powerpoint/2010/main" val="1092061559"/>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182. (b)</a:t>
            </a:r>
            <a:endParaRPr lang="en-IN" dirty="0"/>
          </a:p>
          <a:p>
            <a:endParaRPr lang="en-IN" dirty="0"/>
          </a:p>
        </p:txBody>
      </p:sp>
    </p:spTree>
    <p:extLst>
      <p:ext uri="{BB962C8B-B14F-4D97-AF65-F5344CB8AC3E}">
        <p14:creationId xmlns:p14="http://schemas.microsoft.com/office/powerpoint/2010/main" val="2586006856"/>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183. He will never forget it.</a:t>
            </a:r>
          </a:p>
          <a:p>
            <a:r>
              <a:rPr lang="en-IN" sz="4400" dirty="0"/>
              <a:t>(a) It will never be forgotten by him.</a:t>
            </a:r>
          </a:p>
          <a:p>
            <a:r>
              <a:rPr lang="en-IN" sz="4400" dirty="0"/>
              <a:t>(b) It can never be forgotten by him.</a:t>
            </a:r>
          </a:p>
          <a:p>
            <a:r>
              <a:rPr lang="en-IN" sz="4400" dirty="0"/>
              <a:t>(c) It should never be forgotten by him.</a:t>
            </a:r>
          </a:p>
          <a:p>
            <a:r>
              <a:rPr lang="en-IN" sz="4400" dirty="0"/>
              <a:t>(d) It may never be forgotten by him.</a:t>
            </a:r>
          </a:p>
          <a:p>
            <a:endParaRPr lang="en-IN" sz="4400" dirty="0"/>
          </a:p>
          <a:p>
            <a:endParaRPr lang="en-IN" sz="4400" dirty="0"/>
          </a:p>
          <a:p>
            <a:endParaRPr lang="en-IN" sz="4400" dirty="0"/>
          </a:p>
          <a:p>
            <a:endParaRPr lang="en-IN" sz="4400" dirty="0"/>
          </a:p>
        </p:txBody>
      </p:sp>
    </p:spTree>
    <p:extLst>
      <p:ext uri="{BB962C8B-B14F-4D97-AF65-F5344CB8AC3E}">
        <p14:creationId xmlns:p14="http://schemas.microsoft.com/office/powerpoint/2010/main" val="4205971720"/>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183. (a)</a:t>
            </a:r>
            <a:endParaRPr lang="en-IN" dirty="0"/>
          </a:p>
        </p:txBody>
      </p:sp>
    </p:spTree>
    <p:extLst>
      <p:ext uri="{BB962C8B-B14F-4D97-AF65-F5344CB8AC3E}">
        <p14:creationId xmlns:p14="http://schemas.microsoft.com/office/powerpoint/2010/main" val="45128168"/>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184. Let not his insulting words be minded.</a:t>
            </a:r>
          </a:p>
          <a:p>
            <a:r>
              <a:rPr lang="en-IN" sz="4400" dirty="0"/>
              <a:t>(a) Don’t be insulted his words.</a:t>
            </a:r>
          </a:p>
          <a:p>
            <a:r>
              <a:rPr lang="en-IN" sz="4400" dirty="0"/>
              <a:t>(b) Don’t mind his insulting words.</a:t>
            </a:r>
          </a:p>
          <a:p>
            <a:r>
              <a:rPr lang="en-IN" sz="4400" dirty="0"/>
              <a:t>(c) Don’t insult him with his words.</a:t>
            </a:r>
          </a:p>
          <a:p>
            <a:r>
              <a:rPr lang="en-IN" sz="4400" dirty="0"/>
              <a:t>(d) Do mind his insulting words.</a:t>
            </a:r>
          </a:p>
        </p:txBody>
      </p:sp>
    </p:spTree>
    <p:extLst>
      <p:ext uri="{BB962C8B-B14F-4D97-AF65-F5344CB8AC3E}">
        <p14:creationId xmlns:p14="http://schemas.microsoft.com/office/powerpoint/2010/main" val="1246650836"/>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184. (b)</a:t>
            </a:r>
            <a:endParaRPr lang="en-IN" dirty="0"/>
          </a:p>
        </p:txBody>
      </p:sp>
    </p:spTree>
    <p:extLst>
      <p:ext uri="{BB962C8B-B14F-4D97-AF65-F5344CB8AC3E}">
        <p14:creationId xmlns:p14="http://schemas.microsoft.com/office/powerpoint/2010/main" val="255625666"/>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983" y="0"/>
            <a:ext cx="10515600" cy="4351338"/>
          </a:xfrm>
        </p:spPr>
        <p:txBody>
          <a:bodyPr>
            <a:noAutofit/>
          </a:bodyPr>
          <a:lstStyle/>
          <a:p>
            <a:r>
              <a:rPr lang="en-IN" sz="3600" b="1" dirty="0"/>
              <a:t>185. The students have been punished by the teacher for negligence of duty.</a:t>
            </a:r>
          </a:p>
          <a:p>
            <a:r>
              <a:rPr lang="en-IN" sz="3600" dirty="0"/>
              <a:t>(a) The teacher has punished the students for negligence of duty.</a:t>
            </a:r>
          </a:p>
          <a:p>
            <a:r>
              <a:rPr lang="en-IN" sz="3600" dirty="0"/>
              <a:t>(b) The teacher had punished the students for negligence of duty.</a:t>
            </a:r>
          </a:p>
          <a:p>
            <a:r>
              <a:rPr lang="en-IN" sz="3600" dirty="0"/>
              <a:t>(c) The teacher punished the students for negligence of duty.</a:t>
            </a:r>
          </a:p>
          <a:p>
            <a:r>
              <a:rPr lang="en-IN" sz="3600" dirty="0"/>
              <a:t>(d) The teacher have punished the students for negligence of duty.</a:t>
            </a:r>
          </a:p>
        </p:txBody>
      </p:sp>
    </p:spTree>
    <p:extLst>
      <p:ext uri="{BB962C8B-B14F-4D97-AF65-F5344CB8AC3E}">
        <p14:creationId xmlns:p14="http://schemas.microsoft.com/office/powerpoint/2010/main" val="2525742125"/>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185. (a)</a:t>
            </a:r>
            <a:endParaRPr lang="en-IN" dirty="0"/>
          </a:p>
        </p:txBody>
      </p:sp>
    </p:spTree>
    <p:extLst>
      <p:ext uri="{BB962C8B-B14F-4D97-AF65-F5344CB8AC3E}">
        <p14:creationId xmlns:p14="http://schemas.microsoft.com/office/powerpoint/2010/main" val="3073371063"/>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4000" b="1" dirty="0"/>
              <a:t>186. The storm has destroyed twelve houses.</a:t>
            </a:r>
          </a:p>
          <a:p>
            <a:r>
              <a:rPr lang="en-IN" sz="4000" dirty="0"/>
              <a:t>(a) Twelve houses had been destroyed by the storm.</a:t>
            </a:r>
          </a:p>
          <a:p>
            <a:r>
              <a:rPr lang="en-IN" sz="4000" dirty="0"/>
              <a:t>(b) Twelve houses have been destroyed by the storm.</a:t>
            </a:r>
          </a:p>
          <a:p>
            <a:r>
              <a:rPr lang="en-IN" sz="4000" dirty="0"/>
              <a:t>(c) Twelve houses were destroyed by the storm.</a:t>
            </a:r>
          </a:p>
          <a:p>
            <a:r>
              <a:rPr lang="en-IN" sz="4000" dirty="0"/>
              <a:t>(d) Twelve houses have been stormed.</a:t>
            </a:r>
          </a:p>
          <a:p>
            <a:endParaRPr lang="en-IN" sz="4000" dirty="0"/>
          </a:p>
        </p:txBody>
      </p:sp>
    </p:spTree>
    <p:extLst>
      <p:ext uri="{BB962C8B-B14F-4D97-AF65-F5344CB8AC3E}">
        <p14:creationId xmlns:p14="http://schemas.microsoft.com/office/powerpoint/2010/main" val="970457675"/>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186. (b)</a:t>
            </a:r>
            <a:endParaRPr lang="en-IN" dirty="0"/>
          </a:p>
        </p:txBody>
      </p:sp>
    </p:spTree>
    <p:extLst>
      <p:ext uri="{BB962C8B-B14F-4D97-AF65-F5344CB8AC3E}">
        <p14:creationId xmlns:p14="http://schemas.microsoft.com/office/powerpoint/2010/main" val="3385813177"/>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187. She is reading a novel.</a:t>
            </a:r>
          </a:p>
          <a:p>
            <a:r>
              <a:rPr lang="en-IN" sz="4000" dirty="0"/>
              <a:t>(a) A novel is being read by her.</a:t>
            </a:r>
          </a:p>
          <a:p>
            <a:r>
              <a:rPr lang="en-IN" sz="4000" dirty="0"/>
              <a:t>(b) A novel has been read by her.</a:t>
            </a:r>
          </a:p>
          <a:p>
            <a:r>
              <a:rPr lang="en-IN" sz="4000" dirty="0"/>
              <a:t>(c) A novel is read by her.</a:t>
            </a:r>
          </a:p>
          <a:p>
            <a:r>
              <a:rPr lang="en-IN" sz="4000" dirty="0"/>
              <a:t>(d) A novel was being read by her.</a:t>
            </a:r>
          </a:p>
        </p:txBody>
      </p:sp>
    </p:spTree>
    <p:extLst>
      <p:ext uri="{BB962C8B-B14F-4D97-AF65-F5344CB8AC3E}">
        <p14:creationId xmlns:p14="http://schemas.microsoft.com/office/powerpoint/2010/main" val="924890002"/>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187. (a)</a:t>
            </a:r>
            <a:endParaRPr lang="en-IN" dirty="0"/>
          </a:p>
        </p:txBody>
      </p:sp>
    </p:spTree>
    <p:extLst>
      <p:ext uri="{BB962C8B-B14F-4D97-AF65-F5344CB8AC3E}">
        <p14:creationId xmlns:p14="http://schemas.microsoft.com/office/powerpoint/2010/main" val="1591440977"/>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4000" b="1" dirty="0"/>
              <a:t>188. The whole village was ravaged by the man-eater.</a:t>
            </a:r>
          </a:p>
          <a:p>
            <a:r>
              <a:rPr lang="en-IN" sz="4000" dirty="0"/>
              <a:t>(a) The man-eater ravages the whole village.</a:t>
            </a:r>
          </a:p>
          <a:p>
            <a:r>
              <a:rPr lang="en-IN" sz="4000" dirty="0"/>
              <a:t>(b) The whole village is ravaged by the man-eater.</a:t>
            </a:r>
          </a:p>
          <a:p>
            <a:r>
              <a:rPr lang="en-IN" sz="4000" dirty="0"/>
              <a:t>(c) The man-eater ravaged the whole village.</a:t>
            </a:r>
          </a:p>
          <a:p>
            <a:r>
              <a:rPr lang="en-IN" sz="4000" dirty="0"/>
              <a:t>(d) The whole village is being ravaged by the man-eater.</a:t>
            </a:r>
          </a:p>
        </p:txBody>
      </p:sp>
    </p:spTree>
    <p:extLst>
      <p:ext uri="{BB962C8B-B14F-4D97-AF65-F5344CB8AC3E}">
        <p14:creationId xmlns:p14="http://schemas.microsoft.com/office/powerpoint/2010/main" val="1418443735"/>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188. (c)</a:t>
            </a:r>
            <a:endParaRPr lang="en-IN" dirty="0"/>
          </a:p>
        </p:txBody>
      </p:sp>
    </p:spTree>
    <p:extLst>
      <p:ext uri="{BB962C8B-B14F-4D97-AF65-F5344CB8AC3E}">
        <p14:creationId xmlns:p14="http://schemas.microsoft.com/office/powerpoint/2010/main" val="1831357573"/>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3031"/>
            <a:ext cx="10515600" cy="6073932"/>
          </a:xfrm>
        </p:spPr>
        <p:txBody>
          <a:bodyPr>
            <a:normAutofit/>
          </a:bodyPr>
          <a:lstStyle/>
          <a:p>
            <a:r>
              <a:rPr lang="en-IN" sz="3600" b="1" dirty="0"/>
              <a:t>189. The purity of justice is maintained by the reports of proceedings in the law courts.</a:t>
            </a:r>
          </a:p>
          <a:p>
            <a:r>
              <a:rPr lang="en-IN" sz="3600" dirty="0"/>
              <a:t>(a) The law courts maintain purity of justice in the reports of the proceedings.</a:t>
            </a:r>
          </a:p>
          <a:p>
            <a:r>
              <a:rPr lang="en-IN" sz="3600" dirty="0"/>
              <a:t>(b) The reports of the proceedings in the law courts maintain the purity of justice.</a:t>
            </a:r>
          </a:p>
          <a:p>
            <a:r>
              <a:rPr lang="en-IN" sz="3600" dirty="0"/>
              <a:t>(c) Pure justice is maintained in the proceedings of the law courts.</a:t>
            </a:r>
          </a:p>
          <a:p>
            <a:r>
              <a:rPr lang="en-IN" sz="3600" dirty="0"/>
              <a:t>(d) The maintenance of justice is pure in the proceedings of the law courts.</a:t>
            </a:r>
          </a:p>
        </p:txBody>
      </p:sp>
    </p:spTree>
    <p:extLst>
      <p:ext uri="{BB962C8B-B14F-4D97-AF65-F5344CB8AC3E}">
        <p14:creationId xmlns:p14="http://schemas.microsoft.com/office/powerpoint/2010/main" val="396793355"/>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189. (b)</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320895033"/>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000" b="1" dirty="0"/>
              <a:t>190. Newton wrote this letter yesterday.</a:t>
            </a:r>
          </a:p>
          <a:p>
            <a:r>
              <a:rPr lang="en-IN" sz="4000" dirty="0"/>
              <a:t>(a) Yesterday was written letter by Newton.</a:t>
            </a:r>
          </a:p>
          <a:p>
            <a:r>
              <a:rPr lang="en-IN" sz="4000" dirty="0"/>
              <a:t>(b) This letter is written by Newton Yesterday.</a:t>
            </a:r>
          </a:p>
          <a:p>
            <a:r>
              <a:rPr lang="en-IN" sz="4000" dirty="0"/>
              <a:t>(c) This letter was written by Newton yesterday.</a:t>
            </a:r>
          </a:p>
          <a:p>
            <a:r>
              <a:rPr lang="en-IN" sz="4000" dirty="0"/>
              <a:t>(d) This letter was wrote by Newton yesterday.</a:t>
            </a:r>
          </a:p>
          <a:p>
            <a:endParaRPr lang="en-IN" sz="4000" dirty="0"/>
          </a:p>
          <a:p>
            <a:endParaRPr lang="en-IN" sz="4000" dirty="0"/>
          </a:p>
          <a:p>
            <a:endParaRPr lang="en-IN" sz="4000" dirty="0"/>
          </a:p>
          <a:p>
            <a:endParaRPr lang="en-IN" sz="4000" dirty="0"/>
          </a:p>
          <a:p>
            <a:endParaRPr lang="en-IN" sz="4000" dirty="0"/>
          </a:p>
        </p:txBody>
      </p:sp>
    </p:spTree>
    <p:extLst>
      <p:ext uri="{BB962C8B-B14F-4D97-AF65-F5344CB8AC3E}">
        <p14:creationId xmlns:p14="http://schemas.microsoft.com/office/powerpoint/2010/main" val="2825102797"/>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190. (c)</a:t>
            </a:r>
            <a:endParaRPr lang="en-IN" dirty="0"/>
          </a:p>
        </p:txBody>
      </p:sp>
    </p:spTree>
    <p:extLst>
      <p:ext uri="{BB962C8B-B14F-4D97-AF65-F5344CB8AC3E}">
        <p14:creationId xmlns:p14="http://schemas.microsoft.com/office/powerpoint/2010/main" val="1311046952"/>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176963"/>
          </a:xfrm>
        </p:spPr>
        <p:txBody>
          <a:bodyPr>
            <a:normAutofit/>
          </a:bodyPr>
          <a:lstStyle/>
          <a:p>
            <a:r>
              <a:rPr lang="en-IN" sz="3200" b="1" dirty="0"/>
              <a:t>191. An awareness is being created among the people by the Government about the importance of trees.</a:t>
            </a:r>
          </a:p>
          <a:p>
            <a:r>
              <a:rPr lang="en-IN" sz="3200" dirty="0"/>
              <a:t>(a) The Government is creating an awareness among the people about the importance of trees.</a:t>
            </a:r>
          </a:p>
          <a:p>
            <a:r>
              <a:rPr lang="en-IN" sz="3200" dirty="0"/>
              <a:t>(b) The Government are creating an awareness among the people about the importance of trees.</a:t>
            </a:r>
          </a:p>
          <a:p>
            <a:r>
              <a:rPr lang="en-IN" sz="3200" dirty="0"/>
              <a:t>(c) The Government creates an awareness among the people about the importance of trees.</a:t>
            </a:r>
          </a:p>
          <a:p>
            <a:r>
              <a:rPr lang="en-IN" sz="3200" dirty="0"/>
              <a:t>(d) The Government created an awareness among the people about the importance of trees.</a:t>
            </a:r>
          </a:p>
        </p:txBody>
      </p:sp>
    </p:spTree>
    <p:extLst>
      <p:ext uri="{BB962C8B-B14F-4D97-AF65-F5344CB8AC3E}">
        <p14:creationId xmlns:p14="http://schemas.microsoft.com/office/powerpoint/2010/main" val="4236557748"/>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191. (a)</a:t>
            </a:r>
            <a:endParaRPr lang="en-IN" dirty="0"/>
          </a:p>
          <a:p>
            <a:endParaRPr lang="en-IN" dirty="0"/>
          </a:p>
          <a:p>
            <a:endParaRPr lang="en-IN" dirty="0"/>
          </a:p>
          <a:p>
            <a:endParaRPr lang="en-IN" dirty="0"/>
          </a:p>
        </p:txBody>
      </p:sp>
    </p:spTree>
    <p:extLst>
      <p:ext uri="{BB962C8B-B14F-4D97-AF65-F5344CB8AC3E}">
        <p14:creationId xmlns:p14="http://schemas.microsoft.com/office/powerpoint/2010/main" val="993696516"/>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r>
              <a:rPr lang="en-IN" sz="3600" b="1" dirty="0"/>
              <a:t>192. Ads on TV increase the sale of any commodity.</a:t>
            </a:r>
          </a:p>
          <a:p>
            <a:r>
              <a:rPr lang="en-IN" sz="3600" dirty="0"/>
              <a:t>(a) The sale of any commodity is being increased by ads on TV.</a:t>
            </a:r>
          </a:p>
          <a:p>
            <a:r>
              <a:rPr lang="en-IN" sz="3600" dirty="0"/>
              <a:t>(b) The sale of any commodity are increased by ads on TV.</a:t>
            </a:r>
          </a:p>
          <a:p>
            <a:r>
              <a:rPr lang="en-IN" sz="3600" dirty="0"/>
              <a:t>(c) The sale of any commodity are being increased by ads on TV.</a:t>
            </a:r>
          </a:p>
          <a:p>
            <a:r>
              <a:rPr lang="en-IN" sz="3600" dirty="0"/>
              <a:t>(d) The sale of any commodity is increased by ads on TV.</a:t>
            </a:r>
          </a:p>
        </p:txBody>
      </p:sp>
    </p:spTree>
    <p:extLst>
      <p:ext uri="{BB962C8B-B14F-4D97-AF65-F5344CB8AC3E}">
        <p14:creationId xmlns:p14="http://schemas.microsoft.com/office/powerpoint/2010/main" val="1743565703"/>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192. (d)</a:t>
            </a:r>
            <a:endParaRPr lang="en-IN" dirty="0"/>
          </a:p>
        </p:txBody>
      </p:sp>
    </p:spTree>
    <p:extLst>
      <p:ext uri="{BB962C8B-B14F-4D97-AF65-F5344CB8AC3E}">
        <p14:creationId xmlns:p14="http://schemas.microsoft.com/office/powerpoint/2010/main" val="1082121445"/>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152"/>
            <a:ext cx="10515600" cy="6086811"/>
          </a:xfrm>
        </p:spPr>
        <p:txBody>
          <a:bodyPr>
            <a:normAutofit/>
          </a:bodyPr>
          <a:lstStyle/>
          <a:p>
            <a:r>
              <a:rPr lang="en-IN" sz="3600" b="1" dirty="0"/>
              <a:t>193. The Indian Government is encouraging the Europeans to visit India.</a:t>
            </a:r>
          </a:p>
          <a:p>
            <a:r>
              <a:rPr lang="en-IN" sz="3600" dirty="0"/>
              <a:t>(a) The Europeans are encouraged by the Indian Government to visit India.</a:t>
            </a:r>
          </a:p>
          <a:p>
            <a:r>
              <a:rPr lang="en-IN" sz="3600" dirty="0"/>
              <a:t>(b) The Europeans are encouraging by the Indian Government to visit India.</a:t>
            </a:r>
          </a:p>
          <a:p>
            <a:r>
              <a:rPr lang="en-IN" sz="3600" dirty="0"/>
              <a:t>(c) The Europeans are being encouraged by the Indian Government to visit India.</a:t>
            </a:r>
          </a:p>
          <a:p>
            <a:r>
              <a:rPr lang="en-IN" sz="3600" dirty="0"/>
              <a:t>(d) The Europeans is being encouraged by the Indian Government to visit India.</a:t>
            </a:r>
          </a:p>
        </p:txBody>
      </p:sp>
    </p:spTree>
    <p:extLst>
      <p:ext uri="{BB962C8B-B14F-4D97-AF65-F5344CB8AC3E}">
        <p14:creationId xmlns:p14="http://schemas.microsoft.com/office/powerpoint/2010/main" val="1195918612"/>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193. (c)</a:t>
            </a:r>
            <a:endParaRPr lang="en-IN" dirty="0"/>
          </a:p>
        </p:txBody>
      </p:sp>
    </p:spTree>
    <p:extLst>
      <p:ext uri="{BB962C8B-B14F-4D97-AF65-F5344CB8AC3E}">
        <p14:creationId xmlns:p14="http://schemas.microsoft.com/office/powerpoint/2010/main" val="3051161081"/>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194. He handed her a chair.</a:t>
            </a:r>
          </a:p>
          <a:p>
            <a:r>
              <a:rPr lang="en-IN" sz="4400" dirty="0"/>
              <a:t>(a) She was handed a chair by him.</a:t>
            </a:r>
          </a:p>
          <a:p>
            <a:r>
              <a:rPr lang="en-IN" sz="4400" dirty="0"/>
              <a:t>(b) He handed a chair to her.</a:t>
            </a:r>
          </a:p>
          <a:p>
            <a:r>
              <a:rPr lang="en-IN" sz="4400" dirty="0"/>
              <a:t>(c) He will hand a chair to her.</a:t>
            </a:r>
          </a:p>
          <a:p>
            <a:r>
              <a:rPr lang="en-IN" sz="4400" dirty="0"/>
              <a:t>(d) A chair will be handed to her by him.</a:t>
            </a:r>
          </a:p>
        </p:txBody>
      </p:sp>
    </p:spTree>
    <p:extLst>
      <p:ext uri="{BB962C8B-B14F-4D97-AF65-F5344CB8AC3E}">
        <p14:creationId xmlns:p14="http://schemas.microsoft.com/office/powerpoint/2010/main" val="2133803637"/>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194. (a)</a:t>
            </a:r>
            <a:endParaRPr lang="en-IN" dirty="0"/>
          </a:p>
          <a:p>
            <a:endParaRPr lang="en-IN" dirty="0"/>
          </a:p>
        </p:txBody>
      </p:sp>
    </p:spTree>
    <p:extLst>
      <p:ext uri="{BB962C8B-B14F-4D97-AF65-F5344CB8AC3E}">
        <p14:creationId xmlns:p14="http://schemas.microsoft.com/office/powerpoint/2010/main" val="3763029264"/>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400" b="1" dirty="0"/>
              <a:t>195. Call the police at once.</a:t>
            </a:r>
          </a:p>
          <a:p>
            <a:r>
              <a:rPr lang="en-IN" sz="4400" dirty="0"/>
              <a:t>(a) Let the police be called at once.</a:t>
            </a:r>
          </a:p>
          <a:p>
            <a:r>
              <a:rPr lang="en-IN" sz="4400" dirty="0"/>
              <a:t>(b) The police was to be called at once.</a:t>
            </a:r>
          </a:p>
          <a:p>
            <a:r>
              <a:rPr lang="en-IN" sz="4400" dirty="0"/>
              <a:t>(c) The police is to be called at once.</a:t>
            </a:r>
          </a:p>
          <a:p>
            <a:r>
              <a:rPr lang="en-IN" sz="4400" dirty="0"/>
              <a:t>(d) Let the police called at once.</a:t>
            </a:r>
          </a:p>
        </p:txBody>
      </p:sp>
    </p:spTree>
    <p:extLst>
      <p:ext uri="{BB962C8B-B14F-4D97-AF65-F5344CB8AC3E}">
        <p14:creationId xmlns:p14="http://schemas.microsoft.com/office/powerpoint/2010/main" val="3836598309"/>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195. (a)</a:t>
            </a:r>
            <a:endParaRPr lang="en-IN" dirty="0"/>
          </a:p>
        </p:txBody>
      </p:sp>
    </p:spTree>
    <p:extLst>
      <p:ext uri="{BB962C8B-B14F-4D97-AF65-F5344CB8AC3E}">
        <p14:creationId xmlns:p14="http://schemas.microsoft.com/office/powerpoint/2010/main" val="1324173742"/>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800" b="1" dirty="0"/>
              <a:t>196. Post the letter.</a:t>
            </a:r>
          </a:p>
          <a:p>
            <a:r>
              <a:rPr lang="en-IN" sz="4800" dirty="0"/>
              <a:t>(a) The letter is posted.</a:t>
            </a:r>
          </a:p>
          <a:p>
            <a:r>
              <a:rPr lang="en-IN" sz="4800" dirty="0"/>
              <a:t>(b) The letter was posted.</a:t>
            </a:r>
          </a:p>
          <a:p>
            <a:r>
              <a:rPr lang="en-IN" sz="4800" dirty="0"/>
              <a:t>(c) Let the letter be posted.</a:t>
            </a:r>
          </a:p>
          <a:p>
            <a:r>
              <a:rPr lang="en-IN" sz="4800" dirty="0"/>
              <a:t>(d) The letter will be posted.</a:t>
            </a:r>
          </a:p>
          <a:p>
            <a:endParaRPr lang="en-IN" sz="4800" dirty="0"/>
          </a:p>
          <a:p>
            <a:endParaRPr lang="en-IN" sz="4800" dirty="0"/>
          </a:p>
        </p:txBody>
      </p:sp>
    </p:spTree>
    <p:extLst>
      <p:ext uri="{BB962C8B-B14F-4D97-AF65-F5344CB8AC3E}">
        <p14:creationId xmlns:p14="http://schemas.microsoft.com/office/powerpoint/2010/main" val="3553644717"/>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196. (c)</a:t>
            </a:r>
            <a:endParaRPr lang="en-IN" dirty="0"/>
          </a:p>
        </p:txBody>
      </p:sp>
    </p:spTree>
    <p:extLst>
      <p:ext uri="{BB962C8B-B14F-4D97-AF65-F5344CB8AC3E}">
        <p14:creationId xmlns:p14="http://schemas.microsoft.com/office/powerpoint/2010/main" val="2263383349"/>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4800" b="1" dirty="0"/>
              <a:t>197. Who painted it?</a:t>
            </a:r>
          </a:p>
          <a:p>
            <a:r>
              <a:rPr lang="en-IN" sz="4800" dirty="0"/>
              <a:t>(a) It was painted?</a:t>
            </a:r>
          </a:p>
          <a:p>
            <a:r>
              <a:rPr lang="en-IN" sz="4800" dirty="0"/>
              <a:t>(b) Was it painted?</a:t>
            </a:r>
          </a:p>
          <a:p>
            <a:r>
              <a:rPr lang="en-IN" sz="4800" dirty="0"/>
              <a:t>(c) Had it been painted by?</a:t>
            </a:r>
          </a:p>
          <a:p>
            <a:r>
              <a:rPr lang="en-IN" sz="4800" dirty="0"/>
              <a:t>(d) By whom was it painted?</a:t>
            </a:r>
          </a:p>
          <a:p>
            <a:endParaRPr lang="en-IN" sz="4800" dirty="0"/>
          </a:p>
          <a:p>
            <a:endParaRPr lang="en-IN" sz="4800" dirty="0"/>
          </a:p>
          <a:p>
            <a:endParaRPr lang="en-IN" sz="4800" dirty="0"/>
          </a:p>
          <a:p>
            <a:endParaRPr lang="en-IN" sz="4800" dirty="0"/>
          </a:p>
        </p:txBody>
      </p:sp>
    </p:spTree>
    <p:extLst>
      <p:ext uri="{BB962C8B-B14F-4D97-AF65-F5344CB8AC3E}">
        <p14:creationId xmlns:p14="http://schemas.microsoft.com/office/powerpoint/2010/main" val="2058226118"/>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pt-BR" dirty="0"/>
              <a:t>197. (d</a:t>
            </a:r>
            <a:endParaRPr lang="en-IN" dirty="0"/>
          </a:p>
          <a:p>
            <a:endParaRPr lang="en-IN" dirty="0"/>
          </a:p>
          <a:p>
            <a:endParaRPr lang="en-IN" dirty="0"/>
          </a:p>
          <a:p>
            <a:endParaRPr lang="en-IN" dirty="0"/>
          </a:p>
        </p:txBody>
      </p:sp>
    </p:spTree>
    <p:extLst>
      <p:ext uri="{BB962C8B-B14F-4D97-AF65-F5344CB8AC3E}">
        <p14:creationId xmlns:p14="http://schemas.microsoft.com/office/powerpoint/2010/main" val="1158230059"/>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326330979"/>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3. He asked me to finish the work in time.</a:t>
            </a:r>
          </a:p>
          <a:p>
            <a:r>
              <a:rPr lang="en-IN" dirty="0"/>
              <a:t>(a) I was asked that I should finish the work in time.</a:t>
            </a:r>
          </a:p>
          <a:p>
            <a:r>
              <a:rPr lang="en-IN" dirty="0"/>
              <a:t>(b) He asked me that I should finish the work in time.</a:t>
            </a:r>
          </a:p>
          <a:p>
            <a:r>
              <a:rPr lang="en-IN" dirty="0"/>
              <a:t>(c) I was asked to finish the work in time.</a:t>
            </a:r>
          </a:p>
          <a:p>
            <a:r>
              <a:rPr lang="en-IN" dirty="0"/>
              <a:t>(d) I was asked to finished the work in time by him.</a:t>
            </a:r>
          </a:p>
        </p:txBody>
      </p:sp>
    </p:spTree>
    <p:extLst>
      <p:ext uri="{BB962C8B-B14F-4D97-AF65-F5344CB8AC3E}">
        <p14:creationId xmlns:p14="http://schemas.microsoft.com/office/powerpoint/2010/main" val="1673113277"/>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1</a:t>
            </a:r>
            <a:r>
              <a:rPr lang="en-IN" dirty="0"/>
              <a:t>. John was composing a mail to his mother.</a:t>
            </a:r>
            <a:br>
              <a:rPr lang="en-IN" dirty="0"/>
            </a:br>
            <a:r>
              <a:rPr lang="en-IN" dirty="0"/>
              <a:t>Out of the four options, choose the one which best expresses the given active (or passive) sentence in passive (or active) voice?</a:t>
            </a:r>
            <a:br>
              <a:rPr lang="en-IN" dirty="0"/>
            </a:br>
            <a:r>
              <a:rPr lang="en-IN" dirty="0"/>
              <a:t>a) A mail was composed to his mother by John.</a:t>
            </a:r>
            <a:br>
              <a:rPr lang="en-IN" dirty="0"/>
            </a:br>
            <a:r>
              <a:rPr lang="en-IN" dirty="0"/>
              <a:t>d) A mail has been composed to his mother by John.</a:t>
            </a:r>
            <a:br>
              <a:rPr lang="en-IN" dirty="0"/>
            </a:br>
            <a:r>
              <a:rPr lang="en-IN" dirty="0"/>
              <a:t>c) A mail was being composed by John to his mother.</a:t>
            </a:r>
            <a:br>
              <a:rPr lang="en-IN" dirty="0"/>
            </a:br>
            <a:r>
              <a:rPr lang="en-IN" dirty="0"/>
              <a:t>d) A mail was composed by John to his mother.</a:t>
            </a:r>
            <a:br>
              <a:rPr lang="en-IN" dirty="0"/>
            </a:br>
            <a:endParaRPr lang="en-IN" dirty="0"/>
          </a:p>
        </p:txBody>
      </p:sp>
    </p:spTree>
    <p:extLst>
      <p:ext uri="{BB962C8B-B14F-4D97-AF65-F5344CB8AC3E}">
        <p14:creationId xmlns:p14="http://schemas.microsoft.com/office/powerpoint/2010/main" val="152314291"/>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Solution</a:t>
            </a:r>
            <a:r>
              <a:rPr lang="en-IN" dirty="0"/>
              <a:t>:</a:t>
            </a:r>
            <a:br>
              <a:rPr lang="en-IN" dirty="0"/>
            </a:br>
            <a:r>
              <a:rPr lang="en-IN" dirty="0"/>
              <a:t>Given sentence is</a:t>
            </a:r>
            <a:br>
              <a:rPr lang="en-IN" dirty="0"/>
            </a:br>
            <a:r>
              <a:rPr lang="en-IN" dirty="0"/>
              <a:t>John was composing a mail to his mother.</a:t>
            </a:r>
            <a:br>
              <a:rPr lang="en-IN" dirty="0"/>
            </a:br>
            <a:r>
              <a:rPr lang="en-IN" dirty="0"/>
              <a:t>Therefore, “A mail was being composed by John to his mother” is the correct option.</a:t>
            </a:r>
          </a:p>
          <a:p>
            <a:endParaRPr lang="en-IN" dirty="0"/>
          </a:p>
          <a:p>
            <a:endParaRPr lang="en-IN" dirty="0"/>
          </a:p>
        </p:txBody>
      </p:sp>
    </p:spTree>
    <p:extLst>
      <p:ext uri="{BB962C8B-B14F-4D97-AF65-F5344CB8AC3E}">
        <p14:creationId xmlns:p14="http://schemas.microsoft.com/office/powerpoint/2010/main" val="3711483535"/>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2</a:t>
            </a:r>
            <a:r>
              <a:rPr lang="en-IN" dirty="0"/>
              <a:t>. Have the box broken.</a:t>
            </a:r>
            <a:br>
              <a:rPr lang="en-IN" dirty="0"/>
            </a:br>
            <a:r>
              <a:rPr lang="en-IN" dirty="0"/>
              <a:t>Out of the four options, choose the one which best expresses the given active (or passive) sentence in passive (or active) voice?</a:t>
            </a:r>
            <a:br>
              <a:rPr lang="en-IN" dirty="0"/>
            </a:br>
            <a:r>
              <a:rPr lang="en-IN" dirty="0"/>
              <a:t>a) Get someone to break the box.</a:t>
            </a:r>
            <a:br>
              <a:rPr lang="en-IN" dirty="0"/>
            </a:br>
            <a:r>
              <a:rPr lang="en-IN" dirty="0"/>
              <a:t>b) Have the broken box.</a:t>
            </a:r>
            <a:br>
              <a:rPr lang="en-IN" dirty="0"/>
            </a:br>
            <a:r>
              <a:rPr lang="en-IN" dirty="0"/>
              <a:t>c) They have broken the box.</a:t>
            </a:r>
            <a:br>
              <a:rPr lang="en-IN" dirty="0"/>
            </a:br>
            <a:r>
              <a:rPr lang="en-IN" dirty="0"/>
              <a:t>d) Break the box.</a:t>
            </a:r>
            <a:br>
              <a:rPr lang="en-IN" dirty="0"/>
            </a:br>
            <a:endParaRPr lang="en-IN" dirty="0"/>
          </a:p>
        </p:txBody>
      </p:sp>
    </p:spTree>
    <p:extLst>
      <p:ext uri="{BB962C8B-B14F-4D97-AF65-F5344CB8AC3E}">
        <p14:creationId xmlns:p14="http://schemas.microsoft.com/office/powerpoint/2010/main" val="643261361"/>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Solution:</a:t>
            </a:r>
            <a:br>
              <a:rPr lang="en-IN" dirty="0"/>
            </a:br>
            <a:endParaRPr lang="en-IN" dirty="0"/>
          </a:p>
          <a:p>
            <a:r>
              <a:rPr lang="en-IN" dirty="0"/>
              <a:t>Given sentence is</a:t>
            </a:r>
            <a:br>
              <a:rPr lang="en-IN" dirty="0"/>
            </a:br>
            <a:r>
              <a:rPr lang="en-IN" dirty="0"/>
              <a:t>Have the box broken.</a:t>
            </a:r>
            <a:br>
              <a:rPr lang="en-IN" dirty="0"/>
            </a:br>
            <a:r>
              <a:rPr lang="en-IN" dirty="0"/>
              <a:t>Get someone to break the box is the appropriate option.</a:t>
            </a:r>
          </a:p>
          <a:p>
            <a:endParaRPr lang="en-IN" dirty="0"/>
          </a:p>
          <a:p>
            <a:endParaRPr lang="en-IN" dirty="0"/>
          </a:p>
        </p:txBody>
      </p:sp>
    </p:spTree>
    <p:extLst>
      <p:ext uri="{BB962C8B-B14F-4D97-AF65-F5344CB8AC3E}">
        <p14:creationId xmlns:p14="http://schemas.microsoft.com/office/powerpoint/2010/main" val="589620314"/>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3</a:t>
            </a:r>
            <a:r>
              <a:rPr lang="en-IN" dirty="0"/>
              <a:t>. They didn’t invite me.</a:t>
            </a:r>
            <a:br>
              <a:rPr lang="en-IN" dirty="0"/>
            </a:br>
            <a:r>
              <a:rPr lang="en-IN" dirty="0"/>
              <a:t>Out of the four options, choose the one which best expresses the given active (or passive) sentence in passive (or active) voice?</a:t>
            </a:r>
            <a:br>
              <a:rPr lang="en-IN" dirty="0"/>
            </a:br>
            <a:r>
              <a:rPr lang="en-IN" dirty="0"/>
              <a:t>a) I had been invited by them.</a:t>
            </a:r>
            <a:br>
              <a:rPr lang="en-IN" dirty="0"/>
            </a:br>
            <a:r>
              <a:rPr lang="en-IN" dirty="0"/>
              <a:t>b) I was not invited by them.</a:t>
            </a:r>
            <a:br>
              <a:rPr lang="en-IN" dirty="0"/>
            </a:br>
            <a:r>
              <a:rPr lang="en-IN" dirty="0"/>
              <a:t>c) I have not been invited by them.</a:t>
            </a:r>
            <a:br>
              <a:rPr lang="en-IN" dirty="0"/>
            </a:br>
            <a:r>
              <a:rPr lang="en-IN" dirty="0"/>
              <a:t>d) I am not invited by them.</a:t>
            </a:r>
            <a:br>
              <a:rPr lang="en-IN" dirty="0"/>
            </a:br>
            <a:endParaRPr lang="en-IN" dirty="0"/>
          </a:p>
        </p:txBody>
      </p:sp>
    </p:spTree>
    <p:extLst>
      <p:ext uri="{BB962C8B-B14F-4D97-AF65-F5344CB8AC3E}">
        <p14:creationId xmlns:p14="http://schemas.microsoft.com/office/powerpoint/2010/main" val="2344222035"/>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Solution:</a:t>
            </a:r>
            <a:br>
              <a:rPr lang="en-IN" dirty="0"/>
            </a:br>
            <a:endParaRPr lang="en-IN" dirty="0"/>
          </a:p>
          <a:p>
            <a:r>
              <a:rPr lang="en-IN" dirty="0"/>
              <a:t>Given sentence is:</a:t>
            </a:r>
            <a:br>
              <a:rPr lang="en-IN" dirty="0"/>
            </a:br>
            <a:r>
              <a:rPr lang="en-IN" dirty="0"/>
              <a:t>They didn’t invite me.</a:t>
            </a:r>
          </a:p>
          <a:p>
            <a:r>
              <a:rPr lang="en-IN" dirty="0"/>
              <a:t>I was not invited by them</a:t>
            </a:r>
          </a:p>
          <a:p>
            <a:endParaRPr lang="en-IN" dirty="0"/>
          </a:p>
          <a:p>
            <a:endParaRPr lang="en-IN" dirty="0"/>
          </a:p>
        </p:txBody>
      </p:sp>
    </p:spTree>
    <p:extLst>
      <p:ext uri="{BB962C8B-B14F-4D97-AF65-F5344CB8AC3E}">
        <p14:creationId xmlns:p14="http://schemas.microsoft.com/office/powerpoint/2010/main" val="2871599893"/>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4</a:t>
            </a:r>
            <a:r>
              <a:rPr lang="en-IN" dirty="0"/>
              <a:t>. Children are brought up by parents.</a:t>
            </a:r>
            <a:br>
              <a:rPr lang="en-IN" dirty="0"/>
            </a:br>
            <a:r>
              <a:rPr lang="en-IN" dirty="0"/>
              <a:t>Out of the four options, choose the one which best expresses the given active (or passive) sentence in passive (or active) voice?</a:t>
            </a:r>
            <a:br>
              <a:rPr lang="en-IN" dirty="0"/>
            </a:br>
            <a:r>
              <a:rPr lang="en-IN" dirty="0"/>
              <a:t>a) Parents will bring up children.</a:t>
            </a:r>
            <a:br>
              <a:rPr lang="en-IN" dirty="0"/>
            </a:br>
            <a:r>
              <a:rPr lang="en-IN" dirty="0"/>
              <a:t>b) Parents are bringing up children.</a:t>
            </a:r>
            <a:br>
              <a:rPr lang="en-IN" dirty="0"/>
            </a:br>
            <a:r>
              <a:rPr lang="en-IN" dirty="0"/>
              <a:t>c) Parents brought up children.</a:t>
            </a:r>
            <a:br>
              <a:rPr lang="en-IN" dirty="0"/>
            </a:br>
            <a:r>
              <a:rPr lang="en-IN" dirty="0"/>
              <a:t>d) Parents bring up children.</a:t>
            </a:r>
            <a:br>
              <a:rPr lang="en-IN" dirty="0"/>
            </a:br>
            <a:endParaRPr lang="en-IN" dirty="0"/>
          </a:p>
        </p:txBody>
      </p:sp>
    </p:spTree>
    <p:extLst>
      <p:ext uri="{BB962C8B-B14F-4D97-AF65-F5344CB8AC3E}">
        <p14:creationId xmlns:p14="http://schemas.microsoft.com/office/powerpoint/2010/main" val="1797959964"/>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Solution:</a:t>
            </a:r>
            <a:br>
              <a:rPr lang="en-IN" dirty="0"/>
            </a:br>
            <a:endParaRPr lang="en-IN" dirty="0"/>
          </a:p>
          <a:p>
            <a:r>
              <a:rPr lang="en-IN" dirty="0"/>
              <a:t>Given sentence is:</a:t>
            </a:r>
            <a:br>
              <a:rPr lang="en-IN" dirty="0"/>
            </a:br>
            <a:r>
              <a:rPr lang="en-IN" dirty="0"/>
              <a:t>Children are brought up by parents.</a:t>
            </a:r>
            <a:br>
              <a:rPr lang="en-IN" dirty="0"/>
            </a:br>
            <a:r>
              <a:rPr lang="en-IN" dirty="0"/>
              <a:t>Therefore, “Parents bring up children” is the correct choice.</a:t>
            </a:r>
          </a:p>
          <a:p>
            <a:endParaRPr lang="en-IN" dirty="0"/>
          </a:p>
          <a:p>
            <a:endParaRPr lang="en-IN" dirty="0"/>
          </a:p>
        </p:txBody>
      </p:sp>
    </p:spTree>
    <p:extLst>
      <p:ext uri="{BB962C8B-B14F-4D97-AF65-F5344CB8AC3E}">
        <p14:creationId xmlns:p14="http://schemas.microsoft.com/office/powerpoint/2010/main" val="1801335989"/>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r>
              <a:rPr lang="en-IN" b="1" dirty="0"/>
              <a:t>5</a:t>
            </a:r>
            <a:r>
              <a:rPr lang="en-IN" dirty="0"/>
              <a:t>. You must look into this matter.</a:t>
            </a:r>
            <a:br>
              <a:rPr lang="en-IN" dirty="0"/>
            </a:br>
            <a:r>
              <a:rPr lang="en-IN" dirty="0"/>
              <a:t>Out of the four options, choose the one which best expresses the given active (or passive) sentence in passive (or active) voice?</a:t>
            </a:r>
            <a:br>
              <a:rPr lang="en-IN" dirty="0"/>
            </a:br>
            <a:r>
              <a:rPr lang="en-IN" dirty="0"/>
              <a:t>a) This matter should be looked into by you.</a:t>
            </a:r>
            <a:br>
              <a:rPr lang="en-IN" dirty="0"/>
            </a:br>
            <a:r>
              <a:rPr lang="en-IN" dirty="0"/>
              <a:t>b) This matter has been looked into by you.</a:t>
            </a:r>
            <a:br>
              <a:rPr lang="en-IN" dirty="0"/>
            </a:br>
            <a:r>
              <a:rPr lang="en-IN" dirty="0"/>
              <a:t>c) This matter into looked by you.</a:t>
            </a:r>
            <a:br>
              <a:rPr lang="en-IN" dirty="0"/>
            </a:br>
            <a:r>
              <a:rPr lang="en-IN" dirty="0"/>
              <a:t>d) This matter may be looked into by you.</a:t>
            </a:r>
            <a:br>
              <a:rPr lang="en-IN" dirty="0"/>
            </a:br>
            <a:endParaRPr lang="en-IN" dirty="0"/>
          </a:p>
        </p:txBody>
      </p:sp>
    </p:spTree>
    <p:extLst>
      <p:ext uri="{BB962C8B-B14F-4D97-AF65-F5344CB8AC3E}">
        <p14:creationId xmlns:p14="http://schemas.microsoft.com/office/powerpoint/2010/main" val="2085106485"/>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Solution:</a:t>
            </a:r>
            <a:br>
              <a:rPr lang="en-IN" dirty="0"/>
            </a:br>
            <a:endParaRPr lang="en-IN" dirty="0"/>
          </a:p>
          <a:p>
            <a:r>
              <a:rPr lang="en-IN" dirty="0"/>
              <a:t>Given sentence is:</a:t>
            </a:r>
            <a:br>
              <a:rPr lang="en-IN" dirty="0"/>
            </a:br>
            <a:r>
              <a:rPr lang="en-IN" dirty="0"/>
              <a:t>You must look into this matter.</a:t>
            </a:r>
            <a:br>
              <a:rPr lang="en-IN" dirty="0"/>
            </a:br>
            <a:r>
              <a:rPr lang="en-IN" dirty="0"/>
              <a:t>Therefore, “This matter should be looked into by you”</a:t>
            </a:r>
          </a:p>
          <a:p>
            <a:endParaRPr lang="en-IN" dirty="0"/>
          </a:p>
          <a:p>
            <a:endParaRPr lang="en-IN" dirty="0"/>
          </a:p>
        </p:txBody>
      </p:sp>
    </p:spTree>
    <p:extLst>
      <p:ext uri="{BB962C8B-B14F-4D97-AF65-F5344CB8AC3E}">
        <p14:creationId xmlns:p14="http://schemas.microsoft.com/office/powerpoint/2010/main" val="1730997902"/>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6</a:t>
            </a:r>
            <a:r>
              <a:rPr lang="en-IN" dirty="0"/>
              <a:t>. I know him.</a:t>
            </a:r>
            <a:br>
              <a:rPr lang="en-IN" dirty="0"/>
            </a:br>
            <a:r>
              <a:rPr lang="en-IN" dirty="0"/>
              <a:t>Out of the four options, choose the one which best expresses the given active (or passive) sentence in passive (or active) voice?</a:t>
            </a:r>
            <a:br>
              <a:rPr lang="en-IN" dirty="0"/>
            </a:br>
            <a:r>
              <a:rPr lang="en-IN" dirty="0"/>
              <a:t>a) He is known by me.</a:t>
            </a:r>
            <a:br>
              <a:rPr lang="en-IN" dirty="0"/>
            </a:br>
            <a:r>
              <a:rPr lang="en-IN" dirty="0"/>
              <a:t>b) He was known to me.</a:t>
            </a:r>
            <a:br>
              <a:rPr lang="en-IN" dirty="0"/>
            </a:br>
            <a:r>
              <a:rPr lang="en-IN" dirty="0"/>
              <a:t>c) He has been known by me.</a:t>
            </a:r>
            <a:br>
              <a:rPr lang="en-IN" dirty="0"/>
            </a:br>
            <a:r>
              <a:rPr lang="en-IN" dirty="0"/>
              <a:t>d) He is known to me.</a:t>
            </a:r>
            <a:br>
              <a:rPr lang="en-IN" dirty="0"/>
            </a:br>
            <a:endParaRPr lang="en-IN" dirty="0"/>
          </a:p>
        </p:txBody>
      </p:sp>
    </p:spTree>
    <p:extLst>
      <p:ext uri="{BB962C8B-B14F-4D97-AF65-F5344CB8AC3E}">
        <p14:creationId xmlns:p14="http://schemas.microsoft.com/office/powerpoint/2010/main" val="1129030804"/>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Solution:</a:t>
            </a:r>
            <a:br>
              <a:rPr lang="en-IN" dirty="0"/>
            </a:br>
            <a:endParaRPr lang="en-IN" dirty="0"/>
          </a:p>
          <a:p>
            <a:r>
              <a:rPr lang="en-IN" dirty="0"/>
              <a:t>Given sentence is:</a:t>
            </a:r>
            <a:br>
              <a:rPr lang="en-IN" dirty="0"/>
            </a:br>
            <a:r>
              <a:rPr lang="en-IN" dirty="0"/>
              <a:t>I know him.</a:t>
            </a:r>
            <a:br>
              <a:rPr lang="en-IN" dirty="0"/>
            </a:br>
            <a:r>
              <a:rPr lang="en-IN" dirty="0"/>
              <a:t>Therefore, “He is known to me”</a:t>
            </a:r>
          </a:p>
          <a:p>
            <a:endParaRPr lang="en-IN" dirty="0"/>
          </a:p>
          <a:p>
            <a:endParaRPr lang="en-IN" dirty="0"/>
          </a:p>
        </p:txBody>
      </p:sp>
    </p:spTree>
    <p:extLst>
      <p:ext uri="{BB962C8B-B14F-4D97-AF65-F5344CB8AC3E}">
        <p14:creationId xmlns:p14="http://schemas.microsoft.com/office/powerpoint/2010/main" val="1966588180"/>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7</a:t>
            </a:r>
            <a:r>
              <a:rPr lang="en-IN" dirty="0"/>
              <a:t>. Why do you waste time?</a:t>
            </a:r>
            <a:br>
              <a:rPr lang="en-IN" dirty="0"/>
            </a:br>
            <a:r>
              <a:rPr lang="en-IN" dirty="0"/>
              <a:t>Out of the four options, choose the one which best expresses the given active (or passive) sentence in passive (or active) voice?</a:t>
            </a:r>
            <a:br>
              <a:rPr lang="en-IN" dirty="0"/>
            </a:br>
            <a:r>
              <a:rPr lang="en-IN" dirty="0"/>
              <a:t>a) Why is time wasted by you?</a:t>
            </a:r>
            <a:br>
              <a:rPr lang="en-IN" dirty="0"/>
            </a:br>
            <a:r>
              <a:rPr lang="en-IN" dirty="0"/>
              <a:t>b) Why is time been wasted by you?</a:t>
            </a:r>
            <a:br>
              <a:rPr lang="en-IN" dirty="0"/>
            </a:br>
            <a:r>
              <a:rPr lang="en-IN" dirty="0"/>
              <a:t>c) Why has time been wasted by you?</a:t>
            </a:r>
            <a:br>
              <a:rPr lang="en-IN" dirty="0"/>
            </a:br>
            <a:r>
              <a:rPr lang="en-IN" dirty="0"/>
              <a:t>d) Why is time being wasted by you?</a:t>
            </a:r>
            <a:br>
              <a:rPr lang="en-IN" dirty="0"/>
            </a:br>
            <a:endParaRPr lang="en-IN" dirty="0"/>
          </a:p>
        </p:txBody>
      </p:sp>
    </p:spTree>
    <p:extLst>
      <p:ext uri="{BB962C8B-B14F-4D97-AF65-F5344CB8AC3E}">
        <p14:creationId xmlns:p14="http://schemas.microsoft.com/office/powerpoint/2010/main" val="531292929"/>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Solution:</a:t>
            </a:r>
            <a:br>
              <a:rPr lang="en-IN" dirty="0"/>
            </a:br>
            <a:endParaRPr lang="en-IN" dirty="0"/>
          </a:p>
          <a:p>
            <a:r>
              <a:rPr lang="en-IN" dirty="0"/>
              <a:t>Given sentence is:</a:t>
            </a:r>
            <a:br>
              <a:rPr lang="en-IN" dirty="0"/>
            </a:br>
            <a:r>
              <a:rPr lang="en-IN" dirty="0"/>
              <a:t>Why do you waste time?</a:t>
            </a:r>
            <a:br>
              <a:rPr lang="en-IN" dirty="0"/>
            </a:br>
            <a:r>
              <a:rPr lang="en-IN" dirty="0"/>
              <a:t>Therefore, “Why is time wasted by you?</a:t>
            </a:r>
          </a:p>
          <a:p>
            <a:endParaRPr lang="en-IN" dirty="0"/>
          </a:p>
          <a:p>
            <a:endParaRPr lang="en-IN" dirty="0"/>
          </a:p>
        </p:txBody>
      </p:sp>
    </p:spTree>
    <p:extLst>
      <p:ext uri="{BB962C8B-B14F-4D97-AF65-F5344CB8AC3E}">
        <p14:creationId xmlns:p14="http://schemas.microsoft.com/office/powerpoint/2010/main" val="1219188867"/>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You will have finished this work by tomorrow.</a:t>
            </a:r>
            <a:br>
              <a:rPr lang="en-IN" dirty="0"/>
            </a:br>
            <a:r>
              <a:rPr lang="en-IN" dirty="0"/>
              <a:t>Out of the four options, choose the one which best expresses the given active (or passive) sentence in passive (or active) voice?</a:t>
            </a:r>
            <a:br>
              <a:rPr lang="en-IN" dirty="0"/>
            </a:br>
            <a:r>
              <a:rPr lang="en-IN" dirty="0"/>
              <a:t>a) This work will have been finished.</a:t>
            </a:r>
            <a:br>
              <a:rPr lang="en-IN" dirty="0"/>
            </a:br>
            <a:r>
              <a:rPr lang="en-IN" dirty="0"/>
              <a:t>b) This work will be finished by tomorrow.</a:t>
            </a:r>
            <a:br>
              <a:rPr lang="en-IN" dirty="0"/>
            </a:br>
            <a:r>
              <a:rPr lang="en-IN" dirty="0"/>
              <a:t>c) This work will finished tomorrow.</a:t>
            </a:r>
            <a:br>
              <a:rPr lang="en-IN" dirty="0"/>
            </a:br>
            <a:r>
              <a:rPr lang="en-IN" dirty="0"/>
              <a:t>d) This work will have been finished by tomorrow.</a:t>
            </a:r>
            <a:br>
              <a:rPr lang="en-IN" dirty="0"/>
            </a:br>
            <a:endParaRPr lang="en-IN" dirty="0"/>
          </a:p>
        </p:txBody>
      </p:sp>
    </p:spTree>
    <p:extLst>
      <p:ext uri="{BB962C8B-B14F-4D97-AF65-F5344CB8AC3E}">
        <p14:creationId xmlns:p14="http://schemas.microsoft.com/office/powerpoint/2010/main" val="1100663817"/>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29235" y="1825625"/>
            <a:ext cx="10515600" cy="4351338"/>
          </a:xfrm>
        </p:spPr>
        <p:txBody>
          <a:bodyPr/>
          <a:lstStyle/>
          <a:p>
            <a:r>
              <a:rPr lang="en-IN" b="1" dirty="0"/>
              <a:t>Solution:</a:t>
            </a:r>
            <a:br>
              <a:rPr lang="en-IN" dirty="0"/>
            </a:br>
            <a:endParaRPr lang="en-IN" dirty="0"/>
          </a:p>
          <a:p>
            <a:r>
              <a:rPr lang="en-IN" dirty="0"/>
              <a:t>Given sentence:</a:t>
            </a:r>
            <a:br>
              <a:rPr lang="en-IN" dirty="0"/>
            </a:br>
            <a:r>
              <a:rPr lang="en-IN" dirty="0"/>
              <a:t>You will have finished this work by tomorrow.</a:t>
            </a:r>
            <a:br>
              <a:rPr lang="en-IN" dirty="0"/>
            </a:br>
            <a:r>
              <a:rPr lang="en-IN" dirty="0"/>
              <a:t>Therefore, “This work will have been finished by tomorrow”</a:t>
            </a:r>
          </a:p>
          <a:p>
            <a:endParaRPr lang="en-IN" dirty="0"/>
          </a:p>
          <a:p>
            <a:endParaRPr lang="en-IN" dirty="0"/>
          </a:p>
        </p:txBody>
      </p:sp>
    </p:spTree>
    <p:extLst>
      <p:ext uri="{BB962C8B-B14F-4D97-AF65-F5344CB8AC3E}">
        <p14:creationId xmlns:p14="http://schemas.microsoft.com/office/powerpoint/2010/main" val="27431643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2428</TotalTime>
  <Words>18852</Words>
  <Application>Microsoft Office PowerPoint</Application>
  <PresentationFormat>Widescreen</PresentationFormat>
  <Paragraphs>1936</Paragraphs>
  <Slides>453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453</vt:i4>
      </vt:variant>
    </vt:vector>
  </HeadingPairs>
  <TitlesOfParts>
    <vt:vector size="459" baseType="lpstr">
      <vt:lpstr>Arial</vt:lpstr>
      <vt:lpstr>Arial Unicode MS</vt:lpstr>
      <vt:lpstr>Calibri</vt:lpstr>
      <vt:lpstr>Calibri Light</vt:lpstr>
      <vt:lpstr>Google Sans</vt:lpstr>
      <vt:lpstr>Office Theme</vt:lpstr>
      <vt:lpstr>Active / Passive Verb Forms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verbs very frequently used in the passive are followed by the to-infinitive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Active / Passive Verb Forms</dc:title>
  <dc:creator>USER</dc:creator>
  <cp:lastModifiedBy>kch institute</cp:lastModifiedBy>
  <cp:revision>94</cp:revision>
  <dcterms:created xsi:type="dcterms:W3CDTF">2016-09-12T07:43:44Z</dcterms:created>
  <dcterms:modified xsi:type="dcterms:W3CDTF">2026-07-17T14:57:19Z</dcterms:modified>
</cp:coreProperties>
</file>